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65" r:id="rId1"/>
  </p:sldMasterIdLst>
  <p:notesMasterIdLst>
    <p:notesMasterId r:id="rId26"/>
  </p:notesMasterIdLst>
  <p:handoutMasterIdLst>
    <p:handoutMasterId r:id="rId27"/>
  </p:handoutMasterIdLst>
  <p:sldIdLst>
    <p:sldId id="679" r:id="rId2"/>
    <p:sldId id="680" r:id="rId3"/>
    <p:sldId id="265" r:id="rId4"/>
    <p:sldId id="326" r:id="rId5"/>
    <p:sldId id="404" r:id="rId6"/>
    <p:sldId id="389" r:id="rId7"/>
    <p:sldId id="266" r:id="rId8"/>
    <p:sldId id="267" r:id="rId9"/>
    <p:sldId id="269" r:id="rId10"/>
    <p:sldId id="277" r:id="rId11"/>
    <p:sldId id="286" r:id="rId12"/>
    <p:sldId id="289" r:id="rId13"/>
    <p:sldId id="290" r:id="rId14"/>
    <p:sldId id="291" r:id="rId15"/>
    <p:sldId id="292" r:id="rId16"/>
    <p:sldId id="293" r:id="rId17"/>
    <p:sldId id="294" r:id="rId18"/>
    <p:sldId id="295" r:id="rId19"/>
    <p:sldId id="296" r:id="rId20"/>
    <p:sldId id="297" r:id="rId21"/>
    <p:sldId id="681" r:id="rId22"/>
    <p:sldId id="682" r:id="rId23"/>
    <p:sldId id="2147470948" r:id="rId24"/>
    <p:sldId id="60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lides" id="{385D34A4-7E3C-4778-8092-DA3D4E465E55}">
          <p14:sldIdLst>
            <p14:sldId id="679"/>
            <p14:sldId id="680"/>
          </p14:sldIdLst>
        </p14:section>
        <p14:section name="Coding Agent" id="{5FB93FBB-9BE3-441F-9083-60A8ED56E6E5}">
          <p14:sldIdLst>
            <p14:sldId id="265"/>
            <p14:sldId id="326"/>
            <p14:sldId id="404"/>
            <p14:sldId id="389"/>
            <p14:sldId id="266"/>
            <p14:sldId id="267"/>
            <p14:sldId id="269"/>
            <p14:sldId id="277"/>
            <p14:sldId id="286"/>
            <p14:sldId id="289"/>
            <p14:sldId id="290"/>
            <p14:sldId id="291"/>
            <p14:sldId id="292"/>
            <p14:sldId id="293"/>
            <p14:sldId id="294"/>
            <p14:sldId id="295"/>
            <p14:sldId id="296"/>
            <p14:sldId id="297"/>
            <p14:sldId id="681"/>
          </p14:sldIdLst>
        </p14:section>
        <p14:section name="Thank you" id="{08508A40-E246-4DD9-B36F-C59E0B83A954}">
          <p14:sldIdLst>
            <p14:sldId id="682"/>
            <p14:sldId id="2147470948"/>
            <p14:sldId id="60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9FF0"/>
    <a:srgbClr val="7A3ACF"/>
    <a:srgbClr val="000000"/>
    <a:srgbClr val="080922"/>
    <a:srgbClr val="6C36CB"/>
    <a:srgbClr val="8BF1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4CE054-1A68-4881-9071-34F21CBBCDD5}" v="5" dt="2026-03-03T21:29:56.6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9046" autoAdjust="0"/>
    <p:restoredTop sz="75290" autoAdjust="0"/>
  </p:normalViewPr>
  <p:slideViewPr>
    <p:cSldViewPr snapToGrid="0">
      <p:cViewPr varScale="1">
        <p:scale>
          <a:sx n="56" d="100"/>
          <a:sy n="56" d="100"/>
        </p:scale>
        <p:origin x="312" y="48"/>
      </p:cViewPr>
      <p:guideLst/>
    </p:cSldViewPr>
  </p:slideViewPr>
  <p:notesTextViewPr>
    <p:cViewPr>
      <p:scale>
        <a:sx n="1" d="1"/>
        <a:sy n="1" d="1"/>
      </p:scale>
      <p:origin x="0" y="0"/>
    </p:cViewPr>
  </p:notesTextViewPr>
  <p:notesViewPr>
    <p:cSldViewPr snapToGrid="0">
      <p:cViewPr varScale="1">
        <p:scale>
          <a:sx n="92" d="100"/>
          <a:sy n="92" d="100"/>
        </p:scale>
        <p:origin x="2093"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878B027-873C-7CE8-EF99-E50AE015D6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1BEEC3B-0A93-4D1A-3898-A0EF07120FE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79C32B-9090-4D5E-8893-2200DA8B6489}" type="datetimeFigureOut">
              <a:rPr lang="en-US" smtClean="0"/>
              <a:t>3/11/2026</a:t>
            </a:fld>
            <a:endParaRPr lang="en-US"/>
          </a:p>
        </p:txBody>
      </p:sp>
      <p:sp>
        <p:nvSpPr>
          <p:cNvPr id="4" name="Footer Placeholder 3">
            <a:extLst>
              <a:ext uri="{FF2B5EF4-FFF2-40B4-BE49-F238E27FC236}">
                <a16:creationId xmlns:a16="http://schemas.microsoft.com/office/drawing/2014/main" id="{FF80F166-7BE4-1F4E-8B0F-7BFD37A9F03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BAAFD4D-477B-C4E4-AD08-2131BB8A3F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DE32C76-01A7-41D2-BA16-3BEC88438B24}" type="slidenum">
              <a:rPr lang="en-US" smtClean="0"/>
              <a:t>‹#›</a:t>
            </a:fld>
            <a:endParaRPr lang="en-US"/>
          </a:p>
        </p:txBody>
      </p:sp>
    </p:spTree>
    <p:extLst>
      <p:ext uri="{BB962C8B-B14F-4D97-AF65-F5344CB8AC3E}">
        <p14:creationId xmlns:p14="http://schemas.microsoft.com/office/powerpoint/2010/main" val="13838674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1B0C1E-A73E-4994-A7F0-AA72833EDF2C}" type="datetimeFigureOut">
              <a:t>3/11/2026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3E318D-D634-447D-804D-1A35DED75EBD}" type="slidenum">
              <a:t>‹#›</a:t>
            </a:fld>
            <a:endParaRPr lang="en-US"/>
          </a:p>
        </p:txBody>
      </p:sp>
    </p:spTree>
    <p:extLst>
      <p:ext uri="{BB962C8B-B14F-4D97-AF65-F5344CB8AC3E}">
        <p14:creationId xmlns:p14="http://schemas.microsoft.com/office/powerpoint/2010/main" val="20856434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Welcome everyone to GitHub Copilot Dev Days.  My name is (Insert name),  and I’m so excited to be here this is just one of hundreds of global events that GitHub and the  development community partnered with to show off the latest and greatest and agentic development with GitHub Copilot.</a:t>
            </a:r>
          </a:p>
        </p:txBody>
      </p:sp>
      <p:sp>
        <p:nvSpPr>
          <p:cNvPr id="4" name="Slide Number Placeholder 3"/>
          <p:cNvSpPr>
            <a:spLocks noGrp="1"/>
          </p:cNvSpPr>
          <p:nvPr>
            <p:ph type="sldNum" sz="quarter" idx="5"/>
          </p:nvPr>
        </p:nvSpPr>
        <p:spPr/>
        <p:txBody>
          <a:bodyPr/>
          <a:lstStyle/>
          <a:p>
            <a:fld id="{813E318D-D634-447D-804D-1A35DED75EBD}" type="slidenum">
              <a:rPr lang="en-US" smtClean="0"/>
              <a:t>1</a:t>
            </a:fld>
            <a:endParaRPr lang="en-US"/>
          </a:p>
        </p:txBody>
      </p:sp>
    </p:spTree>
    <p:extLst>
      <p:ext uri="{BB962C8B-B14F-4D97-AF65-F5344CB8AC3E}">
        <p14:creationId xmlns:p14="http://schemas.microsoft.com/office/powerpoint/2010/main" val="3850135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5CD43-9106-044F-BDED-ABED6A982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C1E167-5F8A-BB4F-5C93-5EA3278F94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91178F-EB94-3520-A091-8D3CC6F220E8}"/>
              </a:ext>
            </a:extLst>
          </p:cNvPr>
          <p:cNvSpPr>
            <a:spLocks noGrp="1"/>
          </p:cNvSpPr>
          <p:nvPr>
            <p:ph type="body" idx="1"/>
          </p:nvPr>
        </p:nvSpPr>
        <p:spPr/>
        <p:txBody>
          <a:bodyPr/>
          <a:lstStyle/>
          <a:p>
            <a:r>
              <a:rPr lang="en-US" dirty="0"/>
              <a:t>If you're brand new to GitHub copilot or we've been using it for a long time this is the perfect place because we're going to give you are a whirlwind tour of everything about GitHub Copilot including its evolution and how to integrate it into your specific workflow.</a:t>
            </a:r>
          </a:p>
          <a:p>
            <a:endParaRPr lang="en-US" dirty="0"/>
          </a:p>
          <a:p>
            <a:r>
              <a:rPr lang="en-US" dirty="0"/>
              <a:t>&gt; Maybe give a story about yourself, or survey the room here.</a:t>
            </a:r>
          </a:p>
        </p:txBody>
      </p:sp>
      <p:sp>
        <p:nvSpPr>
          <p:cNvPr id="4" name="Slide Number Placeholder 3">
            <a:extLst>
              <a:ext uri="{FF2B5EF4-FFF2-40B4-BE49-F238E27FC236}">
                <a16:creationId xmlns:a16="http://schemas.microsoft.com/office/drawing/2014/main" id="{A868DBB5-5AFD-1963-F4E1-6B1291E94BBC}"/>
              </a:ext>
            </a:extLst>
          </p:cNvPr>
          <p:cNvSpPr>
            <a:spLocks noGrp="1"/>
          </p:cNvSpPr>
          <p:nvPr>
            <p:ph type="sldNum" sz="quarter" idx="5"/>
          </p:nvPr>
        </p:nvSpPr>
        <p:spPr/>
        <p:txBody>
          <a:bodyPr/>
          <a:lstStyle/>
          <a:p>
            <a:fld id="{8E6C1656-E6D2-D941-BA7D-9511EB89057A}" type="slidenum">
              <a:rPr lang="en-US" smtClean="0"/>
              <a:t>2</a:t>
            </a:fld>
            <a:endParaRPr lang="en-US"/>
          </a:p>
        </p:txBody>
      </p:sp>
    </p:spTree>
    <p:extLst>
      <p:ext uri="{BB962C8B-B14F-4D97-AF65-F5344CB8AC3E}">
        <p14:creationId xmlns:p14="http://schemas.microsoft.com/office/powerpoint/2010/main" val="1139759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F1DB-994D-90AC-90F3-641FECE314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47E7D-66A0-E4B2-F049-6C5DE177D01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2609863-5568-A53E-3ED9-A61C339CA7FF}"/>
              </a:ext>
            </a:extLst>
          </p:cNvPr>
          <p:cNvSpPr>
            <a:spLocks noGrp="1"/>
          </p:cNvSpPr>
          <p:nvPr>
            <p:ph type="body" idx="1"/>
          </p:nvPr>
        </p:nvSpPr>
        <p:spPr/>
        <p:txBody>
          <a:bodyPr/>
          <a:lstStyle/>
          <a:p>
            <a:r>
              <a:rPr lang="en-US" dirty="0"/>
              <a:t> Now that you've seen quite a bit of how GitHub copilot enables developers to be super productive in their favorite ID or in the terminal it also is available as a cloud coding agent that works continuously for you any hour of the day in the cloud. We’re going to take a look at how the coding agent can be used and how it’s integrated into these different environments</a:t>
            </a:r>
          </a:p>
        </p:txBody>
      </p:sp>
      <p:sp>
        <p:nvSpPr>
          <p:cNvPr id="4" name="Slide Number Placeholder 3">
            <a:extLst>
              <a:ext uri="{FF2B5EF4-FFF2-40B4-BE49-F238E27FC236}">
                <a16:creationId xmlns:a16="http://schemas.microsoft.com/office/drawing/2014/main" id="{8EC5C1B8-F127-AD38-CF6F-0E6CEC8E5830}"/>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3EC50E0E-32E6-6D42-9A2F-0FD8EEDE76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13545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Copilot coding agent is an asynchronous, autonomous coding agent that works in the background.  and you might be thinking well when would I want to use the coding agent and why wouldn't I just do everything directly inside of my favorite IDE or code editor.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Well it works directly in the background and you can have multiple agents all running in parallel on different branches working and solving different problems yes they can be building new features but they might be triaging bugs improving test coverage addressing technical debt or even just improving documentation anytime you have a little idea or a big idea just give it to the coding agent and let it get to work</a:t>
            </a:r>
          </a:p>
        </p:txBody>
      </p:sp>
      <p:sp>
        <p:nvSpPr>
          <p:cNvPr id="4" name="Slide Number Placeholder 3"/>
          <p:cNvSpPr>
            <a:spLocks noGrp="1"/>
          </p:cNvSpPr>
          <p:nvPr>
            <p:ph type="sldNum" sz="quarter" idx="5"/>
          </p:nvPr>
        </p:nvSpPr>
        <p:spPr/>
        <p:txBody>
          <a:bodyPr/>
          <a:lstStyle/>
          <a:p>
            <a:fld id="{813E318D-D634-447D-804D-1A35DED75EBD}" type="slidenum">
              <a:rPr lang="en-US" smtClean="0"/>
              <a:t>4</a:t>
            </a:fld>
            <a:endParaRPr lang="en-US"/>
          </a:p>
        </p:txBody>
      </p:sp>
    </p:spTree>
    <p:extLst>
      <p:ext uri="{BB962C8B-B14F-4D97-AF65-F5344CB8AC3E}">
        <p14:creationId xmlns:p14="http://schemas.microsoft.com/office/powerpoint/2010/main" val="10175928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 are a bunch of different ways to delegate tasks to Copilot – but let’s use the agents panel this time. The agents panel is a new UI, available on every page on GitHub. I open it up, and I can just type in a prompt, and send it to Copilot, and Copilot will start doing its thing.</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611FDD8-AFDF-F146-91C5-71A10CDC109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772811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Now I can see everything that the coding agent is doing directly here on GitHub. com or even inside of VS code, so once it's created the pull request I can come down and say view session I can also tap on the agents panel as well and that will bring me to all of my different agent sessions that are happening now the session is going to give me full overview of everything that’s happening inside of this coding session at anytime if I need to steer it or make changes I can just give it a prompt and it will go ahead and start to incorporate those changes in real time and it’ll even take screenshots and run things as well in the environment that’s fully customizable</a:t>
            </a:r>
          </a:p>
        </p:txBody>
      </p:sp>
      <p:sp>
        <p:nvSpPr>
          <p:cNvPr id="4" name="Slide Number Placeholder 3"/>
          <p:cNvSpPr>
            <a:spLocks noGrp="1"/>
          </p:cNvSpPr>
          <p:nvPr>
            <p:ph type="sldNum" sz="quarter" idx="5"/>
          </p:nvPr>
        </p:nvSpPr>
        <p:spPr/>
        <p:txBody>
          <a:bodyPr/>
          <a:lstStyle/>
          <a:p>
            <a:fld id="{813E318D-D634-447D-804D-1A35DED75EBD}" type="slidenum">
              <a:rPr lang="en-US" smtClean="0"/>
              <a:t>6</a:t>
            </a:fld>
            <a:endParaRPr lang="en-US"/>
          </a:p>
        </p:txBody>
      </p:sp>
    </p:spTree>
    <p:extLst>
      <p:ext uri="{BB962C8B-B14F-4D97-AF65-F5344CB8AC3E}">
        <p14:creationId xmlns:p14="http://schemas.microsoft.com/office/powerpoint/2010/main" val="36502286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a:p>
            <a:pPr marL="571500" indent="-571500">
              <a:buFont typeface="Arial" panose="020B0604020202020204" pitchFamily="34" charset="0"/>
              <a:buChar char="•"/>
            </a:pPr>
            <a:r>
              <a:rPr lang="en-US" dirty="0"/>
              <a:t>This is the definitive control surface for the </a:t>
            </a:r>
            <a:r>
              <a:rPr lang="en-US" b="0" dirty="0"/>
              <a:t>Hybrid Team: mission control</a:t>
            </a:r>
            <a:r>
              <a:rPr lang="en-US" dirty="0"/>
              <a:t>. As agents become more autonomous, we eliminate the fragmented experience of managing them across different tools.</a:t>
            </a:r>
          </a:p>
          <a:p>
            <a:pPr marL="571500" indent="-571500">
              <a:buFont typeface="Arial" panose="020B0604020202020204" pitchFamily="34" charset="0"/>
              <a:buChar char="•"/>
            </a:pPr>
            <a:r>
              <a:rPr lang="en-US" dirty="0"/>
              <a:t>Your single destination for </a:t>
            </a:r>
            <a:r>
              <a:rPr lang="en-US" b="1" dirty="0"/>
              <a:t>orchestrating and monitoring all agent work</a:t>
            </a:r>
            <a:r>
              <a:rPr lang="en-US" dirty="0"/>
              <a:t>—whether it's the Copilot Coding Agent, a custom agent you built, or a third-party specialist.</a:t>
            </a:r>
          </a:p>
          <a:p>
            <a:pPr marL="571500" indent="-571500">
              <a:buFont typeface="Arial" panose="020B0604020202020204" pitchFamily="34" charset="0"/>
              <a:buChar char="•"/>
            </a:pPr>
            <a:r>
              <a:rPr lang="en-US" dirty="0"/>
              <a:t>We bring this unified experience to every part of your workflow:</a:t>
            </a:r>
          </a:p>
          <a:p>
            <a:pPr marL="1943100" lvl="1" indent="-571500">
              <a:buFont typeface="Arial" panose="020B0604020202020204" pitchFamily="34" charset="0"/>
              <a:buChar char="•"/>
            </a:pPr>
            <a:r>
              <a:rPr lang="en-US" b="1" dirty="0"/>
              <a:t>On GitHub.com:</a:t>
            </a:r>
            <a:r>
              <a:rPr lang="en-US" dirty="0"/>
              <a:t> A centralized view allows you to see all agent sessions in one place, check progress, and steer agents without losing context.</a:t>
            </a:r>
          </a:p>
          <a:p>
            <a:pPr marL="1943100" lvl="1" indent="-571500">
              <a:buFont typeface="Arial" panose="020B0604020202020204" pitchFamily="34" charset="0"/>
              <a:buChar char="•"/>
            </a:pPr>
            <a:r>
              <a:rPr lang="en-US" b="1" dirty="0"/>
              <a:t>In the CLI &amp; IDEs:</a:t>
            </a:r>
            <a:r>
              <a:rPr lang="en-US" dirty="0"/>
              <a:t> Manage agent sessions directly from your terminal, allowing terminal-focused developers to </a:t>
            </a:r>
            <a:r>
              <a:rPr lang="en-US" b="0" dirty="0"/>
              <a:t>monitor and script AI tasks without switching screens.</a:t>
            </a:r>
          </a:p>
          <a:p>
            <a:pPr marL="1943100" lvl="1" indent="-571500">
              <a:buFont typeface="Arial" panose="020B0604020202020204" pitchFamily="34" charset="0"/>
              <a:buChar char="•"/>
            </a:pPr>
            <a:r>
              <a:rPr lang="en-US" b="1" dirty="0"/>
              <a:t>On Mobile:</a:t>
            </a:r>
            <a:r>
              <a:rPr lang="en-US" dirty="0"/>
              <a:t> Track and manage Coding Agent tasks from your phone </a:t>
            </a:r>
            <a:r>
              <a:rPr lang="en-US" b="0" dirty="0"/>
              <a:t>with real-time updates, ensuring you're never disconnected from your agent's work.</a:t>
            </a:r>
          </a:p>
          <a:p>
            <a:pPr marL="1943100" lvl="1" indent="-571500">
              <a:buFont typeface="Arial" panose="020B0604020202020204" pitchFamily="34" charset="0"/>
              <a:buChar char="•"/>
            </a:pPr>
            <a:r>
              <a:rPr lang="en-US" b="1" dirty="0"/>
              <a:t>Project management tools and chat apps </a:t>
            </a:r>
            <a:r>
              <a:rPr lang="en-US" b="0" dirty="0"/>
              <a:t>to delegate work easily.</a:t>
            </a:r>
          </a:p>
          <a:p>
            <a:pPr marL="571500" indent="-571500">
              <a:buFont typeface="Arial" panose="020B0604020202020204" pitchFamily="34" charset="0"/>
              <a:buChar char="•"/>
            </a:pPr>
            <a:r>
              <a:rPr lang="en-US" b="0" dirty="0"/>
              <a:t>This is how we ensure developers maintain full visibility and control as they delegate bigger, more complex workflows to their AI teammates.</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813E318D-D634-447D-804D-1A35DED75EBD}" type="slidenum">
              <a:rPr lang="en-US" smtClean="0"/>
              <a:t>7</a:t>
            </a:fld>
            <a:endParaRPr lang="en-US"/>
          </a:p>
        </p:txBody>
      </p:sp>
    </p:spTree>
    <p:extLst>
      <p:ext uri="{BB962C8B-B14F-4D97-AF65-F5344CB8AC3E}">
        <p14:creationId xmlns:p14="http://schemas.microsoft.com/office/powerpoint/2010/main" val="22985497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06E60-2E2F-2735-7000-15DD7E2946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21059-B2CB-431E-CCDB-0F615ACBC1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93360E5-7E3C-8C23-716D-AA45F09964AD}"/>
              </a:ext>
            </a:extLst>
          </p:cNvPr>
          <p:cNvSpPr>
            <a:spLocks noGrp="1"/>
          </p:cNvSpPr>
          <p:nvPr>
            <p:ph type="body" idx="1"/>
          </p:nvPr>
        </p:nvSpPr>
        <p:spPr/>
        <p:txBody>
          <a:bodyPr/>
          <a:lstStyle/>
          <a:p>
            <a:r>
              <a:rPr lang="en-US" dirty="0"/>
              <a:t> When you're working directly on GitHub.com the coding agent  can work in a few ways first you can assign any issue to it and a pull request will be created or you can create and delegate a new task and optionally create a new pull request or have it just start work right away for review if you’re working in pull requests you can simply leave a comment with copilot and then it will go ahead and  start to implement those changes.</a:t>
            </a:r>
          </a:p>
          <a:p>
            <a:endParaRPr lang="en-US" dirty="0"/>
          </a:p>
          <a:p>
            <a:r>
              <a:rPr lang="en-US" dirty="0"/>
              <a:t> another powerful feature is that if you’ve already created a pull request and you need additional work done just ask copilot to do it and it will create a new or request on top of your pull request and get to work</a:t>
            </a:r>
          </a:p>
        </p:txBody>
      </p:sp>
      <p:sp>
        <p:nvSpPr>
          <p:cNvPr id="4" name="Slide Number Placeholder 3">
            <a:extLst>
              <a:ext uri="{FF2B5EF4-FFF2-40B4-BE49-F238E27FC236}">
                <a16:creationId xmlns:a16="http://schemas.microsoft.com/office/drawing/2014/main" id="{39F5A421-214B-1342-CF8E-099BEE1E8270}"/>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18951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584EF-5D4D-A438-5688-2FD14E8C07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78684-E5F6-2ABC-DB8A-9E407A8E6B2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F4B9465-56C5-C414-9679-B0ECD49C14EE}"/>
              </a:ext>
            </a:extLst>
          </p:cNvPr>
          <p:cNvSpPr>
            <a:spLocks noGrp="1"/>
          </p:cNvSpPr>
          <p:nvPr>
            <p:ph type="body" idx="1"/>
          </p:nvPr>
        </p:nvSpPr>
        <p:spPr/>
        <p:txBody>
          <a:bodyPr/>
          <a:lstStyle/>
          <a:p>
            <a:pPr marL="0" indent="0">
              <a:buFont typeface="Arial" panose="020B0604020202020204" pitchFamily="34" charset="0"/>
              <a:buNone/>
            </a:pPr>
            <a:r>
              <a:rPr lang="en-US" dirty="0"/>
              <a:t> My team is in chat applications all the time and with the new GitHub extensions for teams and slack you can easily just mention @GitHub  and you can query any information about your repos and also delegate work directly to it this is super nice especially if you have integrations directly into these different at tools that are reading in different bugs or feedback so you can easily assign things right away</a:t>
            </a:r>
          </a:p>
        </p:txBody>
      </p:sp>
      <p:sp>
        <p:nvSpPr>
          <p:cNvPr id="4" name="Slide Number Placeholder 3">
            <a:extLst>
              <a:ext uri="{FF2B5EF4-FFF2-40B4-BE49-F238E27FC236}">
                <a16:creationId xmlns:a16="http://schemas.microsoft.com/office/drawing/2014/main" id="{141FDB0D-5D58-4B6A-6117-CB8612851923}"/>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862872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571500" indent="-571500">
              <a:buFont typeface="Arial" panose="020B0604020202020204" pitchFamily="34" charset="0"/>
              <a:buChar char="•"/>
            </a:pPr>
            <a:r>
              <a:rPr lang="en-US" dirty="0"/>
              <a:t>This integration is a perfect example of how the Copilot Coding Agent </a:t>
            </a:r>
            <a:r>
              <a:rPr lang="en-US" b="0" dirty="0"/>
              <a:t>is meeting developers where they work—specifically in the Plan phase.</a:t>
            </a:r>
          </a:p>
          <a:p>
            <a:pPr marL="571500" indent="-571500">
              <a:buFont typeface="Arial" panose="020B0604020202020204" pitchFamily="34" charset="0"/>
              <a:buChar char="•"/>
            </a:pPr>
            <a:r>
              <a:rPr lang="en-US" dirty="0"/>
              <a:t>The goal is simple: </a:t>
            </a:r>
            <a:r>
              <a:rPr lang="en-US" b="1" dirty="0"/>
              <a:t>Eliminate the friction of context switching</a:t>
            </a:r>
            <a:r>
              <a:rPr lang="en-US" dirty="0"/>
              <a:t> between planning and implementation.</a:t>
            </a:r>
          </a:p>
          <a:p>
            <a:pPr marL="571500" indent="-571500">
              <a:buFont typeface="Arial" panose="020B0604020202020204" pitchFamily="34" charset="0"/>
              <a:buChar char="•"/>
            </a:pPr>
            <a:r>
              <a:rPr lang="en-US" dirty="0"/>
              <a:t>When a new issue is created in Linear, developers can now </a:t>
            </a:r>
            <a:r>
              <a:rPr lang="en-US" b="1" dirty="0"/>
              <a:t>assign the issue directly to GitHub Copilot</a:t>
            </a:r>
            <a:r>
              <a:rPr lang="en-US" dirty="0"/>
              <a:t>.</a:t>
            </a:r>
          </a:p>
          <a:p>
            <a:pPr marL="571500" indent="-571500">
              <a:buFont typeface="Arial" panose="020B0604020202020204" pitchFamily="34" charset="0"/>
              <a:buChar char="•"/>
            </a:pPr>
            <a:r>
              <a:rPr lang="en-US" b="0" dirty="0"/>
              <a:t>The Copilot Coding Agent processes the issue description and acceptance criteria, then automatically begins the development work—creating a secure environment, writing code, and submitting a draft Pull Request to GitHub.</a:t>
            </a:r>
          </a:p>
          <a:p>
            <a:pPr marL="571500" indent="-571500">
              <a:buFont typeface="Arial" panose="020B0604020202020204" pitchFamily="34" charset="0"/>
              <a:buChar char="•"/>
            </a:pPr>
            <a:r>
              <a:rPr lang="en-US" b="0" dirty="0"/>
              <a:t>Crucially, progress updates and comments are posted directly back to the Linear issue, giving the project manager and team visibility without ever leaving the planning tool.</a:t>
            </a:r>
          </a:p>
          <a:p>
            <a:pPr marL="571500" indent="-571500">
              <a:buFont typeface="Arial" panose="020B0604020202020204" pitchFamily="34" charset="0"/>
              <a:buChar char="•"/>
            </a:pPr>
            <a:r>
              <a:rPr lang="en-US" b="0" dirty="0"/>
              <a:t>This integration eliminates the copy-paste workflow, creating a seamless flow from issue assignment to code implementation, ensuring the velocity of the Hybrid Team starts the moment the task is defined.</a:t>
            </a:r>
          </a:p>
          <a:p>
            <a:endParaRPr lang="en-US" dirty="0"/>
          </a:p>
        </p:txBody>
      </p:sp>
      <p:sp>
        <p:nvSpPr>
          <p:cNvPr id="4" name="Slide Number Placeholder 3"/>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859987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 You'll often hear agents HQ or agent sessions and these are areas between the GitHub website and the various command line interfaces and ideas and code editors that enable you to easily jump between sessions guide steer so no matter where you're at all of your agents are together</a:t>
            </a:r>
          </a:p>
        </p:txBody>
      </p:sp>
      <p:sp>
        <p:nvSpPr>
          <p:cNvPr id="4" name="Slide Number Placeholder 3"/>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0534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64CF9-7369-96B3-1FE2-D540DC750A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53D424-015D-F718-C850-41620FEA118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CB29D5F-F1A6-CC54-01C9-4A1C7A0056EB}"/>
              </a:ext>
            </a:extLst>
          </p:cNvPr>
          <p:cNvSpPr>
            <a:spLocks noGrp="1"/>
          </p:cNvSpPr>
          <p:nvPr>
            <p:ph type="body" idx="1"/>
          </p:nvPr>
        </p:nvSpPr>
        <p:spPr/>
        <p:txBody>
          <a:bodyPr/>
          <a:lstStyle/>
          <a:p>
            <a:pPr marL="571500" indent="-571500">
              <a:buFont typeface="Arial" panose="020B0604020202020204" pitchFamily="34" charset="0"/>
              <a:buChar char="•"/>
            </a:pPr>
            <a:r>
              <a:rPr lang="en-US" dirty="0"/>
              <a:t> I also want to point out that part of the GitHub copilot coding agent is additional verification and security scans when changes are being made through the coding agent it will automatically do code reviews and secret scanning automatically using code QL and more</a:t>
            </a:r>
          </a:p>
        </p:txBody>
      </p:sp>
      <p:sp>
        <p:nvSpPr>
          <p:cNvPr id="4" name="Slide Number Placeholder 3">
            <a:extLst>
              <a:ext uri="{FF2B5EF4-FFF2-40B4-BE49-F238E27FC236}">
                <a16:creationId xmlns:a16="http://schemas.microsoft.com/office/drawing/2014/main" id="{B1E3B608-39A3-DD7B-9C21-23B3515B4C72}"/>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727433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571500" indent="-571500">
              <a:buFont typeface="Arial" panose="020B0604020202020204" pitchFamily="34" charset="0"/>
              <a:buChar char="•"/>
            </a:pPr>
            <a:r>
              <a:rPr lang="en-US" dirty="0"/>
              <a:t>Copilot Code Review (CCR) is the agent that dramatically accelerates your </a:t>
            </a:r>
            <a:r>
              <a:rPr lang="en-US" b="1" dirty="0"/>
              <a:t>Verify</a:t>
            </a:r>
            <a:r>
              <a:rPr lang="en-US" dirty="0"/>
              <a:t> phase, ensuring faster reviews and higher code quality right at the Pull Request level.</a:t>
            </a:r>
          </a:p>
          <a:p>
            <a:pPr marL="571500" indent="-571500">
              <a:buFont typeface="Arial" panose="020B0604020202020204" pitchFamily="34" charset="0"/>
              <a:buChar char="•"/>
            </a:pPr>
            <a:r>
              <a:rPr lang="en-US" dirty="0"/>
              <a:t>CCR conducts thorough, context-aware reviews—not just looking for bugs, but applying the logic of human reviewer criteria like maintainability and team conventions.</a:t>
            </a:r>
          </a:p>
          <a:p>
            <a:pPr marL="571500" indent="-571500">
              <a:buFont typeface="Arial" panose="020B0604020202020204" pitchFamily="34" charset="0"/>
              <a:buChar char="•"/>
            </a:pPr>
            <a:r>
              <a:rPr lang="en-US" dirty="0"/>
              <a:t>It uses an </a:t>
            </a:r>
            <a:r>
              <a:rPr lang="en-US" b="0" dirty="0"/>
              <a:t>Agentic architecture running on GitHub Actions, incorporating security findings from </a:t>
            </a:r>
            <a:r>
              <a:rPr lang="en-US" b="0" dirty="0" err="1"/>
              <a:t>CodeQL</a:t>
            </a:r>
            <a:r>
              <a:rPr lang="en-US" b="0" dirty="0"/>
              <a:t> and other security tools to deliver security-aware feedback that goes beyond simple style checks.</a:t>
            </a:r>
          </a:p>
          <a:p>
            <a:pPr marL="571500" indent="-571500">
              <a:buFont typeface="Arial" panose="020B0604020202020204" pitchFamily="34" charset="0"/>
              <a:buChar char="•"/>
            </a:pPr>
            <a:r>
              <a:rPr lang="en-US" b="0" dirty="0"/>
              <a:t>This is available in all major editors while you code, ensuring you get intelligent feedback at the moment you need it, not hours later when the PR is submitted.</a:t>
            </a:r>
          </a:p>
          <a:p>
            <a:pPr marL="571500" indent="-571500">
              <a:buFont typeface="Arial" panose="020B0604020202020204" pitchFamily="34" charset="0"/>
              <a:buChar char="•"/>
            </a:pPr>
            <a:r>
              <a:rPr lang="en-US" dirty="0"/>
              <a:t>The biggest acceleration comes from </a:t>
            </a:r>
            <a:r>
              <a:rPr lang="en-US" b="1" dirty="0"/>
              <a:t>agent-to-agent quality review</a:t>
            </a:r>
            <a:r>
              <a:rPr lang="en-US" dirty="0"/>
              <a:t>. When CCR identifies improvements, you can hand those suggestions </a:t>
            </a:r>
            <a:r>
              <a:rPr lang="en-US" b="1" dirty="0"/>
              <a:t>directly to the Coding Agent</a:t>
            </a:r>
            <a:r>
              <a:rPr lang="en-US" dirty="0"/>
              <a:t> to implement automatically.</a:t>
            </a:r>
          </a:p>
          <a:p>
            <a:pPr marL="571500" indent="-571500">
              <a:buFont typeface="Arial" panose="020B0604020202020204" pitchFamily="34" charset="0"/>
              <a:buChar char="•"/>
            </a:pPr>
            <a:r>
              <a:rPr lang="en-US" b="0" dirty="0"/>
              <a:t>This iterative self-improvement means human reviewers receive PRs that have already </a:t>
            </a:r>
            <a:r>
              <a:rPr lang="en-US" dirty="0"/>
              <a:t>been through multiple refinement rounds, making reviews faster and focused only on high-level concerns.</a:t>
            </a:r>
          </a:p>
          <a:p>
            <a:pPr marL="571500" indent="-571500">
              <a:buFont typeface="Arial" panose="020B0604020202020204" pitchFamily="34" charset="0"/>
              <a:buChar char="•"/>
            </a:pPr>
            <a:r>
              <a:rPr lang="en-US" dirty="0"/>
              <a:t>This removes friction from the PR workflow by automating the repetitive tasks of responding to feedback, ensuring the result is </a:t>
            </a:r>
            <a:r>
              <a:rPr lang="en-US" b="0" dirty="0"/>
              <a:t>faster reviews, better code quality, and sustained velocity.</a:t>
            </a:r>
          </a:p>
          <a:p>
            <a:pPr marL="571500" indent="-57150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263447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Now there are a lot of different ways of customizing your agents and how they run so let's take a look</a:t>
            </a:r>
          </a:p>
        </p:txBody>
      </p:sp>
      <p:sp>
        <p:nvSpPr>
          <p:cNvPr id="4" name="Slide Number Placeholder 3"/>
          <p:cNvSpPr>
            <a:spLocks noGrp="1"/>
          </p:cNvSpPr>
          <p:nvPr>
            <p:ph type="sldNum" sz="quarter" idx="5"/>
          </p:nvPr>
        </p:nvSpPr>
        <p:spPr/>
        <p:txBody>
          <a:bodyPr/>
          <a:lstStyle/>
          <a:p>
            <a:fld id="{813E318D-D634-447D-804D-1A35DED75EBD}" type="slidenum">
              <a:rPr lang="en-US" smtClean="0"/>
              <a:t>14</a:t>
            </a:fld>
            <a:endParaRPr lang="en-US"/>
          </a:p>
        </p:txBody>
      </p:sp>
    </p:spTree>
    <p:extLst>
      <p:ext uri="{BB962C8B-B14F-4D97-AF65-F5344CB8AC3E}">
        <p14:creationId xmlns:p14="http://schemas.microsoft.com/office/powerpoint/2010/main" val="30105825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Automatically if your project is already using custom instructions like copilot instructions or agents files it will automatically be picked U by the coding agent and the same is true for custom agents but there are a few unique things as well such as custom setup steps to customize your environment so you can install dependencies and you can even configure MCP tools directly on the GitHub portal</a:t>
            </a:r>
          </a:p>
        </p:txBody>
      </p:sp>
      <p:sp>
        <p:nvSpPr>
          <p:cNvPr id="4" name="Slide Number Placeholder 3"/>
          <p:cNvSpPr>
            <a:spLocks noGrp="1"/>
          </p:cNvSpPr>
          <p:nvPr>
            <p:ph type="sldNum" sz="quarter" idx="5"/>
          </p:nvPr>
        </p:nvSpPr>
        <p:spPr/>
        <p:txBody>
          <a:bodyPr/>
          <a:lstStyle/>
          <a:p>
            <a:fld id="{813E318D-D634-447D-804D-1A35DED75EBD}" type="slidenum">
              <a:rPr lang="en-US" smtClean="0"/>
              <a:t>15</a:t>
            </a:fld>
            <a:endParaRPr lang="en-US"/>
          </a:p>
        </p:txBody>
      </p:sp>
    </p:spTree>
    <p:extLst>
      <p:ext uri="{BB962C8B-B14F-4D97-AF65-F5344CB8AC3E}">
        <p14:creationId xmlns:p14="http://schemas.microsoft.com/office/powerpoint/2010/main" val="28315835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 We talked about it a little bit before but these copilot instructions or agent files are really important to help give additional context when the coding agent is working this will be read every single time the coding agent session starts and allows you to provide that additional context about repository specific guidance and references so things like the project structure or how you like your code architected and written do you prefer camel case  this will all be considered when the file is loaded</a:t>
            </a:r>
          </a:p>
        </p:txBody>
      </p:sp>
      <p:sp>
        <p:nvSpPr>
          <p:cNvPr id="4" name="Slide Number Placeholder 3"/>
          <p:cNvSpPr>
            <a:spLocks noGrp="1"/>
          </p:cNvSpPr>
          <p:nvPr>
            <p:ph type="sldNum" sz="quarter" idx="5"/>
          </p:nvPr>
        </p:nvSpPr>
        <p:spPr/>
        <p:txBody>
          <a:bodyPr/>
          <a:lstStyle/>
          <a:p>
            <a:fld id="{8E6C1656-E6D2-D941-BA7D-9511EB89057A}" type="slidenum">
              <a:rPr lang="en-US" smtClean="0"/>
              <a:t>16</a:t>
            </a:fld>
            <a:endParaRPr lang="en-US"/>
          </a:p>
        </p:txBody>
      </p:sp>
    </p:spTree>
    <p:extLst>
      <p:ext uri="{BB962C8B-B14F-4D97-AF65-F5344CB8AC3E}">
        <p14:creationId xmlns:p14="http://schemas.microsoft.com/office/powerpoint/2010/main" val="18275230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427B4-2E24-F26D-4092-B871141638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BAEB8E-D3B6-E356-0398-6101BAFC31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716C41-979A-4522-529A-F5DC6426ACA2}"/>
              </a:ext>
            </a:extLst>
          </p:cNvPr>
          <p:cNvSpPr>
            <a:spLocks noGrp="1"/>
          </p:cNvSpPr>
          <p:nvPr>
            <p:ph type="body" idx="1"/>
          </p:nvPr>
        </p:nvSpPr>
        <p:spPr/>
        <p:txBody>
          <a:bodyPr/>
          <a:lstStyle/>
          <a:p>
            <a:pPr marL="0" indent="0">
              <a:buFont typeface="Arial" panose="020B0604020202020204" pitchFamily="34" charset="0"/>
              <a:buNone/>
            </a:pPr>
            <a:r>
              <a:rPr lang="en-US" dirty="0"/>
              <a:t> on your local development machine you've already set up all of your dependencies and any SDK's that you need now automatically the coding agent will use a Linux runner and you can customize the dependencies that are installed on that machine so for example if you have additional NPM requirements or for example I need a specific version of </a:t>
            </a:r>
            <a:r>
              <a:rPr lang="en-US" dirty="0" err="1"/>
              <a:t>.net</a:t>
            </a:r>
            <a:r>
              <a:rPr lang="en-US" dirty="0"/>
              <a:t> then you can make sure that that is inside of the copilot setup steps </a:t>
            </a:r>
            <a:r>
              <a:rPr lang="en-US" dirty="0" err="1"/>
              <a:t>yaml</a:t>
            </a:r>
            <a:r>
              <a:rPr lang="en-US" dirty="0"/>
              <a:t> file very similar to other workflows if you’re using GitHub actions</a:t>
            </a:r>
          </a:p>
        </p:txBody>
      </p:sp>
      <p:sp>
        <p:nvSpPr>
          <p:cNvPr id="4" name="Slide Number Placeholder 3">
            <a:extLst>
              <a:ext uri="{FF2B5EF4-FFF2-40B4-BE49-F238E27FC236}">
                <a16:creationId xmlns:a16="http://schemas.microsoft.com/office/drawing/2014/main" id="{20685E03-88A6-470B-E7A6-A8015DA4B550}"/>
              </a:ext>
            </a:extLst>
          </p:cNvPr>
          <p:cNvSpPr>
            <a:spLocks noGrp="1"/>
          </p:cNvSpPr>
          <p:nvPr>
            <p:ph type="sldNum" sz="quarter" idx="5"/>
          </p:nvPr>
        </p:nvSpPr>
        <p:spPr/>
        <p:txBody>
          <a:bodyPr/>
          <a:lstStyle/>
          <a:p>
            <a:fld id="{8E6C1656-E6D2-D941-BA7D-9511EB89057A}" type="slidenum">
              <a:rPr lang="en-US" smtClean="0"/>
              <a:t>17</a:t>
            </a:fld>
            <a:endParaRPr lang="en-US"/>
          </a:p>
        </p:txBody>
      </p:sp>
    </p:spTree>
    <p:extLst>
      <p:ext uri="{BB962C8B-B14F-4D97-AF65-F5344CB8AC3E}">
        <p14:creationId xmlns:p14="http://schemas.microsoft.com/office/powerpoint/2010/main" val="3715933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E0E9F-1D4C-66CB-CC45-1A57BA89F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A8A9DC-42FD-7384-8237-FF41FD8C8C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221C3-CFC5-CF44-049F-5092E39FE8D4}"/>
              </a:ext>
            </a:extLst>
          </p:cNvPr>
          <p:cNvSpPr>
            <a:spLocks noGrp="1"/>
          </p:cNvSpPr>
          <p:nvPr>
            <p:ph type="body" idx="1"/>
          </p:nvPr>
        </p:nvSpPr>
        <p:spPr/>
        <p:txBody>
          <a:bodyPr/>
          <a:lstStyle/>
          <a:p>
            <a:pPr marL="571500" indent="-571500">
              <a:buFont typeface="Arial" panose="020B0604020202020204" pitchFamily="34" charset="0"/>
              <a:buChar char="•"/>
            </a:pPr>
            <a:r>
              <a:rPr lang="en-US" dirty="0"/>
              <a:t> to provide even more context while the coding agent is running MCP servers or model context protocol servers can be configured these are done on the website themselves because certain considerations need to be taken for authentication with MCP servers you can configure as many tools and even decide what tools are available to the coding agent and you can use environment secrets for tokens</a:t>
            </a:r>
          </a:p>
        </p:txBody>
      </p:sp>
      <p:sp>
        <p:nvSpPr>
          <p:cNvPr id="4" name="Slide Number Placeholder 3">
            <a:extLst>
              <a:ext uri="{FF2B5EF4-FFF2-40B4-BE49-F238E27FC236}">
                <a16:creationId xmlns:a16="http://schemas.microsoft.com/office/drawing/2014/main" id="{9AC3D040-11D7-D932-2E4B-8EB0AA55EAEA}"/>
              </a:ext>
            </a:extLst>
          </p:cNvPr>
          <p:cNvSpPr>
            <a:spLocks noGrp="1"/>
          </p:cNvSpPr>
          <p:nvPr>
            <p:ph type="sldNum" sz="quarter" idx="5"/>
          </p:nvPr>
        </p:nvSpPr>
        <p:spPr/>
        <p:txBody>
          <a:bodyPr/>
          <a:lstStyle/>
          <a:p>
            <a:fld id="{8E6C1656-E6D2-D941-BA7D-9511EB89057A}" type="slidenum">
              <a:rPr lang="en-US" smtClean="0"/>
              <a:t>18</a:t>
            </a:fld>
            <a:endParaRPr lang="en-US"/>
          </a:p>
        </p:txBody>
      </p:sp>
    </p:spTree>
    <p:extLst>
      <p:ext uri="{BB962C8B-B14F-4D97-AF65-F5344CB8AC3E}">
        <p14:creationId xmlns:p14="http://schemas.microsoft.com/office/powerpoint/2010/main" val="26139213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E45B7-7411-A21F-D786-0E58CE794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F0C535-64CC-6508-2DAB-1D4A5EEBCF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5425BD-E1CB-5A2F-8945-DC541A9C3584}"/>
              </a:ext>
            </a:extLst>
          </p:cNvPr>
          <p:cNvSpPr>
            <a:spLocks noGrp="1"/>
          </p:cNvSpPr>
          <p:nvPr>
            <p:ph type="body" idx="1"/>
          </p:nvPr>
        </p:nvSpPr>
        <p:spPr/>
        <p:txBody>
          <a:bodyPr/>
          <a:lstStyle/>
          <a:p>
            <a:pPr marL="571500" indent="-571500">
              <a:buFont typeface="Arial" panose="020B0604020202020204" pitchFamily="34" charset="0"/>
              <a:buChar char="•"/>
            </a:pPr>
            <a:r>
              <a:rPr lang="en-US" b="1" dirty="0"/>
              <a:t>Custom Agents </a:t>
            </a:r>
            <a:r>
              <a:rPr lang="en-US" dirty="0"/>
              <a:t>allow developers to create </a:t>
            </a:r>
            <a:r>
              <a:rPr lang="en-US" b="1" dirty="0"/>
              <a:t>specialized AI personas</a:t>
            </a:r>
            <a:r>
              <a:rPr lang="en-US" dirty="0"/>
              <a:t> that are optimized for specific types of development work.</a:t>
            </a:r>
          </a:p>
          <a:p>
            <a:pPr marL="571500" indent="-571500">
              <a:buFont typeface="Arial" panose="020B0604020202020204" pitchFamily="34" charset="0"/>
              <a:buChar char="•"/>
            </a:pPr>
            <a:r>
              <a:rPr lang="en-US" dirty="0"/>
              <a:t>When you use a general-purpose agent for tasks like </a:t>
            </a:r>
            <a:r>
              <a:rPr lang="en-US" b="0" dirty="0"/>
              <a:t>"Rails API developer" or "Kubernetes architect" (as seen in the screenshot), you often waste time crafting long prompts.</a:t>
            </a:r>
          </a:p>
          <a:p>
            <a:pPr marL="571500" indent="-571500">
              <a:buFont typeface="Arial" panose="020B0604020202020204" pitchFamily="34" charset="0"/>
              <a:buChar char="•"/>
            </a:pPr>
            <a:r>
              <a:rPr lang="en-US" dirty="0"/>
              <a:t>Custom Agents eliminate this repetitive work by </a:t>
            </a:r>
            <a:r>
              <a:rPr lang="en-US" b="0" dirty="0"/>
              <a:t>specializing in specific problems with tailored prompts, curated toolsets, and MCP server connections already configured.</a:t>
            </a:r>
          </a:p>
          <a:p>
            <a:pPr marL="571500" indent="-571500">
              <a:buFont typeface="Arial" panose="020B0604020202020204" pitchFamily="34" charset="0"/>
              <a:buChar char="•"/>
            </a:pPr>
            <a:r>
              <a:rPr lang="en-US" dirty="0"/>
              <a:t>This specialization creates </a:t>
            </a:r>
            <a:r>
              <a:rPr lang="en-US" b="0" dirty="0"/>
              <a:t>higher quality output from the start, as the agent already knows the necessary context and conventions for that specific job.</a:t>
            </a:r>
          </a:p>
          <a:p>
            <a:pPr marL="571500" indent="-571500">
              <a:buFont typeface="Arial" panose="020B0604020202020204" pitchFamily="34" charset="0"/>
              <a:buChar char="•"/>
            </a:pPr>
            <a:r>
              <a:rPr lang="en-US" b="0" dirty="0"/>
              <a:t>This feature allows you to define and share agents across your organization—at the repository, organization, or enterprise level.</a:t>
            </a:r>
          </a:p>
          <a:p>
            <a:pPr marL="571500" indent="-571500">
              <a:buFont typeface="Arial" panose="020B0604020202020204" pitchFamily="34" charset="0"/>
              <a:buChar char="•"/>
            </a:pPr>
            <a:r>
              <a:rPr lang="en-US" b="0" dirty="0"/>
              <a:t>Teams can capture their specific configurations, security standards, and coding conventions into a custom agent, distributing that expertise so that every developer benefits without having to build their own from scratch.</a:t>
            </a:r>
          </a:p>
          <a:p>
            <a:pPr marL="571500" indent="-571500">
              <a:buFont typeface="Arial" panose="020B0604020202020204" pitchFamily="34" charset="0"/>
              <a:buChar char="•"/>
            </a:pPr>
            <a:r>
              <a:rPr lang="en-US" b="0" dirty="0"/>
              <a:t>For the enterprise, this is key to controlling agent sprawl and ensuring that agents used by developers are selected from a set of approved subagents defined within your enterprise guardrails.</a:t>
            </a:r>
          </a:p>
          <a:p>
            <a:pPr marL="571500" indent="-57150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CE428E21-C866-5D52-309D-E5A149BDD40D}"/>
              </a:ext>
            </a:extLst>
          </p:cNvPr>
          <p:cNvSpPr>
            <a:spLocks noGrp="1"/>
          </p:cNvSpPr>
          <p:nvPr>
            <p:ph type="sldNum" sz="quarter" idx="5"/>
          </p:nvPr>
        </p:nvSpPr>
        <p:spPr/>
        <p:txBody>
          <a:bodyPr/>
          <a:lstStyle/>
          <a:p>
            <a:fld id="{8E6C1656-E6D2-D941-BA7D-9511EB89057A}" type="slidenum">
              <a:rPr lang="en-US" smtClean="0"/>
              <a:t>19</a:t>
            </a:fld>
            <a:endParaRPr lang="en-US"/>
          </a:p>
        </p:txBody>
      </p:sp>
    </p:spTree>
    <p:extLst>
      <p:ext uri="{BB962C8B-B14F-4D97-AF65-F5344CB8AC3E}">
        <p14:creationId xmlns:p14="http://schemas.microsoft.com/office/powerpoint/2010/main" val="5372086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DB59B4-F7C5-B4BB-89F4-D537C9DD54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337BE-72B2-BD4D-7AB7-09583D630C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957D7-71EA-7E45-6FC0-21594C12B41E}"/>
              </a:ext>
            </a:extLst>
          </p:cNvPr>
          <p:cNvSpPr>
            <a:spLocks noGrp="1"/>
          </p:cNvSpPr>
          <p:nvPr>
            <p:ph type="body" idx="1"/>
          </p:nvPr>
        </p:nvSpPr>
        <p:spPr/>
        <p:txBody>
          <a:bodyPr/>
          <a:lstStyle/>
          <a:p>
            <a:pPr marL="571500" indent="-571500">
              <a:buFont typeface="Arial" panose="020B0604020202020204" pitchFamily="34" charset="0"/>
              <a:buChar char="•"/>
            </a:pPr>
            <a:endParaRPr lang="en-US" sz="1600" dirty="0"/>
          </a:p>
        </p:txBody>
      </p:sp>
      <p:sp>
        <p:nvSpPr>
          <p:cNvPr id="4" name="Slide Number Placeholder 3">
            <a:extLst>
              <a:ext uri="{FF2B5EF4-FFF2-40B4-BE49-F238E27FC236}">
                <a16:creationId xmlns:a16="http://schemas.microsoft.com/office/drawing/2014/main" id="{73BA108F-1A9E-30FB-7386-2C9C24C828E5}"/>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8E6C1656-E6D2-D941-BA7D-9511EB89057A}"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359832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08604-11B2-EAEF-0577-E6DC1C4817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D2877-6684-1E8B-4047-F795A5CE53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8EC1525-5CAD-DA3A-9F80-5F3102AC98E1}"/>
              </a:ext>
            </a:extLst>
          </p:cNvPr>
          <p:cNvSpPr>
            <a:spLocks noGrp="1"/>
          </p:cNvSpPr>
          <p:nvPr>
            <p:ph type="body" idx="1"/>
          </p:nvPr>
        </p:nvSpPr>
        <p:spPr/>
        <p:txBody>
          <a:bodyPr/>
          <a:lstStyle/>
          <a:p>
            <a:r>
              <a:rPr lang="en-US"/>
              <a:t> And that's the GitHub copilot coding agent available for you anytime of the day to help delegate tasks to the cloud no matter where you’re working from</a:t>
            </a:r>
            <a:endParaRPr lang="en-US" dirty="0"/>
          </a:p>
        </p:txBody>
      </p:sp>
      <p:sp>
        <p:nvSpPr>
          <p:cNvPr id="4" name="Slide Number Placeholder 3">
            <a:extLst>
              <a:ext uri="{FF2B5EF4-FFF2-40B4-BE49-F238E27FC236}">
                <a16:creationId xmlns:a16="http://schemas.microsoft.com/office/drawing/2014/main" id="{283E28FC-EEFA-F80F-C68C-A7F06D1F169C}"/>
              </a:ext>
            </a:extLst>
          </p:cNvPr>
          <p:cNvSpPr>
            <a:spLocks noGrp="1"/>
          </p:cNvSpPr>
          <p:nvPr>
            <p:ph type="sldNum" sz="quarter" idx="5"/>
          </p:nvPr>
        </p:nvSpPr>
        <p:spPr/>
        <p:txBody>
          <a:bodyPr/>
          <a:lstStyle/>
          <a:p>
            <a:pPr marL="0" marR="0" lvl="0" indent="0" algn="r" defTabSz="2743200" rtl="0" eaLnBrk="1" fontAlgn="auto" latinLnBrk="0" hangingPunct="1">
              <a:lnSpc>
                <a:spcPct val="100000"/>
              </a:lnSpc>
              <a:spcBef>
                <a:spcPts val="0"/>
              </a:spcBef>
              <a:spcAft>
                <a:spcPts val="0"/>
              </a:spcAft>
              <a:buClrTx/>
              <a:buSzTx/>
              <a:buFontTx/>
              <a:buNone/>
              <a:tabLst/>
              <a:defRPr/>
            </a:pPr>
            <a:fld id="{3EC50E0E-32E6-6D42-9A2F-0FD8EEDE769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27432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328472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ernal/Town Halls_Blank">
    <p:bg>
      <p:bgPr>
        <a:solidFill>
          <a:srgbClr val="000000"/>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61623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cSld name="2_Splash page - event logo">
    <p:bg>
      <p:bgPr>
        <a:solidFill>
          <a:srgbClr val="000000"/>
        </a:solidFill>
        <a:effectLst/>
      </p:bgPr>
    </p:bg>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1FFF5AE7-693A-1EA1-448A-851073E1E86B}"/>
              </a:ext>
            </a:extLst>
          </p:cNvPr>
          <p:cNvSpPr>
            <a:spLocks noGrp="1"/>
          </p:cNvSpPr>
          <p:nvPr>
            <p:ph type="pic" sz="quarter" idx="10" hasCustomPrompt="1"/>
          </p:nvPr>
        </p:nvSpPr>
        <p:spPr>
          <a:xfrm>
            <a:off x="6096000" y="887157"/>
            <a:ext cx="5263744" cy="5083685"/>
          </a:xfrm>
          <a:prstGeom prst="roundRect">
            <a:avLst>
              <a:gd name="adj" fmla="val 2850"/>
            </a:avLst>
          </a:prstGeom>
          <a:noFill/>
          <a:ln>
            <a:solidFill>
              <a:schemeClr val="tx2"/>
            </a:solidFill>
          </a:ln>
          <a:effectLst>
            <a:outerShdw blurRad="226684" dist="365489" dir="5400000" algn="t" rotWithShape="0">
              <a:prstClr val="black">
                <a:alpha val="40000"/>
              </a:prstClr>
            </a:outerShdw>
          </a:effectLst>
        </p:spPr>
        <p:txBody>
          <a:bodyPr anchor="ctr"/>
          <a:lstStyle>
            <a:lvl1pPr algn="ctr">
              <a:defRPr sz="1800">
                <a:latin typeface="Aptos" pitchFamily="2" charset="77"/>
              </a:defRPr>
            </a:lvl1pPr>
          </a:lstStyle>
          <a:p>
            <a:r>
              <a:rPr lang="en-US"/>
              <a:t>Click to add an image</a:t>
            </a:r>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738765" y="4406716"/>
            <a:ext cx="443590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7" name="Text Placeholder 23">
            <a:extLst>
              <a:ext uri="{FF2B5EF4-FFF2-40B4-BE49-F238E27FC236}">
                <a16:creationId xmlns:a16="http://schemas.microsoft.com/office/drawing/2014/main" id="{9C4B9E08-03E4-3991-C992-D35CCFCE104B}"/>
              </a:ext>
            </a:extLst>
          </p:cNvPr>
          <p:cNvSpPr>
            <a:spLocks noGrp="1"/>
          </p:cNvSpPr>
          <p:nvPr>
            <p:ph type="body" sz="quarter" idx="30" hasCustomPrompt="1"/>
          </p:nvPr>
        </p:nvSpPr>
        <p:spPr>
          <a:xfrm>
            <a:off x="738767" y="1573760"/>
            <a:ext cx="4435906" cy="2685089"/>
          </a:xfrm>
          <a:prstGeom prst="rect">
            <a:avLst/>
          </a:prstGeom>
        </p:spPr>
        <p:txBody>
          <a:bodyPr anchor="t" anchorCtr="0">
            <a:noAutofit/>
          </a:bodyPr>
          <a:lstStyle>
            <a:lvl1pPr marL="0" indent="0" algn="l">
              <a:buNone/>
              <a:defRPr sz="36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that should be 10 words or less</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738765" y="887157"/>
            <a:ext cx="443590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Tree>
    <p:extLst>
      <p:ext uri="{BB962C8B-B14F-4D97-AF65-F5344CB8AC3E}">
        <p14:creationId xmlns:p14="http://schemas.microsoft.com/office/powerpoint/2010/main" val="600476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Security_Roadmap slide_1 feature">
    <p:bg>
      <p:bgPr>
        <a:solidFill>
          <a:schemeClr val="bg1"/>
        </a:solidFill>
        <a:effectLst/>
      </p:bgPr>
    </p:bg>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79C7943A-B90A-54C3-B112-3171A8FDB2FD}"/>
              </a:ext>
            </a:extLst>
          </p:cNvPr>
          <p:cNvSpPr>
            <a:spLocks noGrp="1"/>
          </p:cNvSpPr>
          <p:nvPr>
            <p:ph type="pic" sz="quarter" idx="32"/>
          </p:nvPr>
        </p:nvSpPr>
        <p:spPr>
          <a:xfrm>
            <a:off x="6088062" y="0"/>
            <a:ext cx="6103938" cy="6858000"/>
          </a:xfrm>
          <a:prstGeom prst="rect">
            <a:avLst/>
          </a:prstGeom>
        </p:spPr>
        <p:txBody>
          <a:bodyPr/>
          <a:lstStyle/>
          <a:p>
            <a:r>
              <a:rPr lang="en-US"/>
              <a:t>Click icon to add picture</a:t>
            </a:r>
          </a:p>
        </p:txBody>
      </p:sp>
      <p:sp>
        <p:nvSpPr>
          <p:cNvPr id="4" name="Text Placeholder 23">
            <a:extLst>
              <a:ext uri="{FF2B5EF4-FFF2-40B4-BE49-F238E27FC236}">
                <a16:creationId xmlns:a16="http://schemas.microsoft.com/office/drawing/2014/main" id="{5FBBC732-E702-3E6F-497C-7F29694D13F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6" name="Text Placeholder 23">
            <a:extLst>
              <a:ext uri="{FF2B5EF4-FFF2-40B4-BE49-F238E27FC236}">
                <a16:creationId xmlns:a16="http://schemas.microsoft.com/office/drawing/2014/main" id="{36049FF2-2512-15EC-0BC5-02E04BA2768C}"/>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7" name="Title 3">
            <a:extLst>
              <a:ext uri="{FF2B5EF4-FFF2-40B4-BE49-F238E27FC236}">
                <a16:creationId xmlns:a16="http://schemas.microsoft.com/office/drawing/2014/main" id="{70DE6B89-9C84-0073-FFF4-317627227D3A}"/>
              </a:ext>
            </a:extLst>
          </p:cNvPr>
          <p:cNvSpPr>
            <a:spLocks noGrp="1"/>
          </p:cNvSpPr>
          <p:nvPr>
            <p:ph type="title" hasCustomPrompt="1"/>
          </p:nvPr>
        </p:nvSpPr>
        <p:spPr>
          <a:xfrm>
            <a:off x="380678" y="1078522"/>
            <a:ext cx="5329526" cy="2860431"/>
          </a:xfrm>
          <a:prstGeom prst="rect">
            <a:avLst/>
          </a:prstGeom>
        </p:spPr>
        <p:txBody>
          <a:bodyPr anchor="t"/>
          <a:lstStyle>
            <a:lvl1pPr>
              <a:defRPr b="1" i="0">
                <a:solidFill>
                  <a:schemeClr val="tx1"/>
                </a:solidFill>
                <a:latin typeface="Aptos" pitchFamily="2" charset="77"/>
              </a:defRPr>
            </a:lvl1pPr>
          </a:lstStyle>
          <a:p>
            <a:r>
              <a:rPr lang="en-US"/>
              <a:t>The name of the new feature/tool</a:t>
            </a:r>
          </a:p>
        </p:txBody>
      </p:sp>
      <p:sp>
        <p:nvSpPr>
          <p:cNvPr id="9" name="Rectangle 8">
            <a:extLst>
              <a:ext uri="{FF2B5EF4-FFF2-40B4-BE49-F238E27FC236}">
                <a16:creationId xmlns:a16="http://schemas.microsoft.com/office/drawing/2014/main" id="{A6F09B9F-3FE4-6399-1385-FFD635ADD1DA}"/>
              </a:ext>
            </a:extLst>
          </p:cNvPr>
          <p:cNvSpPr/>
          <p:nvPr/>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817D17F9-863A-DEA9-AD9D-B5963C46FDA4}"/>
              </a:ext>
            </a:extLst>
          </p:cNvPr>
          <p:cNvSpPr/>
          <p:nvPr/>
        </p:nvSpPr>
        <p:spPr>
          <a:xfrm>
            <a:off x="-6317174" y="1078345"/>
            <a:ext cx="2669164" cy="415936"/>
          </a:xfrm>
          <a:prstGeom prst="roundRect">
            <a:avLst>
              <a:gd name="adj" fmla="val 50000"/>
            </a:avLst>
          </a:prstGeom>
          <a:noFill/>
          <a:ln w="12700">
            <a:gradFill flip="none" rotWithShape="1">
              <a:gsLst>
                <a:gs pos="0">
                  <a:srgbClr val="8342FB"/>
                </a:gs>
                <a:gs pos="47000">
                  <a:srgbClr val="3194FF"/>
                </a:gs>
                <a:gs pos="100000">
                  <a:schemeClr val="accent3"/>
                </a:gs>
              </a:gsLst>
              <a:lin ang="189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500">
                <a:latin typeface="Aptos" pitchFamily="2" charset="77"/>
              </a:rPr>
              <a:t>       </a:t>
            </a:r>
            <a:r>
              <a:rPr lang="en-US" sz="1600">
                <a:latin typeface="Aptos" pitchFamily="2" charset="77"/>
              </a:rPr>
              <a:t>Copilot feature name</a:t>
            </a:r>
          </a:p>
        </p:txBody>
      </p:sp>
      <p:grpSp>
        <p:nvGrpSpPr>
          <p:cNvPr id="17" name="Google Shape;1693;p69">
            <a:extLst>
              <a:ext uri="{FF2B5EF4-FFF2-40B4-BE49-F238E27FC236}">
                <a16:creationId xmlns:a16="http://schemas.microsoft.com/office/drawing/2014/main" id="{90C9FAD5-5318-45E8-71B2-93F19CCC648E}"/>
              </a:ext>
            </a:extLst>
          </p:cNvPr>
          <p:cNvGrpSpPr/>
          <p:nvPr/>
        </p:nvGrpSpPr>
        <p:grpSpPr>
          <a:xfrm>
            <a:off x="-6166919" y="1201727"/>
            <a:ext cx="192384" cy="160586"/>
            <a:chOff x="690700" y="246575"/>
            <a:chExt cx="6228425" cy="5199000"/>
          </a:xfrm>
        </p:grpSpPr>
        <p:sp>
          <p:nvSpPr>
            <p:cNvPr id="18" name="Google Shape;1694;p69">
              <a:extLst>
                <a:ext uri="{FF2B5EF4-FFF2-40B4-BE49-F238E27FC236}">
                  <a16:creationId xmlns:a16="http://schemas.microsoft.com/office/drawing/2014/main" id="{9181ADA1-486B-A4ED-A80A-733E51A55A58}"/>
                </a:ext>
              </a:extLst>
            </p:cNvPr>
            <p:cNvSpPr/>
            <p:nvPr/>
          </p:nvSpPr>
          <p:spPr>
            <a:xfrm>
              <a:off x="690700" y="246575"/>
              <a:ext cx="6228425" cy="5199000"/>
            </a:xfrm>
            <a:custGeom>
              <a:avLst/>
              <a:gdLst/>
              <a:ahLst/>
              <a:cxnLst/>
              <a:rect l="l" t="t" r="r" b="b"/>
              <a:pathLst>
                <a:path w="249137" h="207960" extrusionOk="0">
                  <a:moveTo>
                    <a:pt x="248256" y="155809"/>
                  </a:moveTo>
                  <a:cubicBezTo>
                    <a:pt x="239350" y="171352"/>
                    <a:pt x="187470" y="207959"/>
                    <a:pt x="124585" y="207959"/>
                  </a:cubicBezTo>
                  <a:cubicBezTo>
                    <a:pt x="61666" y="207959"/>
                    <a:pt x="9787" y="171352"/>
                    <a:pt x="880" y="155809"/>
                  </a:cubicBezTo>
                  <a:cubicBezTo>
                    <a:pt x="203" y="154691"/>
                    <a:pt x="0" y="153404"/>
                    <a:pt x="0" y="152084"/>
                  </a:cubicBezTo>
                  <a:lnTo>
                    <a:pt x="0" y="124451"/>
                  </a:lnTo>
                  <a:cubicBezTo>
                    <a:pt x="0" y="123333"/>
                    <a:pt x="169" y="122182"/>
                    <a:pt x="610" y="121132"/>
                  </a:cubicBezTo>
                  <a:cubicBezTo>
                    <a:pt x="4470" y="111413"/>
                    <a:pt x="14595" y="97326"/>
                    <a:pt x="27633" y="93567"/>
                  </a:cubicBezTo>
                  <a:cubicBezTo>
                    <a:pt x="29360" y="89097"/>
                    <a:pt x="31934" y="82629"/>
                    <a:pt x="34338" y="77820"/>
                  </a:cubicBezTo>
                  <a:cubicBezTo>
                    <a:pt x="33932" y="74163"/>
                    <a:pt x="33796" y="70370"/>
                    <a:pt x="33796" y="66543"/>
                  </a:cubicBezTo>
                  <a:cubicBezTo>
                    <a:pt x="33796" y="52727"/>
                    <a:pt x="36708" y="40637"/>
                    <a:pt x="45513" y="31596"/>
                  </a:cubicBezTo>
                  <a:cubicBezTo>
                    <a:pt x="49644" y="27397"/>
                    <a:pt x="54758" y="24146"/>
                    <a:pt x="60820" y="21741"/>
                  </a:cubicBezTo>
                  <a:cubicBezTo>
                    <a:pt x="75347" y="9923"/>
                    <a:pt x="96004" y="1"/>
                    <a:pt x="124348" y="1"/>
                  </a:cubicBezTo>
                  <a:cubicBezTo>
                    <a:pt x="152692" y="1"/>
                    <a:pt x="173789" y="9923"/>
                    <a:pt x="188317" y="21741"/>
                  </a:cubicBezTo>
                  <a:cubicBezTo>
                    <a:pt x="194379" y="24146"/>
                    <a:pt x="199492" y="27397"/>
                    <a:pt x="203624" y="31596"/>
                  </a:cubicBezTo>
                  <a:cubicBezTo>
                    <a:pt x="212428" y="40637"/>
                    <a:pt x="215374" y="52727"/>
                    <a:pt x="215374" y="66543"/>
                  </a:cubicBezTo>
                  <a:cubicBezTo>
                    <a:pt x="215374" y="70370"/>
                    <a:pt x="215205" y="74163"/>
                    <a:pt x="214833" y="77820"/>
                  </a:cubicBezTo>
                  <a:cubicBezTo>
                    <a:pt x="217203" y="82629"/>
                    <a:pt x="219777" y="89097"/>
                    <a:pt x="221504" y="93567"/>
                  </a:cubicBezTo>
                  <a:cubicBezTo>
                    <a:pt x="234575" y="97326"/>
                    <a:pt x="244667" y="111413"/>
                    <a:pt x="248527" y="121132"/>
                  </a:cubicBezTo>
                  <a:cubicBezTo>
                    <a:pt x="248967" y="122182"/>
                    <a:pt x="249137" y="123333"/>
                    <a:pt x="249137" y="124451"/>
                  </a:cubicBezTo>
                  <a:lnTo>
                    <a:pt x="249137" y="152084"/>
                  </a:lnTo>
                  <a:cubicBezTo>
                    <a:pt x="249137" y="153404"/>
                    <a:pt x="248933" y="154691"/>
                    <a:pt x="248256" y="155809"/>
                  </a:cubicBezTo>
                  <a:close/>
                  <a:moveTo>
                    <a:pt x="133017" y="63191"/>
                  </a:moveTo>
                  <a:cubicBezTo>
                    <a:pt x="132577" y="59770"/>
                    <a:pt x="132374" y="56689"/>
                    <a:pt x="132340" y="53912"/>
                  </a:cubicBezTo>
                  <a:lnTo>
                    <a:pt x="132340" y="53709"/>
                  </a:lnTo>
                  <a:cubicBezTo>
                    <a:pt x="132374" y="45717"/>
                    <a:pt x="134101" y="40536"/>
                    <a:pt x="136912" y="37353"/>
                  </a:cubicBezTo>
                  <a:cubicBezTo>
                    <a:pt x="140434" y="33289"/>
                    <a:pt x="147748" y="30173"/>
                    <a:pt x="163190" y="31867"/>
                  </a:cubicBezTo>
                  <a:cubicBezTo>
                    <a:pt x="178801" y="33526"/>
                    <a:pt x="187538" y="37420"/>
                    <a:pt x="192482" y="42466"/>
                  </a:cubicBezTo>
                  <a:cubicBezTo>
                    <a:pt x="197291" y="47376"/>
                    <a:pt x="199797" y="54725"/>
                    <a:pt x="199797" y="66543"/>
                  </a:cubicBezTo>
                  <a:cubicBezTo>
                    <a:pt x="199797" y="79107"/>
                    <a:pt x="198002" y="86523"/>
                    <a:pt x="194006" y="91061"/>
                  </a:cubicBezTo>
                  <a:cubicBezTo>
                    <a:pt x="190213" y="95328"/>
                    <a:pt x="182763" y="98849"/>
                    <a:pt x="166441" y="98849"/>
                  </a:cubicBezTo>
                  <a:cubicBezTo>
                    <a:pt x="153878" y="98849"/>
                    <a:pt x="146698" y="94752"/>
                    <a:pt x="142127" y="89097"/>
                  </a:cubicBezTo>
                  <a:cubicBezTo>
                    <a:pt x="137183" y="83035"/>
                    <a:pt x="134406" y="74163"/>
                    <a:pt x="133017" y="63191"/>
                  </a:cubicBezTo>
                  <a:close/>
                  <a:moveTo>
                    <a:pt x="116119" y="63191"/>
                  </a:moveTo>
                  <a:cubicBezTo>
                    <a:pt x="116560" y="59770"/>
                    <a:pt x="116797" y="56689"/>
                    <a:pt x="116797" y="53912"/>
                  </a:cubicBezTo>
                  <a:lnTo>
                    <a:pt x="116797" y="53709"/>
                  </a:lnTo>
                  <a:cubicBezTo>
                    <a:pt x="116763" y="45717"/>
                    <a:pt x="115036" y="40536"/>
                    <a:pt x="112259" y="37353"/>
                  </a:cubicBezTo>
                  <a:cubicBezTo>
                    <a:pt x="108703" y="33289"/>
                    <a:pt x="101388" y="30173"/>
                    <a:pt x="85980" y="31867"/>
                  </a:cubicBezTo>
                  <a:cubicBezTo>
                    <a:pt x="70335" y="33526"/>
                    <a:pt x="61598" y="37420"/>
                    <a:pt x="56654" y="42466"/>
                  </a:cubicBezTo>
                  <a:cubicBezTo>
                    <a:pt x="51879" y="47376"/>
                    <a:pt x="49340" y="54725"/>
                    <a:pt x="49340" y="66543"/>
                  </a:cubicBezTo>
                  <a:cubicBezTo>
                    <a:pt x="49340" y="79107"/>
                    <a:pt x="51168" y="86523"/>
                    <a:pt x="55130" y="91061"/>
                  </a:cubicBezTo>
                  <a:cubicBezTo>
                    <a:pt x="58923" y="95328"/>
                    <a:pt x="66373" y="98849"/>
                    <a:pt x="82696" y="98849"/>
                  </a:cubicBezTo>
                  <a:cubicBezTo>
                    <a:pt x="95259" y="98849"/>
                    <a:pt x="102438" y="94752"/>
                    <a:pt x="107010" y="89097"/>
                  </a:cubicBezTo>
                  <a:cubicBezTo>
                    <a:pt x="111954" y="83035"/>
                    <a:pt x="114731" y="74163"/>
                    <a:pt x="116119" y="63191"/>
                  </a:cubicBezTo>
                  <a:close/>
                  <a:moveTo>
                    <a:pt x="126346" y="93634"/>
                  </a:moveTo>
                  <a:cubicBezTo>
                    <a:pt x="126956" y="93634"/>
                    <a:pt x="125770" y="93634"/>
                    <a:pt x="126346" y="93634"/>
                  </a:cubicBezTo>
                  <a:cubicBezTo>
                    <a:pt x="125770" y="93634"/>
                    <a:pt x="123366" y="93634"/>
                    <a:pt x="122790" y="93634"/>
                  </a:cubicBezTo>
                  <a:cubicBezTo>
                    <a:pt x="121673" y="95497"/>
                    <a:pt x="120454" y="97258"/>
                    <a:pt x="119099" y="98917"/>
                  </a:cubicBezTo>
                  <a:cubicBezTo>
                    <a:pt x="111107" y="108738"/>
                    <a:pt x="99187" y="114393"/>
                    <a:pt x="82696" y="114393"/>
                  </a:cubicBezTo>
                  <a:cubicBezTo>
                    <a:pt x="64815" y="114393"/>
                    <a:pt x="51676" y="110668"/>
                    <a:pt x="43447" y="101355"/>
                  </a:cubicBezTo>
                  <a:cubicBezTo>
                    <a:pt x="43007" y="100814"/>
                    <a:pt x="42567" y="100272"/>
                    <a:pt x="42567" y="100272"/>
                  </a:cubicBezTo>
                  <a:lnTo>
                    <a:pt x="41551" y="101355"/>
                  </a:lnTo>
                  <a:lnTo>
                    <a:pt x="41551" y="169659"/>
                  </a:lnTo>
                  <a:cubicBezTo>
                    <a:pt x="56451" y="177752"/>
                    <a:pt x="88419" y="192280"/>
                    <a:pt x="124585" y="192280"/>
                  </a:cubicBezTo>
                  <a:cubicBezTo>
                    <a:pt x="160752" y="192280"/>
                    <a:pt x="192686" y="177752"/>
                    <a:pt x="207586" y="169659"/>
                  </a:cubicBezTo>
                  <a:lnTo>
                    <a:pt x="207586" y="101355"/>
                  </a:lnTo>
                  <a:lnTo>
                    <a:pt x="206570" y="100272"/>
                  </a:lnTo>
                  <a:cubicBezTo>
                    <a:pt x="206570" y="100272"/>
                    <a:pt x="206231" y="100712"/>
                    <a:pt x="205689" y="101355"/>
                  </a:cubicBezTo>
                  <a:cubicBezTo>
                    <a:pt x="197460" y="110668"/>
                    <a:pt x="184321" y="114393"/>
                    <a:pt x="166441" y="114393"/>
                  </a:cubicBezTo>
                  <a:cubicBezTo>
                    <a:pt x="149949" y="114393"/>
                    <a:pt x="138029" y="108738"/>
                    <a:pt x="130037" y="98917"/>
                  </a:cubicBezTo>
                  <a:cubicBezTo>
                    <a:pt x="128683" y="97258"/>
                    <a:pt x="127464" y="95497"/>
                    <a:pt x="126346" y="93634"/>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19" name="Google Shape;1695;p69">
              <a:extLst>
                <a:ext uri="{FF2B5EF4-FFF2-40B4-BE49-F238E27FC236}">
                  <a16:creationId xmlns:a16="http://schemas.microsoft.com/office/drawing/2014/main" id="{D2EB6D54-1D04-3426-1116-BD526BBF8BCE}"/>
                </a:ext>
              </a:extLst>
            </p:cNvPr>
            <p:cNvSpPr/>
            <p:nvPr/>
          </p:nvSpPr>
          <p:spPr>
            <a:xfrm>
              <a:off x="296210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sp>
          <p:nvSpPr>
            <p:cNvPr id="20" name="Google Shape;1696;p69">
              <a:extLst>
                <a:ext uri="{FF2B5EF4-FFF2-40B4-BE49-F238E27FC236}">
                  <a16:creationId xmlns:a16="http://schemas.microsoft.com/office/drawing/2014/main" id="{9B8CA1D0-EE17-781A-D7C4-3837D25A1339}"/>
                </a:ext>
              </a:extLst>
            </p:cNvPr>
            <p:cNvSpPr/>
            <p:nvPr/>
          </p:nvSpPr>
          <p:spPr>
            <a:xfrm>
              <a:off x="4194750" y="3350200"/>
              <a:ext cx="453800" cy="1005800"/>
            </a:xfrm>
            <a:custGeom>
              <a:avLst/>
              <a:gdLst/>
              <a:ahLst/>
              <a:cxnLst/>
              <a:rect l="l" t="t" r="r" b="b"/>
              <a:pathLst>
                <a:path w="18152" h="40232" extrusionOk="0">
                  <a:moveTo>
                    <a:pt x="9076" y="1"/>
                  </a:moveTo>
                  <a:cubicBezTo>
                    <a:pt x="14088" y="1"/>
                    <a:pt x="18152" y="4064"/>
                    <a:pt x="18152" y="9076"/>
                  </a:cubicBezTo>
                  <a:lnTo>
                    <a:pt x="18152" y="31156"/>
                  </a:lnTo>
                  <a:cubicBezTo>
                    <a:pt x="18152" y="36167"/>
                    <a:pt x="14088" y="40231"/>
                    <a:pt x="9076" y="40231"/>
                  </a:cubicBezTo>
                  <a:cubicBezTo>
                    <a:pt x="4064" y="40231"/>
                    <a:pt x="1" y="36167"/>
                    <a:pt x="1" y="31156"/>
                  </a:cubicBezTo>
                  <a:lnTo>
                    <a:pt x="1" y="9076"/>
                  </a:lnTo>
                  <a:cubicBezTo>
                    <a:pt x="1" y="4064"/>
                    <a:pt x="4064" y="1"/>
                    <a:pt x="9076" y="1"/>
                  </a:cubicBezTo>
                  <a:close/>
                </a:path>
              </a:pathLst>
            </a:custGeom>
            <a:solidFill>
              <a:srgbClr val="FFFFFF"/>
            </a:solidFill>
            <a:ln>
              <a:noFill/>
            </a:ln>
          </p:spPr>
          <p:txBody>
            <a:bodyPr spcFirstLastPara="1" wrap="square" lIns="101113" tIns="101113" rIns="101113" bIns="101113" anchor="ctr" anchorCtr="0">
              <a:noAutofit/>
            </a:bodyPr>
            <a:lstStyle/>
            <a:p>
              <a:endParaRPr sz="1991">
                <a:latin typeface="Aptos" pitchFamily="2" charset="77"/>
              </a:endParaRPr>
            </a:p>
          </p:txBody>
        </p:sp>
      </p:grpSp>
      <p:sp>
        <p:nvSpPr>
          <p:cNvPr id="21" name="Text Placeholder 23">
            <a:extLst>
              <a:ext uri="{FF2B5EF4-FFF2-40B4-BE49-F238E27FC236}">
                <a16:creationId xmlns:a16="http://schemas.microsoft.com/office/drawing/2014/main" id="{681F3C19-4A00-5C21-68D9-AE3DB7F3C883}"/>
              </a:ext>
            </a:extLst>
          </p:cNvPr>
          <p:cNvSpPr txBox="1">
            <a:spLocks/>
          </p:cNvSpPr>
          <p:nvPr/>
        </p:nvSpPr>
        <p:spPr>
          <a:xfrm>
            <a:off x="-6355919" y="4899085"/>
            <a:ext cx="5329526" cy="1564127"/>
          </a:xfrm>
          <a:prstGeom prst="rect">
            <a:avLst/>
          </a:prstGeom>
        </p:spPr>
        <p:txBody>
          <a:bodyPr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rgbClr val="B6BFB8"/>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Supporting text if applicable. Keep it short and sweet.</a:t>
            </a:r>
          </a:p>
        </p:txBody>
      </p:sp>
      <p:sp>
        <p:nvSpPr>
          <p:cNvPr id="22" name="Text Placeholder 23">
            <a:extLst>
              <a:ext uri="{FF2B5EF4-FFF2-40B4-BE49-F238E27FC236}">
                <a16:creationId xmlns:a16="http://schemas.microsoft.com/office/drawing/2014/main" id="{C30760E8-5FE2-1485-13D4-2511792EDD61}"/>
              </a:ext>
            </a:extLst>
          </p:cNvPr>
          <p:cNvSpPr txBox="1">
            <a:spLocks/>
          </p:cNvSpPr>
          <p:nvPr/>
        </p:nvSpPr>
        <p:spPr>
          <a:xfrm>
            <a:off x="-6355919" y="394788"/>
            <a:ext cx="5329528" cy="538736"/>
          </a:xfrm>
          <a:prstGeom prst="rect">
            <a:avLst/>
          </a:prstGeom>
        </p:spPr>
        <p:txBody>
          <a:bodyPr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solidFill>
                  <a:schemeClr val="accent2"/>
                </a:solidFill>
              </a:rPr>
              <a:t>Beta / Coming soon </a:t>
            </a:r>
          </a:p>
        </p:txBody>
      </p:sp>
      <p:sp>
        <p:nvSpPr>
          <p:cNvPr id="23" name="Title 3">
            <a:extLst>
              <a:ext uri="{FF2B5EF4-FFF2-40B4-BE49-F238E27FC236}">
                <a16:creationId xmlns:a16="http://schemas.microsoft.com/office/drawing/2014/main" id="{89E16DA8-14E9-7B47-04BA-0D076C597EF0}"/>
              </a:ext>
            </a:extLst>
          </p:cNvPr>
          <p:cNvSpPr txBox="1">
            <a:spLocks/>
          </p:cNvSpPr>
          <p:nvPr/>
        </p:nvSpPr>
        <p:spPr>
          <a:xfrm>
            <a:off x="-6355919" y="1814384"/>
            <a:ext cx="5329526" cy="2860431"/>
          </a:xfrm>
          <a:prstGeom prst="rect">
            <a:avLst/>
          </a:prstGeom>
        </p:spPr>
        <p:txBody>
          <a:bodyPr/>
          <a:lst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a:lstStyle>
          <a:p>
            <a:r>
              <a:rPr lang="en-US"/>
              <a:t>A value prop in sentence case that is 12 words or less</a:t>
            </a:r>
          </a:p>
        </p:txBody>
      </p:sp>
      <p:sp>
        <p:nvSpPr>
          <p:cNvPr id="24" name="Rectangle 23">
            <a:extLst>
              <a:ext uri="{FF2B5EF4-FFF2-40B4-BE49-F238E27FC236}">
                <a16:creationId xmlns:a16="http://schemas.microsoft.com/office/drawing/2014/main" id="{38705596-F813-0C20-3648-BC8286CDA0A0}"/>
              </a:ext>
            </a:extLst>
          </p:cNvPr>
          <p:cNvSpPr/>
          <p:nvPr/>
        </p:nvSpPr>
        <p:spPr>
          <a:xfrm>
            <a:off x="-686937"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7521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Locked">
    <p:bg>
      <p:bgPr>
        <a:solidFill>
          <a:srgbClr val="000000"/>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D6F6C720-DF33-D17F-F413-FB11274DEF80}"/>
              </a:ext>
            </a:extLst>
          </p:cNvPr>
          <p:cNvSpPr/>
          <p:nvPr/>
        </p:nvSpPr>
        <p:spPr>
          <a:xfrm>
            <a:off x="-5221" y="-887828"/>
            <a:ext cx="914400" cy="457200"/>
          </a:xfrm>
          <a:prstGeom prst="roundRect">
            <a:avLst>
              <a:gd name="adj" fmla="val 50000"/>
            </a:avLst>
          </a:prstGeom>
          <a:solidFill>
            <a:srgbClr val="FF507A"/>
          </a:solidFill>
          <a:ln>
            <a:solidFill>
              <a:schemeClr val="tx2"/>
            </a:solidFill>
          </a:ln>
          <a:effectLst>
            <a:outerShdw blurRad="254000" dist="254000" dir="5400000" algn="t" rotWithShape="0">
              <a:prstClr val="black">
                <a:alpha val="40000"/>
              </a:prstClr>
            </a:outerShdw>
          </a:effectLst>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sz="1200" b="1" i="0">
                <a:solidFill>
                  <a:schemeClr val="tx1"/>
                </a:solidFill>
                <a:latin typeface="Aptos" pitchFamily="2" charset="77"/>
              </a:rPr>
              <a:t>Locked</a:t>
            </a:r>
          </a:p>
        </p:txBody>
      </p:sp>
      <p:pic>
        <p:nvPicPr>
          <p:cNvPr id="3" name="Picture 2">
            <a:extLst>
              <a:ext uri="{FF2B5EF4-FFF2-40B4-BE49-F238E27FC236}">
                <a16:creationId xmlns:a16="http://schemas.microsoft.com/office/drawing/2014/main" id="{7F89459C-3D23-DFF1-35FB-F4DBA62BC888}"/>
              </a:ext>
            </a:extLst>
          </p:cNvPr>
          <p:cNvPicPr/>
          <p:nvPr/>
        </p:nvPicPr>
        <p:blipFill>
          <a:blip r:embed="rId2" cstate="screen">
            <a:extLst>
              <a:ext uri="{28A0092B-C50C-407E-A947-70E740481C1C}">
                <a14:useLocalDpi xmlns:a14="http://schemas.microsoft.com/office/drawing/2010/main"/>
              </a:ext>
            </a:extLst>
          </a:blip>
          <a:stretch>
            <a:fillRect/>
          </a:stretch>
        </p:blipFill>
        <p:spPr>
          <a:xfrm>
            <a:off x="0" y="7148946"/>
            <a:ext cx="2660073" cy="177752"/>
          </a:xfrm>
          <a:prstGeom prst="rect">
            <a:avLst/>
          </a:prstGeom>
        </p:spPr>
      </p:pic>
      <p:sp>
        <p:nvSpPr>
          <p:cNvPr id="5" name="TextBox 4">
            <a:extLst>
              <a:ext uri="{FF2B5EF4-FFF2-40B4-BE49-F238E27FC236}">
                <a16:creationId xmlns:a16="http://schemas.microsoft.com/office/drawing/2014/main" id="{023DC181-FD35-DCFF-793A-2CC1A0FF3EC2}"/>
              </a:ext>
            </a:extLst>
          </p:cNvPr>
          <p:cNvSpPr txBox="1"/>
          <p:nvPr/>
        </p:nvSpPr>
        <p:spPr>
          <a:xfrm>
            <a:off x="6865257" y="7101159"/>
            <a:ext cx="5326743" cy="276999"/>
          </a:xfrm>
          <a:prstGeom prst="rect">
            <a:avLst/>
          </a:prstGeom>
          <a:noFill/>
        </p:spPr>
        <p:txBody>
          <a:bodyPr wrap="square" rtlCol="0">
            <a:spAutoFit/>
          </a:bodyPr>
          <a:lstStyle/>
          <a:p>
            <a:pPr algn="r"/>
            <a:r>
              <a:rPr lang="en-US" sz="1200">
                <a:latin typeface="Aptos" pitchFamily="2" charset="77"/>
              </a:rPr>
              <a:t>slide expiration _ TUES, NOV 26 2024</a:t>
            </a:r>
          </a:p>
        </p:txBody>
      </p:sp>
    </p:spTree>
    <p:extLst>
      <p:ext uri="{BB962C8B-B14F-4D97-AF65-F5344CB8AC3E}">
        <p14:creationId xmlns:p14="http://schemas.microsoft.com/office/powerpoint/2010/main" val="1689479073"/>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General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5574910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I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5341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evEx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31767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ecurity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8031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ecurity feature specific 2">
    <p:spTree>
      <p:nvGrpSpPr>
        <p:cNvPr id="1" name=""/>
        <p:cNvGrpSpPr/>
        <p:nvPr/>
      </p:nvGrpSpPr>
      <p:grpSpPr>
        <a:xfrm>
          <a:off x="0" y="0"/>
          <a:ext cx="0" cy="0"/>
          <a:chOff x="0" y="0"/>
          <a:chExt cx="0" cy="0"/>
        </a:xfrm>
      </p:grpSpPr>
      <p:sp>
        <p:nvSpPr>
          <p:cNvPr id="12" name="Picture Placeholder 9">
            <a:extLst>
              <a:ext uri="{FF2B5EF4-FFF2-40B4-BE49-F238E27FC236}">
                <a16:creationId xmlns:a16="http://schemas.microsoft.com/office/drawing/2014/main" id="{2AFB5C47-8B12-3D29-6D72-04EE3AD28E97}"/>
              </a:ext>
            </a:extLst>
          </p:cNvPr>
          <p:cNvSpPr>
            <a:spLocks noGrp="1"/>
          </p:cNvSpPr>
          <p:nvPr>
            <p:ph type="pic" sz="quarter" idx="32"/>
          </p:nvPr>
        </p:nvSpPr>
        <p:spPr>
          <a:xfrm>
            <a:off x="0" y="0"/>
            <a:ext cx="6103938" cy="6858000"/>
          </a:xfrm>
          <a:prstGeom prst="rect">
            <a:avLst/>
          </a:prstGeom>
          <a:gradFill>
            <a:gsLst>
              <a:gs pos="100000">
                <a:srgbClr val="9EECFF"/>
              </a:gs>
              <a:gs pos="0">
                <a:srgbClr val="3194FF"/>
              </a:gs>
            </a:gsLst>
            <a:lin ang="2700000" scaled="1"/>
          </a:gradFill>
        </p:spPr>
        <p:txBody>
          <a:bodyPr/>
          <a:lstStyle/>
          <a:p>
            <a:r>
              <a:rPr lang="en-US"/>
              <a:t>Click icon to add picture</a:t>
            </a:r>
          </a:p>
        </p:txBody>
      </p:sp>
      <p:sp>
        <p:nvSpPr>
          <p:cNvPr id="7" name="Rectangle 6">
            <a:extLst>
              <a:ext uri="{FF2B5EF4-FFF2-40B4-BE49-F238E27FC236}">
                <a16:creationId xmlns:a16="http://schemas.microsoft.com/office/drawing/2014/main" id="{7A362230-C912-A080-0D76-BAD92A2A4CBE}"/>
              </a:ext>
            </a:extLst>
          </p:cNvPr>
          <p:cNvSpPr/>
          <p:nvPr/>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3">
            <a:extLst>
              <a:ext uri="{FF2B5EF4-FFF2-40B4-BE49-F238E27FC236}">
                <a16:creationId xmlns:a16="http://schemas.microsoft.com/office/drawing/2014/main" id="{B30DED90-C8A1-712C-7287-27FF7BF3A153}"/>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11" name="Text Placeholder 23">
            <a:extLst>
              <a:ext uri="{FF2B5EF4-FFF2-40B4-BE49-F238E27FC236}">
                <a16:creationId xmlns:a16="http://schemas.microsoft.com/office/drawing/2014/main" id="{19F1A0AB-79B7-AB7D-46CD-5F3E3DE389B2}"/>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13" name="Text Placeholder 23">
            <a:extLst>
              <a:ext uri="{FF2B5EF4-FFF2-40B4-BE49-F238E27FC236}">
                <a16:creationId xmlns:a16="http://schemas.microsoft.com/office/drawing/2014/main" id="{55B49007-0D35-3B56-802C-A03CE7C08D12}"/>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3381925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4637524"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4637525"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4637525"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4637524"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4637525"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4637525"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8332207"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8332208"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8332208"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8332207"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8332208"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8332208"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720437" y="1957715"/>
            <a:ext cx="3461954" cy="3571517"/>
          </a:xfrm>
        </p:spPr>
        <p:txBody>
          <a:bodyPr anchor="t">
            <a:noAutofit/>
          </a:bodyPr>
          <a:lstStyle>
            <a:lvl1pPr algn="l">
              <a:defRPr sz="4800" b="1" i="0">
                <a:solidFill>
                  <a:schemeClr val="tx1"/>
                </a:solidFill>
                <a:latin typeface="Aptos" pitchFamily="2" charset="77"/>
              </a:defRPr>
            </a:lvl1pPr>
          </a:lstStyle>
          <a:p>
            <a:r>
              <a:rPr lang="en-US"/>
              <a:t>Title should be less than ten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720436" y="1426607"/>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414563644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AI_Large number &amp; statement">
    <p:bg>
      <p:bgPr>
        <a:solidFill>
          <a:srgbClr val="000000"/>
        </a:solidFill>
        <a:effectLst/>
      </p:bgPr>
    </p:bg>
    <p:spTree>
      <p:nvGrpSpPr>
        <p:cNvPr id="1" name=""/>
        <p:cNvGrpSpPr/>
        <p:nvPr/>
      </p:nvGrpSpPr>
      <p:grpSpPr>
        <a:xfrm>
          <a:off x="0" y="0"/>
          <a:ext cx="0" cy="0"/>
          <a:chOff x="0" y="0"/>
          <a:chExt cx="0" cy="0"/>
        </a:xfrm>
      </p:grpSpPr>
      <p:pic>
        <p:nvPicPr>
          <p:cNvPr id="26" name="Picture 25" descr="A blue sky with clouds&#10;&#10;AI-generated content may be incorrect.">
            <a:extLst>
              <a:ext uri="{FF2B5EF4-FFF2-40B4-BE49-F238E27FC236}">
                <a16:creationId xmlns:a16="http://schemas.microsoft.com/office/drawing/2014/main" id="{58960C67-0FEF-76A6-AD49-528B3E8E245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66" y="0"/>
            <a:ext cx="6102266" cy="6858000"/>
          </a:xfrm>
          <a:prstGeom prst="rect">
            <a:avLst/>
          </a:prstGeom>
        </p:spPr>
      </p:pic>
      <p:sp>
        <p:nvSpPr>
          <p:cNvPr id="27" name="Title 1">
            <a:extLst>
              <a:ext uri="{FF2B5EF4-FFF2-40B4-BE49-F238E27FC236}">
                <a16:creationId xmlns:a16="http://schemas.microsoft.com/office/drawing/2014/main" id="{4D9AF2ED-3216-A0DB-3B2F-2F8D011C1203}"/>
              </a:ext>
            </a:extLst>
          </p:cNvPr>
          <p:cNvSpPr>
            <a:spLocks noGrp="1"/>
          </p:cNvSpPr>
          <p:nvPr>
            <p:ph type="ctrTitle" hasCustomPrompt="1"/>
          </p:nvPr>
        </p:nvSpPr>
        <p:spPr>
          <a:xfrm>
            <a:off x="499432" y="2451283"/>
            <a:ext cx="5090871" cy="1955433"/>
          </a:xfrm>
          <a:prstGeom prst="rect">
            <a:avLst/>
          </a:prstGeom>
        </p:spPr>
        <p:txBody>
          <a:bodyPr anchor="ctr">
            <a:noAutofit/>
          </a:bodyPr>
          <a:lstStyle>
            <a:lvl1pPr algn="ctr">
              <a:defRPr sz="12000" b="1" i="0" spc="-300">
                <a:solidFill>
                  <a:schemeClr val="bg1"/>
                </a:solidFill>
                <a:latin typeface="Aptos" pitchFamily="2" charset="77"/>
              </a:defRPr>
            </a:lvl1pPr>
          </a:lstStyle>
          <a:p>
            <a:r>
              <a:rPr lang="en-US"/>
              <a:t>XXM</a:t>
            </a:r>
          </a:p>
        </p:txBody>
      </p:sp>
      <p:sp>
        <p:nvSpPr>
          <p:cNvPr id="28" name="Text Placeholder 23">
            <a:extLst>
              <a:ext uri="{FF2B5EF4-FFF2-40B4-BE49-F238E27FC236}">
                <a16:creationId xmlns:a16="http://schemas.microsoft.com/office/drawing/2014/main" id="{695EE8D7-ECE2-9E6B-6D33-216903961B0D}"/>
              </a:ext>
            </a:extLst>
          </p:cNvPr>
          <p:cNvSpPr>
            <a:spLocks noGrp="1"/>
          </p:cNvSpPr>
          <p:nvPr>
            <p:ph type="body" sz="quarter" idx="32" hasCustomPrompt="1"/>
          </p:nvPr>
        </p:nvSpPr>
        <p:spPr>
          <a:xfrm>
            <a:off x="499431" y="4406716"/>
            <a:ext cx="5090871" cy="1384511"/>
          </a:xfrm>
          <a:prstGeom prst="rect">
            <a:avLst/>
          </a:prstGeom>
        </p:spPr>
        <p:txBody>
          <a:bodyPr anchor="t"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And/or statement here</a:t>
            </a:r>
          </a:p>
        </p:txBody>
      </p:sp>
      <p:sp>
        <p:nvSpPr>
          <p:cNvPr id="29" name="Text Placeholder 23">
            <a:extLst>
              <a:ext uri="{FF2B5EF4-FFF2-40B4-BE49-F238E27FC236}">
                <a16:creationId xmlns:a16="http://schemas.microsoft.com/office/drawing/2014/main" id="{1D69AF07-CF7E-EC05-D359-1D0CEF0097A5}"/>
              </a:ext>
            </a:extLst>
          </p:cNvPr>
          <p:cNvSpPr>
            <a:spLocks noGrp="1"/>
          </p:cNvSpPr>
          <p:nvPr>
            <p:ph type="body" sz="quarter" idx="33" hasCustomPrompt="1"/>
          </p:nvPr>
        </p:nvSpPr>
        <p:spPr>
          <a:xfrm>
            <a:off x="499431" y="1066772"/>
            <a:ext cx="5090871" cy="1334528"/>
          </a:xfrm>
          <a:prstGeom prst="rect">
            <a:avLst/>
          </a:prstGeom>
        </p:spPr>
        <p:txBody>
          <a:bodyPr anchor="b" anchorCtr="0">
            <a:noAutofit/>
          </a:bodyPr>
          <a:lstStyle>
            <a:lvl1pPr marL="0" indent="0" algn="ctr">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here</a:t>
            </a:r>
          </a:p>
        </p:txBody>
      </p:sp>
      <p:sp>
        <p:nvSpPr>
          <p:cNvPr id="30" name="Rectangle 29">
            <a:extLst>
              <a:ext uri="{FF2B5EF4-FFF2-40B4-BE49-F238E27FC236}">
                <a16:creationId xmlns:a16="http://schemas.microsoft.com/office/drawing/2014/main" id="{70F3FB04-B8E4-3529-78EA-6396FB756359}"/>
              </a:ext>
            </a:extLst>
          </p:cNvPr>
          <p:cNvSpPr/>
          <p:nvPr/>
        </p:nvSpPr>
        <p:spPr>
          <a:xfrm>
            <a:off x="609600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 Placeholder 23">
            <a:extLst>
              <a:ext uri="{FF2B5EF4-FFF2-40B4-BE49-F238E27FC236}">
                <a16:creationId xmlns:a16="http://schemas.microsoft.com/office/drawing/2014/main" id="{1E3EC00F-A751-32AF-B158-5684CEF4EDD3}"/>
              </a:ext>
            </a:extLst>
          </p:cNvPr>
          <p:cNvSpPr>
            <a:spLocks noGrp="1"/>
          </p:cNvSpPr>
          <p:nvPr>
            <p:ph type="body" sz="quarter" idx="26" hasCustomPrompt="1"/>
          </p:nvPr>
        </p:nvSpPr>
        <p:spPr>
          <a:xfrm>
            <a:off x="650651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32" name="Text Placeholder 23">
            <a:extLst>
              <a:ext uri="{FF2B5EF4-FFF2-40B4-BE49-F238E27FC236}">
                <a16:creationId xmlns:a16="http://schemas.microsoft.com/office/drawing/2014/main" id="{3160BE5B-2BA3-D923-86BE-6A1E7BEAB11A}"/>
              </a:ext>
            </a:extLst>
          </p:cNvPr>
          <p:cNvSpPr>
            <a:spLocks noGrp="1"/>
          </p:cNvSpPr>
          <p:nvPr>
            <p:ph type="body" sz="quarter" idx="31" hasCustomPrompt="1"/>
          </p:nvPr>
        </p:nvSpPr>
        <p:spPr>
          <a:xfrm>
            <a:off x="650651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Header</a:t>
            </a:r>
          </a:p>
        </p:txBody>
      </p:sp>
      <p:sp>
        <p:nvSpPr>
          <p:cNvPr id="33" name="Text Placeholder 9">
            <a:extLst>
              <a:ext uri="{FF2B5EF4-FFF2-40B4-BE49-F238E27FC236}">
                <a16:creationId xmlns:a16="http://schemas.microsoft.com/office/drawing/2014/main" id="{99BC23C1-D9EB-EBDD-BF6B-F0076FC5726A}"/>
              </a:ext>
            </a:extLst>
          </p:cNvPr>
          <p:cNvSpPr>
            <a:spLocks noGrp="1"/>
          </p:cNvSpPr>
          <p:nvPr>
            <p:ph type="body" sz="quarter" idx="34" hasCustomPrompt="1"/>
          </p:nvPr>
        </p:nvSpPr>
        <p:spPr>
          <a:xfrm>
            <a:off x="6506162" y="1078522"/>
            <a:ext cx="5329882" cy="2862072"/>
          </a:xfrm>
          <a:prstGeom prst="rect">
            <a:avLst/>
          </a:prstGeom>
        </p:spPr>
        <p:txBody>
          <a:bodyPr/>
          <a:lstStyle>
            <a:lvl1pPr>
              <a:defRPr sz="3600" b="1" i="0">
                <a:solidFill>
                  <a:schemeClr val="tx1"/>
                </a:solidFill>
                <a:latin typeface="Aptos" pitchFamily="2" charset="77"/>
                <a:cs typeface="Aptos" pitchFamily="2" charset="77"/>
              </a:defRPr>
            </a:lvl1pPr>
          </a:lstStyle>
          <a:p>
            <a:pPr lvl="0"/>
            <a:r>
              <a:rPr lang="en-US"/>
              <a:t>Statement that should be 10 words or less</a:t>
            </a:r>
          </a:p>
        </p:txBody>
      </p:sp>
    </p:spTree>
    <p:extLst>
      <p:ext uri="{BB962C8B-B14F-4D97-AF65-F5344CB8AC3E}">
        <p14:creationId xmlns:p14="http://schemas.microsoft.com/office/powerpoint/2010/main" val="5461432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rowser / two statements">
    <p:bg>
      <p:bgPr>
        <a:solidFill>
          <a:srgbClr val="000000"/>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60FCB388-AE2B-FEE6-EDFC-B51DA5958CAB}"/>
              </a:ext>
            </a:extLst>
          </p:cNvPr>
          <p:cNvSpPr>
            <a:spLocks noGrp="1"/>
          </p:cNvSpPr>
          <p:nvPr>
            <p:ph type="pic" sz="quarter" idx="10" hasCustomPrompt="1"/>
          </p:nvPr>
        </p:nvSpPr>
        <p:spPr>
          <a:xfrm>
            <a:off x="7458497" y="966819"/>
            <a:ext cx="4866854" cy="5073650"/>
          </a:xfrm>
          <a:prstGeom prst="rect">
            <a:avLst/>
          </a:prstGeom>
          <a:solidFill>
            <a:schemeClr val="bg1"/>
          </a:solidFill>
          <a:effectLst>
            <a:outerShdw blurRad="420955" dist="232110" dir="5100000" algn="t" rotWithShape="0">
              <a:prstClr val="black">
                <a:alpha val="40000"/>
              </a:prstClr>
            </a:outerShdw>
          </a:effectLst>
        </p:spPr>
        <p:txBody>
          <a:bodyPr anchor="ctr">
            <a:normAutofit/>
          </a:bodyPr>
          <a:lstStyle>
            <a:lvl1pPr algn="ctr">
              <a:defRPr sz="1800">
                <a:latin typeface="Aptos" pitchFamily="2" charset="77"/>
              </a:defRPr>
            </a:lvl1pPr>
          </a:lstStyle>
          <a:p>
            <a:r>
              <a:rPr lang="en-US"/>
              <a:t>Screenshot</a:t>
            </a:r>
          </a:p>
        </p:txBody>
      </p:sp>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6263325"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a:t>
            </a:r>
            <a:br>
              <a:rPr lang="en-US"/>
            </a:br>
            <a:r>
              <a:rPr lang="en-US"/>
              <a:t>than ten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973113" y="4186526"/>
            <a:ext cx="3048593"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973114" y="4737676"/>
            <a:ext cx="3048592"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973114" y="3647272"/>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1" y="574423"/>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pic>
        <p:nvPicPr>
          <p:cNvPr id="9" name="Picture 7">
            <a:extLst>
              <a:ext uri="{FF2B5EF4-FFF2-40B4-BE49-F238E27FC236}">
                <a16:creationId xmlns:a16="http://schemas.microsoft.com/office/drawing/2014/main" id="{7AE14FBB-7CBC-D32F-39FD-4ABA51B00860}"/>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7458497" y="492220"/>
            <a:ext cx="8686800" cy="478511"/>
          </a:xfrm>
          <a:prstGeom prst="rect">
            <a:avLst/>
          </a:prstGeom>
        </p:spPr>
      </p:pic>
    </p:spTree>
    <p:extLst>
      <p:ext uri="{BB962C8B-B14F-4D97-AF65-F5344CB8AC3E}">
        <p14:creationId xmlns:p14="http://schemas.microsoft.com/office/powerpoint/2010/main" val="2334509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card - Dark mode - 2 speakers">
    <p:bg>
      <p:bgPr>
        <a:solidFill>
          <a:srgbClr val="000000"/>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DABDFDA8-5032-521D-35FD-137BB6C48BEC}"/>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1674" y="2766"/>
            <a:ext cx="12172140" cy="6852464"/>
          </a:xfrm>
          <a:prstGeom prst="rect">
            <a:avLst/>
          </a:prstGeom>
        </p:spPr>
      </p:pic>
      <p:sp>
        <p:nvSpPr>
          <p:cNvPr id="6" name="Title 1">
            <a:extLst>
              <a:ext uri="{FF2B5EF4-FFF2-40B4-BE49-F238E27FC236}">
                <a16:creationId xmlns:a16="http://schemas.microsoft.com/office/drawing/2014/main" id="{8E9EE805-E24C-DF0B-BCAC-04CFE6E3C397}"/>
              </a:ext>
            </a:extLst>
          </p:cNvPr>
          <p:cNvSpPr>
            <a:spLocks noGrp="1"/>
          </p:cNvSpPr>
          <p:nvPr>
            <p:ph type="ctrTitle" hasCustomPrompt="1"/>
          </p:nvPr>
        </p:nvSpPr>
        <p:spPr>
          <a:xfrm>
            <a:off x="2621097" y="380348"/>
            <a:ext cx="9077911" cy="4824698"/>
          </a:xfrm>
          <a:prstGeom prst="rect">
            <a:avLst/>
          </a:prstGeom>
        </p:spPr>
        <p:txBody>
          <a:bodyPr anchor="t">
            <a:normAutofit/>
          </a:bodyPr>
          <a:lstStyle>
            <a:lvl1pPr algn="l">
              <a:lnSpc>
                <a:spcPct val="80000"/>
              </a:lnSpc>
              <a:defRPr sz="8000" b="1" i="0">
                <a:solidFill>
                  <a:srgbClr val="8BF1A6"/>
                </a:solidFill>
                <a:latin typeface="Aptos" pitchFamily="2" charset="77"/>
              </a:defRPr>
            </a:lvl1pPr>
          </a:lstStyle>
          <a:p>
            <a:r>
              <a:rPr lang="en-US"/>
              <a:t>Presentation title </a:t>
            </a:r>
          </a:p>
        </p:txBody>
      </p:sp>
      <p:sp>
        <p:nvSpPr>
          <p:cNvPr id="28" name="Text Placeholder 23">
            <a:extLst>
              <a:ext uri="{FF2B5EF4-FFF2-40B4-BE49-F238E27FC236}">
                <a16:creationId xmlns:a16="http://schemas.microsoft.com/office/drawing/2014/main" id="{63BAA1F4-E359-6D1D-15CC-0F72B8861330}"/>
              </a:ext>
            </a:extLst>
          </p:cNvPr>
          <p:cNvSpPr>
            <a:spLocks noGrp="1"/>
          </p:cNvSpPr>
          <p:nvPr>
            <p:ph type="body" sz="quarter" idx="25" hasCustomPrompt="1"/>
          </p:nvPr>
        </p:nvSpPr>
        <p:spPr>
          <a:xfrm>
            <a:off x="3704302"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29" name="Text Placeholder 23">
            <a:extLst>
              <a:ext uri="{FF2B5EF4-FFF2-40B4-BE49-F238E27FC236}">
                <a16:creationId xmlns:a16="http://schemas.microsoft.com/office/drawing/2014/main" id="{CDD225E2-CA3A-7780-C15A-F080FC674F51}"/>
              </a:ext>
            </a:extLst>
          </p:cNvPr>
          <p:cNvSpPr>
            <a:spLocks noGrp="1"/>
          </p:cNvSpPr>
          <p:nvPr>
            <p:ph type="body" sz="quarter" idx="26" hasCustomPrompt="1"/>
          </p:nvPr>
        </p:nvSpPr>
        <p:spPr>
          <a:xfrm>
            <a:off x="3704302"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11" name="Text Placeholder 23">
            <a:extLst>
              <a:ext uri="{FF2B5EF4-FFF2-40B4-BE49-F238E27FC236}">
                <a16:creationId xmlns:a16="http://schemas.microsoft.com/office/drawing/2014/main" id="{5266F897-93A3-9BD1-063F-566A08499464}"/>
              </a:ext>
            </a:extLst>
          </p:cNvPr>
          <p:cNvSpPr>
            <a:spLocks noGrp="1"/>
          </p:cNvSpPr>
          <p:nvPr>
            <p:ph type="body" sz="quarter" idx="38" hasCustomPrompt="1"/>
          </p:nvPr>
        </p:nvSpPr>
        <p:spPr>
          <a:xfrm>
            <a:off x="8775953" y="5730720"/>
            <a:ext cx="291806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2" name="Text Placeholder 23">
            <a:extLst>
              <a:ext uri="{FF2B5EF4-FFF2-40B4-BE49-F238E27FC236}">
                <a16:creationId xmlns:a16="http://schemas.microsoft.com/office/drawing/2014/main" id="{E7508BB4-E117-9BD4-BB08-C14AC1FE8406}"/>
              </a:ext>
            </a:extLst>
          </p:cNvPr>
          <p:cNvSpPr>
            <a:spLocks noGrp="1"/>
          </p:cNvSpPr>
          <p:nvPr>
            <p:ph type="body" sz="quarter" idx="39" hasCustomPrompt="1"/>
          </p:nvPr>
        </p:nvSpPr>
        <p:spPr>
          <a:xfrm>
            <a:off x="8775953" y="6233277"/>
            <a:ext cx="291806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5" name="Rectangle 4">
            <a:extLst>
              <a:ext uri="{FF2B5EF4-FFF2-40B4-BE49-F238E27FC236}">
                <a16:creationId xmlns:a16="http://schemas.microsoft.com/office/drawing/2014/main" id="{69D10252-CD1F-88BE-2B77-9454DC9DC583}"/>
              </a:ext>
            </a:extLst>
          </p:cNvPr>
          <p:cNvSpPr/>
          <p:nvPr userDrawn="1"/>
        </p:nvSpPr>
        <p:spPr>
          <a:xfrm rot="5400000">
            <a:off x="7150276" y="535918"/>
            <a:ext cx="36576" cy="1002352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9">
            <a:extLst>
              <a:ext uri="{FF2B5EF4-FFF2-40B4-BE49-F238E27FC236}">
                <a16:creationId xmlns:a16="http://schemas.microsoft.com/office/drawing/2014/main" id="{29CF073E-C979-1616-02A6-D777AA3C33E1}"/>
              </a:ext>
            </a:extLst>
          </p:cNvPr>
          <p:cNvSpPr>
            <a:spLocks noGrp="1" noChangeAspect="1"/>
          </p:cNvSpPr>
          <p:nvPr>
            <p:ph type="pic" sz="quarter" idx="41"/>
          </p:nvPr>
        </p:nvSpPr>
        <p:spPr>
          <a:xfrm>
            <a:off x="2184783" y="5565045"/>
            <a:ext cx="1298448" cy="1298448"/>
          </a:xfrm>
          <a:prstGeom prst="rect">
            <a:avLst/>
          </a:prstGeom>
        </p:spPr>
        <p:txBody>
          <a:bodyPr/>
          <a:lstStyle/>
          <a:p>
            <a:endParaRPr lang="en-US"/>
          </a:p>
        </p:txBody>
      </p:sp>
      <p:sp>
        <p:nvSpPr>
          <p:cNvPr id="18" name="Picture Placeholder 9">
            <a:extLst>
              <a:ext uri="{FF2B5EF4-FFF2-40B4-BE49-F238E27FC236}">
                <a16:creationId xmlns:a16="http://schemas.microsoft.com/office/drawing/2014/main" id="{3F4DEFA9-46ED-D8EA-5B84-3FE3C18BC40F}"/>
              </a:ext>
            </a:extLst>
          </p:cNvPr>
          <p:cNvSpPr>
            <a:spLocks noGrp="1" noChangeAspect="1"/>
          </p:cNvSpPr>
          <p:nvPr>
            <p:ph type="pic" sz="quarter" idx="43"/>
          </p:nvPr>
        </p:nvSpPr>
        <p:spPr>
          <a:xfrm>
            <a:off x="7230039" y="5565045"/>
            <a:ext cx="1298448" cy="1298448"/>
          </a:xfrm>
          <a:prstGeom prst="rect">
            <a:avLst/>
          </a:prstGeom>
        </p:spPr>
        <p:txBody>
          <a:bodyPr/>
          <a:lstStyle/>
          <a:p>
            <a:endParaRPr lang="en-US"/>
          </a:p>
        </p:txBody>
      </p:sp>
      <p:sp>
        <p:nvSpPr>
          <p:cNvPr id="4" name="Rectangle 3">
            <a:extLst>
              <a:ext uri="{FF2B5EF4-FFF2-40B4-BE49-F238E27FC236}">
                <a16:creationId xmlns:a16="http://schemas.microsoft.com/office/drawing/2014/main" id="{DAE7CB62-5C8D-2981-EAA4-46E33D55EA7C}"/>
              </a:ext>
            </a:extLst>
          </p:cNvPr>
          <p:cNvSpPr/>
          <p:nvPr userDrawn="1"/>
        </p:nvSpPr>
        <p:spPr>
          <a:xfrm>
            <a:off x="7195694" y="5532120"/>
            <a:ext cx="36576" cy="132588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292244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card  - Dark mode - 1 speaker">
    <p:bg>
      <p:bgPr>
        <a:solidFill>
          <a:srgbClr val="000000"/>
        </a:solidFill>
        <a:effectLst/>
      </p:bgPr>
    </p:bg>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id="{DABDFDA8-5032-521D-35FD-137BB6C48BEC}"/>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1674" y="2766"/>
            <a:ext cx="12172140" cy="6852464"/>
          </a:xfrm>
          <a:prstGeom prst="rect">
            <a:avLst/>
          </a:prstGeom>
        </p:spPr>
      </p:pic>
      <p:sp>
        <p:nvSpPr>
          <p:cNvPr id="6" name="Title 1">
            <a:extLst>
              <a:ext uri="{FF2B5EF4-FFF2-40B4-BE49-F238E27FC236}">
                <a16:creationId xmlns:a16="http://schemas.microsoft.com/office/drawing/2014/main" id="{8E9EE805-E24C-DF0B-BCAC-04CFE6E3C397}"/>
              </a:ext>
            </a:extLst>
          </p:cNvPr>
          <p:cNvSpPr>
            <a:spLocks noGrp="1"/>
          </p:cNvSpPr>
          <p:nvPr>
            <p:ph type="ctrTitle" hasCustomPrompt="1"/>
          </p:nvPr>
        </p:nvSpPr>
        <p:spPr>
          <a:xfrm>
            <a:off x="5169877" y="380348"/>
            <a:ext cx="6529131" cy="4824698"/>
          </a:xfrm>
          <a:prstGeom prst="rect">
            <a:avLst/>
          </a:prstGeom>
        </p:spPr>
        <p:txBody>
          <a:bodyPr anchor="t">
            <a:normAutofit/>
          </a:bodyPr>
          <a:lstStyle>
            <a:lvl1pPr algn="l">
              <a:lnSpc>
                <a:spcPct val="80000"/>
              </a:lnSpc>
              <a:defRPr sz="8000" b="1" i="0">
                <a:solidFill>
                  <a:schemeClr val="tx1"/>
                </a:solidFill>
                <a:latin typeface="Aptos" pitchFamily="2" charset="77"/>
              </a:defRPr>
            </a:lvl1pPr>
          </a:lstStyle>
          <a:p>
            <a:r>
              <a:rPr lang="en-US"/>
              <a:t>Presentation title </a:t>
            </a:r>
          </a:p>
        </p:txBody>
      </p:sp>
      <p:sp>
        <p:nvSpPr>
          <p:cNvPr id="11" name="Text Placeholder 23">
            <a:extLst>
              <a:ext uri="{FF2B5EF4-FFF2-40B4-BE49-F238E27FC236}">
                <a16:creationId xmlns:a16="http://schemas.microsoft.com/office/drawing/2014/main" id="{5266F897-93A3-9BD1-063F-566A08499464}"/>
              </a:ext>
            </a:extLst>
          </p:cNvPr>
          <p:cNvSpPr>
            <a:spLocks noGrp="1"/>
          </p:cNvSpPr>
          <p:nvPr>
            <p:ph type="body" sz="quarter" idx="38" hasCustomPrompt="1"/>
          </p:nvPr>
        </p:nvSpPr>
        <p:spPr>
          <a:xfrm>
            <a:off x="6313624" y="5730720"/>
            <a:ext cx="5378990" cy="457200"/>
          </a:xfrm>
          <a:prstGeom prst="rect">
            <a:avLst/>
          </a:prstGeom>
        </p:spPr>
        <p:txBody>
          <a:bodyPr anchor="b"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2" name="Text Placeholder 23">
            <a:extLst>
              <a:ext uri="{FF2B5EF4-FFF2-40B4-BE49-F238E27FC236}">
                <a16:creationId xmlns:a16="http://schemas.microsoft.com/office/drawing/2014/main" id="{E7508BB4-E117-9BD4-BB08-C14AC1FE8406}"/>
              </a:ext>
            </a:extLst>
          </p:cNvPr>
          <p:cNvSpPr>
            <a:spLocks noGrp="1"/>
          </p:cNvSpPr>
          <p:nvPr>
            <p:ph type="body" sz="quarter" idx="39" hasCustomPrompt="1"/>
          </p:nvPr>
        </p:nvSpPr>
        <p:spPr>
          <a:xfrm>
            <a:off x="6313624" y="6233277"/>
            <a:ext cx="5378990" cy="457200"/>
          </a:xfrm>
          <a:prstGeom prst="rect">
            <a:avLst/>
          </a:prstGeom>
        </p:spPr>
        <p:txBody>
          <a:bodyPr anchor="t" anchorCtr="0">
            <a:noAutofit/>
          </a:bodyPr>
          <a:lstStyle>
            <a:lvl1pPr marL="0" indent="0" algn="l">
              <a:buNone/>
              <a:defRPr sz="14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 Company</a:t>
            </a:r>
          </a:p>
        </p:txBody>
      </p:sp>
      <p:sp>
        <p:nvSpPr>
          <p:cNvPr id="5" name="Rectangle 4">
            <a:extLst>
              <a:ext uri="{FF2B5EF4-FFF2-40B4-BE49-F238E27FC236}">
                <a16:creationId xmlns:a16="http://schemas.microsoft.com/office/drawing/2014/main" id="{69D10252-CD1F-88BE-2B77-9454DC9DC583}"/>
              </a:ext>
            </a:extLst>
          </p:cNvPr>
          <p:cNvSpPr/>
          <p:nvPr userDrawn="1"/>
        </p:nvSpPr>
        <p:spPr>
          <a:xfrm rot="5400000">
            <a:off x="8449571" y="1832467"/>
            <a:ext cx="36576" cy="7424927"/>
          </a:xfrm>
          <a:prstGeom prst="rect">
            <a:avLst/>
          </a:prstGeom>
          <a:solidFill>
            <a:srgbClr val="08872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9">
            <a:extLst>
              <a:ext uri="{FF2B5EF4-FFF2-40B4-BE49-F238E27FC236}">
                <a16:creationId xmlns:a16="http://schemas.microsoft.com/office/drawing/2014/main" id="{3F4DEFA9-46ED-D8EA-5B84-3FE3C18BC40F}"/>
              </a:ext>
            </a:extLst>
          </p:cNvPr>
          <p:cNvSpPr>
            <a:spLocks noGrp="1" noChangeAspect="1"/>
          </p:cNvSpPr>
          <p:nvPr>
            <p:ph type="pic" sz="quarter" idx="43"/>
          </p:nvPr>
        </p:nvSpPr>
        <p:spPr>
          <a:xfrm>
            <a:off x="4767710" y="5565045"/>
            <a:ext cx="1298448" cy="1298448"/>
          </a:xfrm>
          <a:prstGeom prst="rect">
            <a:avLst/>
          </a:prstGeom>
        </p:spPr>
        <p:txBody>
          <a:bodyPr/>
          <a:lstStyle/>
          <a:p>
            <a:endParaRPr lang="en-US"/>
          </a:p>
        </p:txBody>
      </p:sp>
    </p:spTree>
    <p:extLst>
      <p:ext uri="{BB962C8B-B14F-4D97-AF65-F5344CB8AC3E}">
        <p14:creationId xmlns:p14="http://schemas.microsoft.com/office/powerpoint/2010/main" val="24740322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4264102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bg1"/>
        </a:solidFill>
        <a:effectLst/>
      </p:bgPr>
    </p:bg>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C6ECBF4C-BF4F-0D2C-EA8E-54C29F31B2F7}"/>
              </a:ext>
            </a:extLst>
          </p:cNvPr>
          <p:cNvSpPr>
            <a:spLocks noGrp="1"/>
          </p:cNvSpPr>
          <p:nvPr>
            <p:ph type="body" sz="quarter" idx="11" hasCustomPrompt="1"/>
          </p:nvPr>
        </p:nvSpPr>
        <p:spPr>
          <a:xfrm>
            <a:off x="4109814" y="335102"/>
            <a:ext cx="726315" cy="6187796"/>
          </a:xfrm>
          <a:prstGeom prst="rect">
            <a:avLst/>
          </a:prstGeom>
        </p:spPr>
        <p:txBody>
          <a:bodyPr/>
          <a:lstStyle>
            <a:lvl1pPr>
              <a:defRPr sz="2800" b="1" i="0">
                <a:solidFill>
                  <a:srgbClr val="B6BFB8"/>
                </a:solidFill>
                <a:latin typeface="Aptos" pitchFamily="2" charset="77"/>
              </a:defRPr>
            </a:lvl1pPr>
          </a:lstStyle>
          <a:p>
            <a:pPr lvl="0"/>
            <a:r>
              <a:rPr lang="en-US"/>
              <a:t>01</a:t>
            </a:r>
          </a:p>
          <a:p>
            <a:pPr lvl="0"/>
            <a:r>
              <a:rPr lang="en-US"/>
              <a:t>02</a:t>
            </a:r>
          </a:p>
          <a:p>
            <a:pPr lvl="0"/>
            <a:r>
              <a:rPr lang="en-US"/>
              <a:t>03</a:t>
            </a:r>
          </a:p>
          <a:p>
            <a:pPr lvl="0"/>
            <a:r>
              <a:rPr lang="en-US"/>
              <a:t>04</a:t>
            </a:r>
          </a:p>
          <a:p>
            <a:pPr lvl="0"/>
            <a:r>
              <a:rPr lang="en-US"/>
              <a:t>05</a:t>
            </a:r>
          </a:p>
        </p:txBody>
      </p:sp>
      <p:sp>
        <p:nvSpPr>
          <p:cNvPr id="3" name="Text Placeholder 2">
            <a:extLst>
              <a:ext uri="{FF2B5EF4-FFF2-40B4-BE49-F238E27FC236}">
                <a16:creationId xmlns:a16="http://schemas.microsoft.com/office/drawing/2014/main" id="{88A2D5E6-6218-3513-0338-32F1DADBF965}"/>
              </a:ext>
            </a:extLst>
          </p:cNvPr>
          <p:cNvSpPr>
            <a:spLocks noGrp="1"/>
          </p:cNvSpPr>
          <p:nvPr>
            <p:ph type="body" sz="quarter" idx="12" hasCustomPrompt="1"/>
          </p:nvPr>
        </p:nvSpPr>
        <p:spPr>
          <a:xfrm>
            <a:off x="4836128" y="335102"/>
            <a:ext cx="6955155" cy="6187796"/>
          </a:xfrm>
          <a:prstGeom prst="rect">
            <a:avLst/>
          </a:prstGeom>
        </p:spPr>
        <p:txBody>
          <a:bodyPr/>
          <a:lstStyle>
            <a:lvl1pPr>
              <a:defRPr sz="2800" b="1" i="0">
                <a:solidFill>
                  <a:schemeClr val="tx1"/>
                </a:solidFill>
                <a:latin typeface="Aptos" pitchFamily="2" charset="77"/>
              </a:defRPr>
            </a:lvl1pPr>
          </a:lstStyle>
          <a:p>
            <a:pPr lvl="0"/>
            <a:r>
              <a:rPr lang="en-US"/>
              <a:t>Section title</a:t>
            </a:r>
          </a:p>
          <a:p>
            <a:pPr lvl="0"/>
            <a:r>
              <a:rPr lang="en-US"/>
              <a:t>Section title </a:t>
            </a:r>
          </a:p>
          <a:p>
            <a:pPr lvl="0"/>
            <a:r>
              <a:rPr lang="en-US"/>
              <a:t>Section title</a:t>
            </a:r>
          </a:p>
          <a:p>
            <a:pPr lvl="0"/>
            <a:r>
              <a:rPr lang="en-US"/>
              <a:t>Section title</a:t>
            </a:r>
          </a:p>
          <a:p>
            <a:pPr lvl="0"/>
            <a:r>
              <a:rPr lang="en-US"/>
              <a:t>Section title </a:t>
            </a:r>
          </a:p>
        </p:txBody>
      </p:sp>
      <p:sp>
        <p:nvSpPr>
          <p:cNvPr id="8" name="TextBox 7">
            <a:extLst>
              <a:ext uri="{FF2B5EF4-FFF2-40B4-BE49-F238E27FC236}">
                <a16:creationId xmlns:a16="http://schemas.microsoft.com/office/drawing/2014/main" id="{16ADB4EE-5BC1-F20C-23D5-E728D77BC32D}"/>
              </a:ext>
            </a:extLst>
          </p:cNvPr>
          <p:cNvSpPr txBox="1"/>
          <p:nvPr userDrawn="1"/>
        </p:nvSpPr>
        <p:spPr>
          <a:xfrm>
            <a:off x="256841" y="335102"/>
            <a:ext cx="3060790" cy="1015663"/>
          </a:xfrm>
          <a:prstGeom prst="rect">
            <a:avLst/>
          </a:prstGeom>
          <a:noFill/>
        </p:spPr>
        <p:txBody>
          <a:bodyPr wrap="square" rtlCol="0">
            <a:spAutoFit/>
          </a:bodyPr>
          <a:lstStyle/>
          <a:p>
            <a:pPr algn="ctr"/>
            <a:r>
              <a:rPr lang="en-US" sz="6000" b="1" i="0">
                <a:solidFill>
                  <a:schemeClr val="tx1"/>
                </a:solidFill>
                <a:latin typeface="Aptos" pitchFamily="2" charset="77"/>
                <a:cs typeface="Aptos" pitchFamily="2" charset="77"/>
              </a:rPr>
              <a:t>Agenda</a:t>
            </a:r>
          </a:p>
        </p:txBody>
      </p:sp>
      <p:sp>
        <p:nvSpPr>
          <p:cNvPr id="9" name="Rectangle 8">
            <a:extLst>
              <a:ext uri="{FF2B5EF4-FFF2-40B4-BE49-F238E27FC236}">
                <a16:creationId xmlns:a16="http://schemas.microsoft.com/office/drawing/2014/main" id="{CE94A6F1-D848-E63F-EE08-EB5E912E073C}"/>
              </a:ext>
            </a:extLst>
          </p:cNvPr>
          <p:cNvSpPr/>
          <p:nvPr userDrawn="1"/>
        </p:nvSpPr>
        <p:spPr>
          <a:xfrm>
            <a:off x="3663995"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1667979"/>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Panel Title Card - green mode">
    <p:bg>
      <p:bgPr>
        <a:solidFill>
          <a:srgbClr val="000000"/>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92B1EC0-7FF8-CC20-FE27-A035712249B9}"/>
              </a:ext>
            </a:extLst>
          </p:cNvPr>
          <p:cNvPicPr/>
          <p:nvPr userDrawn="1"/>
        </p:nvPicPr>
        <p:blipFill>
          <a:blip r:embed="rId2" cstate="screen">
            <a:extLst>
              <a:ext uri="{28A0092B-C50C-407E-A947-70E740481C1C}">
                <a14:useLocalDpi xmlns:a14="http://schemas.microsoft.com/office/drawing/2010/main"/>
              </a:ext>
            </a:extLst>
          </a:blip>
          <a:srcRect/>
          <a:stretch/>
        </p:blipFill>
        <p:spPr>
          <a:xfrm>
            <a:off x="0" y="-2822"/>
            <a:ext cx="12192000" cy="6863644"/>
          </a:xfrm>
          <a:prstGeom prst="rect">
            <a:avLst/>
          </a:prstGeom>
        </p:spPr>
      </p:pic>
      <p:sp>
        <p:nvSpPr>
          <p:cNvPr id="12" name="Title 1">
            <a:extLst>
              <a:ext uri="{FF2B5EF4-FFF2-40B4-BE49-F238E27FC236}">
                <a16:creationId xmlns:a16="http://schemas.microsoft.com/office/drawing/2014/main" id="{17311656-A7F6-E685-5661-15D8FA1D6A45}"/>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bg1"/>
                </a:solidFill>
                <a:latin typeface="Aptos" pitchFamily="2" charset="77"/>
              </a:defRPr>
            </a:lvl1pPr>
          </a:lstStyle>
          <a:p>
            <a:r>
              <a:rPr lang="en-US"/>
              <a:t>Section title</a:t>
            </a:r>
          </a:p>
        </p:txBody>
      </p:sp>
    </p:spTree>
    <p:extLst>
      <p:ext uri="{BB962C8B-B14F-4D97-AF65-F5344CB8AC3E}">
        <p14:creationId xmlns:p14="http://schemas.microsoft.com/office/powerpoint/2010/main" val="2703246573"/>
      </p:ext>
    </p:extLst>
  </p:cSld>
  <p:clrMapOvr>
    <a:masterClrMapping/>
  </p:clrMapOvr>
  <p:extLst>
    <p:ext uri="{DCECCB84-F9BA-43D5-87BE-67443E8EF086}">
      <p15:sldGuideLst xmlns:p15="http://schemas.microsoft.com/office/powerpoint/2012/main">
        <p15:guide id="1" pos="172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Copilot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Picture Placeholder 9">
            <a:extLst>
              <a:ext uri="{FF2B5EF4-FFF2-40B4-BE49-F238E27FC236}">
                <a16:creationId xmlns:a16="http://schemas.microsoft.com/office/drawing/2014/main" id="{EC38ED57-A90D-1FEC-BCD3-69F2431F29E6}"/>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Tree>
    <p:extLst>
      <p:ext uri="{BB962C8B-B14F-4D97-AF65-F5344CB8AC3E}">
        <p14:creationId xmlns:p14="http://schemas.microsoft.com/office/powerpoint/2010/main" val="420842251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Copilot feature specific 2">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0" name="Picture Placeholder 9">
            <a:extLst>
              <a:ext uri="{FF2B5EF4-FFF2-40B4-BE49-F238E27FC236}">
                <a16:creationId xmlns:a16="http://schemas.microsoft.com/office/drawing/2014/main" id="{16F761FA-ABFC-2709-D9A4-285A770143CD}"/>
              </a:ext>
            </a:extLst>
          </p:cNvPr>
          <p:cNvSpPr>
            <a:spLocks noGrp="1"/>
          </p:cNvSpPr>
          <p:nvPr>
            <p:ph type="pic" sz="quarter" idx="32"/>
          </p:nvPr>
        </p:nvSpPr>
        <p:spPr>
          <a:xfrm>
            <a:off x="0" y="0"/>
            <a:ext cx="6103938" cy="6858000"/>
          </a:xfrm>
          <a:prstGeom prst="rect">
            <a:avLst/>
          </a:prstGeom>
          <a:solidFill>
            <a:schemeClr val="accent3"/>
          </a:solidFill>
        </p:spPr>
        <p:txBody>
          <a:bodyPr/>
          <a:lstStyle/>
          <a:p>
            <a:endParaRPr lang="en-US"/>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2908340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opilot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184536480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6929483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9297366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Enterprise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608E0FD1-CD5E-A504-86F7-8B2F8D1E3CC9}"/>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Tree>
    <p:extLst>
      <p:ext uri="{BB962C8B-B14F-4D97-AF65-F5344CB8AC3E}">
        <p14:creationId xmlns:p14="http://schemas.microsoft.com/office/powerpoint/2010/main" val="175487625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Enterprise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16924322-F239-A0FF-709F-A1F181CBA489}"/>
              </a:ext>
            </a:extLst>
          </p:cNvPr>
          <p:cNvSpPr>
            <a:spLocks noGrp="1"/>
          </p:cNvSpPr>
          <p:nvPr>
            <p:ph type="pic" sz="quarter" idx="32"/>
          </p:nvPr>
        </p:nvSpPr>
        <p:spPr>
          <a:xfrm>
            <a:off x="0" y="0"/>
            <a:ext cx="6103938" cy="6858000"/>
          </a:xfrm>
          <a:prstGeom prst="rect">
            <a:avLst/>
          </a:prstGeom>
          <a:solidFill>
            <a:schemeClr val="accent5"/>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669794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Enterprise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74892119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pilot Roadmap slide_2 features">
    <p:bg>
      <p:bgPr>
        <a:solidFill>
          <a:schemeClr val="bg1"/>
        </a:solidFill>
        <a:effectLst/>
      </p:bgPr>
    </p:bg>
    <p:spTree>
      <p:nvGrpSpPr>
        <p:cNvPr id="1" name=""/>
        <p:cNvGrpSpPr/>
        <p:nvPr/>
      </p:nvGrpSpPr>
      <p:grpSpPr>
        <a:xfrm>
          <a:off x="0" y="0"/>
          <a:ext cx="0" cy="0"/>
          <a:chOff x="0" y="0"/>
          <a:chExt cx="0" cy="0"/>
        </a:xfrm>
      </p:grpSpPr>
      <p:sp>
        <p:nvSpPr>
          <p:cNvPr id="18" name="Text Placeholder 23">
            <a:extLst>
              <a:ext uri="{FF2B5EF4-FFF2-40B4-BE49-F238E27FC236}">
                <a16:creationId xmlns:a16="http://schemas.microsoft.com/office/drawing/2014/main" id="{FA752C42-8FFE-E7DC-6F4B-E25EF4A96C41}"/>
              </a:ext>
            </a:extLst>
          </p:cNvPr>
          <p:cNvSpPr>
            <a:spLocks noGrp="1"/>
          </p:cNvSpPr>
          <p:nvPr>
            <p:ph type="body" sz="quarter" idx="31" hasCustomPrompt="1"/>
          </p:nvPr>
        </p:nvSpPr>
        <p:spPr>
          <a:xfrm>
            <a:off x="288809" y="365644"/>
            <a:ext cx="4086100" cy="442635"/>
          </a:xfrm>
          <a:prstGeom prst="rect">
            <a:avLst/>
          </a:prstGeom>
        </p:spPr>
        <p:txBody>
          <a:bodyPr anchor="b"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19" name="Text Placeholder 23">
            <a:extLst>
              <a:ext uri="{FF2B5EF4-FFF2-40B4-BE49-F238E27FC236}">
                <a16:creationId xmlns:a16="http://schemas.microsoft.com/office/drawing/2014/main" id="{8A9C4DCD-EF1F-C3CD-2570-EF693C75FD15}"/>
              </a:ext>
            </a:extLst>
          </p:cNvPr>
          <p:cNvSpPr>
            <a:spLocks noGrp="1"/>
          </p:cNvSpPr>
          <p:nvPr>
            <p:ph type="body" sz="quarter" idx="32" hasCustomPrompt="1"/>
          </p:nvPr>
        </p:nvSpPr>
        <p:spPr>
          <a:xfrm>
            <a:off x="4994384"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2" name="Text Placeholder 23">
            <a:extLst>
              <a:ext uri="{FF2B5EF4-FFF2-40B4-BE49-F238E27FC236}">
                <a16:creationId xmlns:a16="http://schemas.microsoft.com/office/drawing/2014/main" id="{F9241AAA-8131-726E-B1DB-AAAD8D4021CF}"/>
              </a:ext>
            </a:extLst>
          </p:cNvPr>
          <p:cNvSpPr>
            <a:spLocks noGrp="1"/>
          </p:cNvSpPr>
          <p:nvPr>
            <p:ph type="body" sz="quarter" idx="33" hasCustomPrompt="1"/>
          </p:nvPr>
        </p:nvSpPr>
        <p:spPr>
          <a:xfrm>
            <a:off x="4994385"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3" name="Text Placeholder 23">
            <a:extLst>
              <a:ext uri="{FF2B5EF4-FFF2-40B4-BE49-F238E27FC236}">
                <a16:creationId xmlns:a16="http://schemas.microsoft.com/office/drawing/2014/main" id="{C492EABB-08D4-AC0C-3F73-88250F24E33A}"/>
              </a:ext>
            </a:extLst>
          </p:cNvPr>
          <p:cNvSpPr>
            <a:spLocks noGrp="1"/>
          </p:cNvSpPr>
          <p:nvPr>
            <p:ph type="body" sz="quarter" idx="35" hasCustomPrompt="1"/>
          </p:nvPr>
        </p:nvSpPr>
        <p:spPr>
          <a:xfrm>
            <a:off x="8725136" y="4246318"/>
            <a:ext cx="3239551" cy="457200"/>
          </a:xfrm>
          <a:prstGeom prst="rect">
            <a:avLst/>
          </a:prstGeom>
        </p:spPr>
        <p:txBody>
          <a:bodyPr anchor="t" anchorCtr="0">
            <a:noAutofit/>
          </a:bodyPr>
          <a:lstStyle>
            <a:lvl1pPr marL="0" indent="0" algn="l">
              <a:buNone/>
              <a:defRPr sz="1800" b="0" i="0">
                <a:solidFill>
                  <a:schemeClr val="tx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24" name="Text Placeholder 23">
            <a:extLst>
              <a:ext uri="{FF2B5EF4-FFF2-40B4-BE49-F238E27FC236}">
                <a16:creationId xmlns:a16="http://schemas.microsoft.com/office/drawing/2014/main" id="{1683D537-28C2-931A-7552-67F3035AF4D7}"/>
              </a:ext>
            </a:extLst>
          </p:cNvPr>
          <p:cNvSpPr>
            <a:spLocks noGrp="1"/>
          </p:cNvSpPr>
          <p:nvPr>
            <p:ph type="body" sz="quarter" idx="36" hasCustomPrompt="1"/>
          </p:nvPr>
        </p:nvSpPr>
        <p:spPr>
          <a:xfrm>
            <a:off x="8725137" y="5358512"/>
            <a:ext cx="3239550" cy="1133844"/>
          </a:xfrm>
          <a:prstGeom prst="rect">
            <a:avLst/>
          </a:prstGeom>
        </p:spPr>
        <p:txBody>
          <a:bodyPr anchor="b">
            <a:noAutofit/>
          </a:bodyPr>
          <a:lstStyle>
            <a:lvl1pPr marL="0" indent="0" algn="l">
              <a:buNone/>
              <a:defRPr sz="16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5" name="Text Placeholder 23">
            <a:extLst>
              <a:ext uri="{FF2B5EF4-FFF2-40B4-BE49-F238E27FC236}">
                <a16:creationId xmlns:a16="http://schemas.microsoft.com/office/drawing/2014/main" id="{6CCE2E32-8BB9-AC99-A4CA-0D769759AEE2}"/>
              </a:ext>
            </a:extLst>
          </p:cNvPr>
          <p:cNvSpPr>
            <a:spLocks noGrp="1"/>
          </p:cNvSpPr>
          <p:nvPr>
            <p:ph type="body" sz="quarter" idx="42" hasCustomPrompt="1"/>
          </p:nvPr>
        </p:nvSpPr>
        <p:spPr>
          <a:xfrm>
            <a:off x="4996541"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6" name="Text Placeholder 23">
            <a:extLst>
              <a:ext uri="{FF2B5EF4-FFF2-40B4-BE49-F238E27FC236}">
                <a16:creationId xmlns:a16="http://schemas.microsoft.com/office/drawing/2014/main" id="{42F71B73-1988-5873-1F14-44AA8F8941AB}"/>
              </a:ext>
            </a:extLst>
          </p:cNvPr>
          <p:cNvSpPr>
            <a:spLocks noGrp="1"/>
          </p:cNvSpPr>
          <p:nvPr>
            <p:ph type="body" sz="quarter" idx="43" hasCustomPrompt="1"/>
          </p:nvPr>
        </p:nvSpPr>
        <p:spPr>
          <a:xfrm>
            <a:off x="8725137" y="4000033"/>
            <a:ext cx="3239550" cy="228536"/>
          </a:xfrm>
          <a:prstGeom prst="rect">
            <a:avLst/>
          </a:prstGeom>
        </p:spPr>
        <p:txBody>
          <a:bodyPr anchor="ctr" anchorCtr="0">
            <a:noAutofit/>
          </a:bodyPr>
          <a:lstStyle>
            <a:lvl1pPr marL="0" indent="0" algn="l">
              <a:buNone/>
              <a:defRPr sz="12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27" name="Title 4">
            <a:extLst>
              <a:ext uri="{FF2B5EF4-FFF2-40B4-BE49-F238E27FC236}">
                <a16:creationId xmlns:a16="http://schemas.microsoft.com/office/drawing/2014/main" id="{7D7A8B61-BC0D-4B3F-0558-1874E953EE86}"/>
              </a:ext>
            </a:extLst>
          </p:cNvPr>
          <p:cNvSpPr>
            <a:spLocks noGrp="1"/>
          </p:cNvSpPr>
          <p:nvPr>
            <p:ph type="title" hasCustomPrompt="1"/>
          </p:nvPr>
        </p:nvSpPr>
        <p:spPr>
          <a:xfrm>
            <a:off x="283070" y="941950"/>
            <a:ext cx="4086099" cy="5550406"/>
          </a:xfrm>
          <a:prstGeom prst="rect">
            <a:avLst/>
          </a:prstGeom>
        </p:spPr>
        <p:txBody>
          <a:bodyPr/>
          <a:lstStyle>
            <a:lvl1pPr>
              <a:defRPr b="1" i="0">
                <a:solidFill>
                  <a:schemeClr val="tx1"/>
                </a:solidFill>
                <a:latin typeface="Aptos" pitchFamily="2" charset="77"/>
              </a:defRPr>
            </a:lvl1pPr>
          </a:lstStyle>
          <a:p>
            <a:r>
              <a:rPr lang="en-US"/>
              <a:t>Title that should be 10 words or less</a:t>
            </a:r>
          </a:p>
        </p:txBody>
      </p:sp>
      <p:sp>
        <p:nvSpPr>
          <p:cNvPr id="2" name="Rectangle 1">
            <a:extLst>
              <a:ext uri="{FF2B5EF4-FFF2-40B4-BE49-F238E27FC236}">
                <a16:creationId xmlns:a16="http://schemas.microsoft.com/office/drawing/2014/main" id="{713E0C1C-BBFB-5C23-9941-50DB6F241B83}"/>
              </a:ext>
            </a:extLst>
          </p:cNvPr>
          <p:cNvSpPr/>
          <p:nvPr userDrawn="1"/>
        </p:nvSpPr>
        <p:spPr>
          <a:xfrm>
            <a:off x="8461248"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A3C9200-315C-B256-15DE-34F1CA4FE119}"/>
              </a:ext>
            </a:extLst>
          </p:cNvPr>
          <p:cNvSpPr/>
          <p:nvPr userDrawn="1"/>
        </p:nvSpPr>
        <p:spPr>
          <a:xfrm>
            <a:off x="4724423"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25AC0458-901E-D182-3617-D91492821907}"/>
              </a:ext>
            </a:extLst>
          </p:cNvPr>
          <p:cNvSpPr>
            <a:spLocks noGrp="1"/>
          </p:cNvSpPr>
          <p:nvPr>
            <p:ph type="pic" sz="quarter" idx="44"/>
          </p:nvPr>
        </p:nvSpPr>
        <p:spPr>
          <a:xfrm>
            <a:off x="4760999" y="0"/>
            <a:ext cx="3694176" cy="3694176"/>
          </a:xfrm>
          <a:prstGeom prst="rect">
            <a:avLst/>
          </a:prstGeom>
          <a:solidFill>
            <a:schemeClr val="accent3"/>
          </a:solidFill>
        </p:spPr>
        <p:txBody>
          <a:bodyPr/>
          <a:lstStyle/>
          <a:p>
            <a:endParaRPr lang="en-US"/>
          </a:p>
        </p:txBody>
      </p:sp>
      <p:sp>
        <p:nvSpPr>
          <p:cNvPr id="13" name="Picture Placeholder 9">
            <a:extLst>
              <a:ext uri="{FF2B5EF4-FFF2-40B4-BE49-F238E27FC236}">
                <a16:creationId xmlns:a16="http://schemas.microsoft.com/office/drawing/2014/main" id="{24114CFF-B0A0-A1F7-5DDA-253C84E1C30D}"/>
              </a:ext>
            </a:extLst>
          </p:cNvPr>
          <p:cNvSpPr>
            <a:spLocks noGrp="1"/>
          </p:cNvSpPr>
          <p:nvPr>
            <p:ph type="pic" sz="quarter" idx="45"/>
          </p:nvPr>
        </p:nvSpPr>
        <p:spPr>
          <a:xfrm>
            <a:off x="8497824" y="0"/>
            <a:ext cx="3694176" cy="3694176"/>
          </a:xfrm>
          <a:prstGeom prst="rect">
            <a:avLst/>
          </a:prstGeom>
          <a:solidFill>
            <a:schemeClr val="accent3"/>
          </a:solidFill>
        </p:spPr>
        <p:txBody>
          <a:bodyPr/>
          <a:lstStyle/>
          <a:p>
            <a:endParaRPr lang="en-US"/>
          </a:p>
        </p:txBody>
      </p:sp>
    </p:spTree>
    <p:extLst>
      <p:ext uri="{BB962C8B-B14F-4D97-AF65-F5344CB8AC3E}">
        <p14:creationId xmlns:p14="http://schemas.microsoft.com/office/powerpoint/2010/main" val="512641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ecurity Roadmap slide_3 features - light mode">
    <p:bg>
      <p:bgPr>
        <a:solidFill>
          <a:schemeClr val="tx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6E16561-B8B1-9D14-AD15-7B3274B52B27}"/>
              </a:ext>
            </a:extLst>
          </p:cNvPr>
          <p:cNvSpPr/>
          <p:nvPr userDrawn="1"/>
        </p:nvSpPr>
        <p:spPr>
          <a:xfrm>
            <a:off x="8117893"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 Placeholder 23">
            <a:extLst>
              <a:ext uri="{FF2B5EF4-FFF2-40B4-BE49-F238E27FC236}">
                <a16:creationId xmlns:a16="http://schemas.microsoft.com/office/drawing/2014/main" id="{64EEAE1A-5DA8-56EB-F8EA-26929E8D8A2A}"/>
              </a:ext>
            </a:extLst>
          </p:cNvPr>
          <p:cNvSpPr>
            <a:spLocks noGrp="1"/>
          </p:cNvSpPr>
          <p:nvPr>
            <p:ph type="body" sz="quarter" idx="31" hasCustomPrompt="1"/>
          </p:nvPr>
        </p:nvSpPr>
        <p:spPr>
          <a:xfrm>
            <a:off x="266509" y="315963"/>
            <a:ext cx="11671846" cy="442635"/>
          </a:xfrm>
          <a:prstGeom prst="rect">
            <a:avLst/>
          </a:prstGeom>
        </p:spPr>
        <p:txBody>
          <a:bodyPr anchor="b" anchorCtr="0">
            <a:noAutofit/>
          </a:bodyPr>
          <a:lstStyle>
            <a:lvl1pPr marL="0" indent="0" algn="l">
              <a:buNone/>
              <a:defRPr sz="16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9" name="Text Placeholder 23">
            <a:extLst>
              <a:ext uri="{FF2B5EF4-FFF2-40B4-BE49-F238E27FC236}">
                <a16:creationId xmlns:a16="http://schemas.microsoft.com/office/drawing/2014/main" id="{E0769167-6666-38D4-621D-ED2CDB7679E5}"/>
              </a:ext>
            </a:extLst>
          </p:cNvPr>
          <p:cNvSpPr>
            <a:spLocks noGrp="1"/>
          </p:cNvSpPr>
          <p:nvPr>
            <p:ph type="body" sz="quarter" idx="26" hasCustomPrompt="1"/>
          </p:nvPr>
        </p:nvSpPr>
        <p:spPr>
          <a:xfrm>
            <a:off x="265242" y="5434006"/>
            <a:ext cx="3508572"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0" name="Text Placeholder 23">
            <a:extLst>
              <a:ext uri="{FF2B5EF4-FFF2-40B4-BE49-F238E27FC236}">
                <a16:creationId xmlns:a16="http://schemas.microsoft.com/office/drawing/2014/main" id="{39A8D513-B9E9-7B5B-B3D5-A4C690BDF9AE}"/>
              </a:ext>
            </a:extLst>
          </p:cNvPr>
          <p:cNvSpPr>
            <a:spLocks noGrp="1"/>
          </p:cNvSpPr>
          <p:nvPr>
            <p:ph type="body" sz="quarter" idx="27" hasCustomPrompt="1"/>
          </p:nvPr>
        </p:nvSpPr>
        <p:spPr>
          <a:xfrm>
            <a:off x="265241" y="5941613"/>
            <a:ext cx="3508572"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1" name="Text Placeholder 23">
            <a:extLst>
              <a:ext uri="{FF2B5EF4-FFF2-40B4-BE49-F238E27FC236}">
                <a16:creationId xmlns:a16="http://schemas.microsoft.com/office/drawing/2014/main" id="{A76A2BB0-FCD6-2636-7423-16BB5C27207D}"/>
              </a:ext>
            </a:extLst>
          </p:cNvPr>
          <p:cNvSpPr>
            <a:spLocks noGrp="1"/>
          </p:cNvSpPr>
          <p:nvPr>
            <p:ph type="body" sz="quarter" idx="32" hasCustomPrompt="1"/>
          </p:nvPr>
        </p:nvSpPr>
        <p:spPr>
          <a:xfrm>
            <a:off x="4291201" y="5434006"/>
            <a:ext cx="3610056"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2" name="Text Placeholder 23">
            <a:extLst>
              <a:ext uri="{FF2B5EF4-FFF2-40B4-BE49-F238E27FC236}">
                <a16:creationId xmlns:a16="http://schemas.microsoft.com/office/drawing/2014/main" id="{04EA0C85-87D4-757E-83C4-5832F27B42D3}"/>
              </a:ext>
            </a:extLst>
          </p:cNvPr>
          <p:cNvSpPr>
            <a:spLocks noGrp="1"/>
          </p:cNvSpPr>
          <p:nvPr>
            <p:ph type="body" sz="quarter" idx="33" hasCustomPrompt="1"/>
          </p:nvPr>
        </p:nvSpPr>
        <p:spPr>
          <a:xfrm>
            <a:off x="4291200" y="5941613"/>
            <a:ext cx="3610056"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3" name="Text Placeholder 23">
            <a:extLst>
              <a:ext uri="{FF2B5EF4-FFF2-40B4-BE49-F238E27FC236}">
                <a16:creationId xmlns:a16="http://schemas.microsoft.com/office/drawing/2014/main" id="{6D8116AD-CE22-2D8C-9DE3-F3C77FA0753B}"/>
              </a:ext>
            </a:extLst>
          </p:cNvPr>
          <p:cNvSpPr>
            <a:spLocks noGrp="1"/>
          </p:cNvSpPr>
          <p:nvPr>
            <p:ph type="body" sz="quarter" idx="35" hasCustomPrompt="1"/>
          </p:nvPr>
        </p:nvSpPr>
        <p:spPr>
          <a:xfrm>
            <a:off x="8371106" y="5434006"/>
            <a:ext cx="3602734" cy="457200"/>
          </a:xfrm>
          <a:prstGeom prst="rect">
            <a:avLst/>
          </a:prstGeom>
        </p:spPr>
        <p:txBody>
          <a:bodyPr anchor="t" anchorCtr="0">
            <a:noAutofit/>
          </a:bodyPr>
          <a:lstStyle>
            <a:lvl1pPr marL="0" indent="0" algn="l">
              <a:buNone/>
              <a:defRPr sz="1800" b="0" i="0">
                <a:solidFill>
                  <a:schemeClr val="bg1"/>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New feature/tool</a:t>
            </a:r>
          </a:p>
        </p:txBody>
      </p:sp>
      <p:sp>
        <p:nvSpPr>
          <p:cNvPr id="34" name="Text Placeholder 23">
            <a:extLst>
              <a:ext uri="{FF2B5EF4-FFF2-40B4-BE49-F238E27FC236}">
                <a16:creationId xmlns:a16="http://schemas.microsoft.com/office/drawing/2014/main" id="{151BA3FC-D378-BC14-12AC-B36B8DDEBA1A}"/>
              </a:ext>
            </a:extLst>
          </p:cNvPr>
          <p:cNvSpPr>
            <a:spLocks noGrp="1"/>
          </p:cNvSpPr>
          <p:nvPr>
            <p:ph type="body" sz="quarter" idx="36" hasCustomPrompt="1"/>
          </p:nvPr>
        </p:nvSpPr>
        <p:spPr>
          <a:xfrm>
            <a:off x="8371105" y="5941613"/>
            <a:ext cx="3602734" cy="600424"/>
          </a:xfrm>
          <a:prstGeom prst="rect">
            <a:avLst/>
          </a:prstGeom>
        </p:spPr>
        <p:txBody>
          <a:bodyPr anchor="b">
            <a:noAutofit/>
          </a:bodyPr>
          <a:lstStyle>
            <a:lvl1pPr marL="0" indent="0" algn="l">
              <a:buNone/>
              <a:defRPr sz="1600" b="0" i="0">
                <a:solidFill>
                  <a:srgbClr val="5A615C"/>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35" name="Text Placeholder 23">
            <a:extLst>
              <a:ext uri="{FF2B5EF4-FFF2-40B4-BE49-F238E27FC236}">
                <a16:creationId xmlns:a16="http://schemas.microsoft.com/office/drawing/2014/main" id="{5B4CF656-7D1C-725E-023D-71287E559159}"/>
              </a:ext>
            </a:extLst>
          </p:cNvPr>
          <p:cNvSpPr>
            <a:spLocks noGrp="1"/>
          </p:cNvSpPr>
          <p:nvPr>
            <p:ph type="body" sz="quarter" idx="41" hasCustomPrompt="1"/>
          </p:nvPr>
        </p:nvSpPr>
        <p:spPr>
          <a:xfrm>
            <a:off x="265241" y="5205470"/>
            <a:ext cx="3508572"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6" name="Text Placeholder 23">
            <a:extLst>
              <a:ext uri="{FF2B5EF4-FFF2-40B4-BE49-F238E27FC236}">
                <a16:creationId xmlns:a16="http://schemas.microsoft.com/office/drawing/2014/main" id="{233DF6E9-5543-2FB0-CA50-1F53ED4A1728}"/>
              </a:ext>
            </a:extLst>
          </p:cNvPr>
          <p:cNvSpPr>
            <a:spLocks noGrp="1"/>
          </p:cNvSpPr>
          <p:nvPr>
            <p:ph type="body" sz="quarter" idx="42" hasCustomPrompt="1"/>
          </p:nvPr>
        </p:nvSpPr>
        <p:spPr>
          <a:xfrm>
            <a:off x="4291200" y="5187721"/>
            <a:ext cx="3610056"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7" name="Text Placeholder 23">
            <a:extLst>
              <a:ext uri="{FF2B5EF4-FFF2-40B4-BE49-F238E27FC236}">
                <a16:creationId xmlns:a16="http://schemas.microsoft.com/office/drawing/2014/main" id="{19097207-A056-2FD7-F060-385A6EC4EDD3}"/>
              </a:ext>
            </a:extLst>
          </p:cNvPr>
          <p:cNvSpPr>
            <a:spLocks noGrp="1"/>
          </p:cNvSpPr>
          <p:nvPr>
            <p:ph type="body" sz="quarter" idx="43" hasCustomPrompt="1"/>
          </p:nvPr>
        </p:nvSpPr>
        <p:spPr>
          <a:xfrm>
            <a:off x="8371105" y="5187721"/>
            <a:ext cx="3602734" cy="228536"/>
          </a:xfrm>
          <a:prstGeom prst="rect">
            <a:avLst/>
          </a:prstGeom>
        </p:spPr>
        <p:txBody>
          <a:bodyPr anchor="ctr" anchorCtr="0">
            <a:noAutofit/>
          </a:bodyPr>
          <a:lstStyle>
            <a:lvl1pPr marL="0" indent="0" algn="l">
              <a:buNone/>
              <a:defRPr sz="1200" b="0" i="0">
                <a:solidFill>
                  <a:srgbClr val="5A615C"/>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a:t>
            </a:r>
          </a:p>
        </p:txBody>
      </p:sp>
      <p:sp>
        <p:nvSpPr>
          <p:cNvPr id="38" name="Title 5">
            <a:extLst>
              <a:ext uri="{FF2B5EF4-FFF2-40B4-BE49-F238E27FC236}">
                <a16:creationId xmlns:a16="http://schemas.microsoft.com/office/drawing/2014/main" id="{F59283A9-EF46-CC74-737A-A8DA35AE2369}"/>
              </a:ext>
            </a:extLst>
          </p:cNvPr>
          <p:cNvSpPr>
            <a:spLocks noGrp="1"/>
          </p:cNvSpPr>
          <p:nvPr>
            <p:ph type="title" hasCustomPrompt="1"/>
          </p:nvPr>
        </p:nvSpPr>
        <p:spPr>
          <a:xfrm>
            <a:off x="265241" y="896026"/>
            <a:ext cx="11671847" cy="701863"/>
          </a:xfrm>
          <a:prstGeom prst="rect">
            <a:avLst/>
          </a:prstGeom>
        </p:spPr>
        <p:txBody>
          <a:bodyPr/>
          <a:lstStyle>
            <a:lvl1pPr>
              <a:defRPr b="1" i="0">
                <a:solidFill>
                  <a:schemeClr val="bg1"/>
                </a:solidFill>
                <a:latin typeface="Aptos" pitchFamily="2" charset="77"/>
              </a:defRPr>
            </a:lvl1pPr>
          </a:lstStyle>
          <a:p>
            <a:r>
              <a:rPr lang="en-US"/>
              <a:t>Title that should be 10 words or less</a:t>
            </a:r>
          </a:p>
        </p:txBody>
      </p:sp>
      <p:sp>
        <p:nvSpPr>
          <p:cNvPr id="3" name="Rectangle 2">
            <a:extLst>
              <a:ext uri="{FF2B5EF4-FFF2-40B4-BE49-F238E27FC236}">
                <a16:creationId xmlns:a16="http://schemas.microsoft.com/office/drawing/2014/main" id="{4A760EA7-4222-D88A-826C-72AA4D4DD8B0}"/>
              </a:ext>
            </a:extLst>
          </p:cNvPr>
          <p:cNvSpPr/>
          <p:nvPr userDrawn="1"/>
        </p:nvSpPr>
        <p:spPr>
          <a:xfrm>
            <a:off x="4041649" y="1755648"/>
            <a:ext cx="36576" cy="51023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D93795-C7C0-7636-091A-A6E374D7AD46}"/>
              </a:ext>
            </a:extLst>
          </p:cNvPr>
          <p:cNvSpPr/>
          <p:nvPr userDrawn="1"/>
        </p:nvSpPr>
        <p:spPr>
          <a:xfrm rot="5400000">
            <a:off x="6077712" y="-4328386"/>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Picture Placeholder 13">
            <a:extLst>
              <a:ext uri="{FF2B5EF4-FFF2-40B4-BE49-F238E27FC236}">
                <a16:creationId xmlns:a16="http://schemas.microsoft.com/office/drawing/2014/main" id="{EBC815E3-BB59-F649-6CA9-D540D7BF34BC}"/>
              </a:ext>
            </a:extLst>
          </p:cNvPr>
          <p:cNvSpPr>
            <a:spLocks noGrp="1"/>
          </p:cNvSpPr>
          <p:nvPr>
            <p:ph type="pic" sz="quarter" idx="44"/>
          </p:nvPr>
        </p:nvSpPr>
        <p:spPr>
          <a:xfrm>
            <a:off x="0" y="1784379"/>
            <a:ext cx="4032250" cy="3103545"/>
          </a:xfrm>
          <a:prstGeom prst="rect">
            <a:avLst/>
          </a:prstGeom>
          <a:solidFill>
            <a:schemeClr val="accent1"/>
          </a:solidFill>
        </p:spPr>
        <p:txBody>
          <a:bodyPr/>
          <a:lstStyle/>
          <a:p>
            <a:endParaRPr lang="en-US"/>
          </a:p>
        </p:txBody>
      </p:sp>
      <p:sp>
        <p:nvSpPr>
          <p:cNvPr id="15" name="Picture Placeholder 13">
            <a:extLst>
              <a:ext uri="{FF2B5EF4-FFF2-40B4-BE49-F238E27FC236}">
                <a16:creationId xmlns:a16="http://schemas.microsoft.com/office/drawing/2014/main" id="{0A1DC661-4272-AC8D-8951-BCB09F14B217}"/>
              </a:ext>
            </a:extLst>
          </p:cNvPr>
          <p:cNvSpPr>
            <a:spLocks noGrp="1"/>
          </p:cNvSpPr>
          <p:nvPr>
            <p:ph type="pic" sz="quarter" idx="45"/>
          </p:nvPr>
        </p:nvSpPr>
        <p:spPr>
          <a:xfrm>
            <a:off x="4079875" y="1784379"/>
            <a:ext cx="4032250" cy="3103545"/>
          </a:xfrm>
          <a:prstGeom prst="rect">
            <a:avLst/>
          </a:prstGeom>
          <a:solidFill>
            <a:schemeClr val="accent1"/>
          </a:solidFill>
        </p:spPr>
        <p:txBody>
          <a:bodyPr/>
          <a:lstStyle/>
          <a:p>
            <a:endParaRPr lang="en-US"/>
          </a:p>
        </p:txBody>
      </p:sp>
      <p:sp>
        <p:nvSpPr>
          <p:cNvPr id="16" name="Picture Placeholder 13">
            <a:extLst>
              <a:ext uri="{FF2B5EF4-FFF2-40B4-BE49-F238E27FC236}">
                <a16:creationId xmlns:a16="http://schemas.microsoft.com/office/drawing/2014/main" id="{C7D4584E-4C3C-7308-6D5B-892C90B6695F}"/>
              </a:ext>
            </a:extLst>
          </p:cNvPr>
          <p:cNvSpPr>
            <a:spLocks noGrp="1"/>
          </p:cNvSpPr>
          <p:nvPr>
            <p:ph type="pic" sz="quarter" idx="46"/>
          </p:nvPr>
        </p:nvSpPr>
        <p:spPr>
          <a:xfrm>
            <a:off x="8159750" y="1784379"/>
            <a:ext cx="4032250" cy="3103545"/>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313820475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Enterprise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5"/>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54896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Speaker bios (2 speaker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F3FDF2F6-0C09-B759-ED6E-3BDD87138F69}"/>
              </a:ext>
            </a:extLst>
          </p:cNvPr>
          <p:cNvSpPr>
            <a:spLocks noGrp="1"/>
          </p:cNvSpPr>
          <p:nvPr>
            <p:ph type="pic" sz="quarter" idx="39" hasCustomPrompt="1"/>
          </p:nvPr>
        </p:nvSpPr>
        <p:spPr>
          <a:xfrm>
            <a:off x="6212954"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3" name="Picture Placeholder 17">
            <a:extLst>
              <a:ext uri="{FF2B5EF4-FFF2-40B4-BE49-F238E27FC236}">
                <a16:creationId xmlns:a16="http://schemas.microsoft.com/office/drawing/2014/main" id="{984C9A0B-0D19-5546-B75C-FEC1FABD63FF}"/>
              </a:ext>
            </a:extLst>
          </p:cNvPr>
          <p:cNvSpPr>
            <a:spLocks noGrp="1"/>
          </p:cNvSpPr>
          <p:nvPr>
            <p:ph type="pic" sz="quarter" idx="10" hasCustomPrompt="1"/>
          </p:nvPr>
        </p:nvSpPr>
        <p:spPr>
          <a:xfrm>
            <a:off x="870283" y="887159"/>
            <a:ext cx="5108757" cy="3245491"/>
          </a:xfrm>
          <a:prstGeom prst="roundRect">
            <a:avLst>
              <a:gd name="adj" fmla="val 4523"/>
            </a:avLst>
          </a:prstGeom>
          <a:noFill/>
          <a:ln>
            <a:solidFill>
              <a:schemeClr val="tx2"/>
            </a:solidFill>
          </a:ln>
          <a:effectLst>
            <a:outerShdw blurRad="254000" dist="254000" dir="5400000" algn="t" rotWithShape="0">
              <a:prstClr val="black">
                <a:alpha val="40000"/>
              </a:prstClr>
            </a:outerShdw>
          </a:effectLst>
        </p:spPr>
        <p:txBody>
          <a:bodyPr anchor="ctr"/>
          <a:lstStyle>
            <a:lvl1pPr algn="ctr">
              <a:defRPr sz="1800">
                <a:latin typeface="Aptos" pitchFamily="2" charset="77"/>
              </a:defRPr>
            </a:lvl1pPr>
          </a:lstStyle>
          <a:p>
            <a:r>
              <a:rPr lang="en-US"/>
              <a:t>Photo of speaker</a:t>
            </a:r>
          </a:p>
        </p:txBody>
      </p:sp>
      <p:sp>
        <p:nvSpPr>
          <p:cNvPr id="6" name="Text Placeholder 23">
            <a:extLst>
              <a:ext uri="{FF2B5EF4-FFF2-40B4-BE49-F238E27FC236}">
                <a16:creationId xmlns:a16="http://schemas.microsoft.com/office/drawing/2014/main" id="{347ABF95-5A12-B61E-19CB-B893D566D326}"/>
              </a:ext>
            </a:extLst>
          </p:cNvPr>
          <p:cNvSpPr>
            <a:spLocks noGrp="1"/>
          </p:cNvSpPr>
          <p:nvPr>
            <p:ph type="body" sz="quarter" idx="34" hasCustomPrompt="1"/>
          </p:nvPr>
        </p:nvSpPr>
        <p:spPr>
          <a:xfrm>
            <a:off x="87028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7" name="Text Placeholder 23">
            <a:extLst>
              <a:ext uri="{FF2B5EF4-FFF2-40B4-BE49-F238E27FC236}">
                <a16:creationId xmlns:a16="http://schemas.microsoft.com/office/drawing/2014/main" id="{01BFB022-2179-4159-D6AB-E98490DA0C42}"/>
              </a:ext>
            </a:extLst>
          </p:cNvPr>
          <p:cNvSpPr>
            <a:spLocks noGrp="1"/>
          </p:cNvSpPr>
          <p:nvPr>
            <p:ph type="body" sz="quarter" idx="30" hasCustomPrompt="1"/>
          </p:nvPr>
        </p:nvSpPr>
        <p:spPr>
          <a:xfrm>
            <a:off x="87028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8" name="Text Placeholder 23">
            <a:extLst>
              <a:ext uri="{FF2B5EF4-FFF2-40B4-BE49-F238E27FC236}">
                <a16:creationId xmlns:a16="http://schemas.microsoft.com/office/drawing/2014/main" id="{8A57A9A7-E0F4-7827-5DF6-3585E337734F}"/>
              </a:ext>
            </a:extLst>
          </p:cNvPr>
          <p:cNvSpPr>
            <a:spLocks noGrp="1"/>
          </p:cNvSpPr>
          <p:nvPr>
            <p:ph type="body" sz="quarter" idx="31" hasCustomPrompt="1"/>
          </p:nvPr>
        </p:nvSpPr>
        <p:spPr>
          <a:xfrm>
            <a:off x="87028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
        <p:nvSpPr>
          <p:cNvPr id="5" name="Text Placeholder 23">
            <a:extLst>
              <a:ext uri="{FF2B5EF4-FFF2-40B4-BE49-F238E27FC236}">
                <a16:creationId xmlns:a16="http://schemas.microsoft.com/office/drawing/2014/main" id="{9069A236-613C-7FB0-5EA8-A37EDBDE6A37}"/>
              </a:ext>
            </a:extLst>
          </p:cNvPr>
          <p:cNvSpPr>
            <a:spLocks noGrp="1"/>
          </p:cNvSpPr>
          <p:nvPr>
            <p:ph type="body" sz="quarter" idx="36" hasCustomPrompt="1"/>
          </p:nvPr>
        </p:nvSpPr>
        <p:spPr>
          <a:xfrm>
            <a:off x="6255023" y="5208213"/>
            <a:ext cx="5066689" cy="1266956"/>
          </a:xfrm>
          <a:prstGeom prst="rect">
            <a:avLst/>
          </a:prstGeom>
        </p:spPr>
        <p:txBody>
          <a:bodyPr anchor="t"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Write the speaker bio here</a:t>
            </a:r>
          </a:p>
        </p:txBody>
      </p:sp>
      <p:sp>
        <p:nvSpPr>
          <p:cNvPr id="9" name="Text Placeholder 23">
            <a:extLst>
              <a:ext uri="{FF2B5EF4-FFF2-40B4-BE49-F238E27FC236}">
                <a16:creationId xmlns:a16="http://schemas.microsoft.com/office/drawing/2014/main" id="{133A6542-358F-68BF-EC8C-3ED656B2CE84}"/>
              </a:ext>
            </a:extLst>
          </p:cNvPr>
          <p:cNvSpPr>
            <a:spLocks noGrp="1"/>
          </p:cNvSpPr>
          <p:nvPr>
            <p:ph type="body" sz="quarter" idx="37" hasCustomPrompt="1"/>
          </p:nvPr>
        </p:nvSpPr>
        <p:spPr>
          <a:xfrm>
            <a:off x="6255024" y="4336037"/>
            <a:ext cx="5066691" cy="538735"/>
          </a:xfrm>
          <a:prstGeom prst="rect">
            <a:avLst/>
          </a:prstGeom>
        </p:spPr>
        <p:txBody>
          <a:bodyPr anchor="t" anchorCtr="0">
            <a:noAutofit/>
          </a:bodyPr>
          <a:lstStyle>
            <a:lvl1pPr marL="0" indent="0" algn="l">
              <a:buNone/>
              <a:defRPr sz="2400" b="1"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First &amp; last name</a:t>
            </a:r>
          </a:p>
        </p:txBody>
      </p:sp>
      <p:sp>
        <p:nvSpPr>
          <p:cNvPr id="10" name="Text Placeholder 23">
            <a:extLst>
              <a:ext uri="{FF2B5EF4-FFF2-40B4-BE49-F238E27FC236}">
                <a16:creationId xmlns:a16="http://schemas.microsoft.com/office/drawing/2014/main" id="{1FBE1546-3446-D9B9-3F7B-461085F58DCB}"/>
              </a:ext>
            </a:extLst>
          </p:cNvPr>
          <p:cNvSpPr>
            <a:spLocks noGrp="1"/>
          </p:cNvSpPr>
          <p:nvPr>
            <p:ph type="body" sz="quarter" idx="38" hasCustomPrompt="1"/>
          </p:nvPr>
        </p:nvSpPr>
        <p:spPr>
          <a:xfrm>
            <a:off x="6255024" y="4884767"/>
            <a:ext cx="5066690" cy="310085"/>
          </a:xfrm>
          <a:prstGeom prst="rect">
            <a:avLst/>
          </a:prstGeom>
        </p:spPr>
        <p:txBody>
          <a:bodyPr anchor="ctr" anchorCtr="0">
            <a:noAutofit/>
          </a:bodyPr>
          <a:lstStyle>
            <a:lvl1pPr marL="0" indent="0" algn="l">
              <a:buNone/>
              <a:defRPr sz="14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Position title / Company name</a:t>
            </a:r>
          </a:p>
        </p:txBody>
      </p:sp>
    </p:spTree>
    <p:extLst>
      <p:ext uri="{BB962C8B-B14F-4D97-AF65-F5344CB8AC3E}">
        <p14:creationId xmlns:p14="http://schemas.microsoft.com/office/powerpoint/2010/main" val="389156265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amp; Subtitle">
    <p:bg>
      <p:bgPr>
        <a:solidFill>
          <a:srgbClr val="00000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934219-9B18-8925-0B79-BF8DB5FD4165}"/>
              </a:ext>
            </a:extLst>
          </p:cNvPr>
          <p:cNvSpPr txBox="1"/>
          <p:nvPr/>
        </p:nvSpPr>
        <p:spPr>
          <a:xfrm>
            <a:off x="9356271" y="-1045029"/>
            <a:ext cx="184731" cy="369332"/>
          </a:xfrm>
          <a:prstGeom prst="rect">
            <a:avLst/>
          </a:prstGeom>
          <a:noFill/>
        </p:spPr>
        <p:txBody>
          <a:bodyPr wrap="none" rtlCol="0">
            <a:spAutoFit/>
          </a:bodyPr>
          <a:lstStyle/>
          <a:p>
            <a:endParaRPr lang="en-US"/>
          </a:p>
        </p:txBody>
      </p:sp>
      <p:sp>
        <p:nvSpPr>
          <p:cNvPr id="4" name="Text Placeholder 23">
            <a:extLst>
              <a:ext uri="{FF2B5EF4-FFF2-40B4-BE49-F238E27FC236}">
                <a16:creationId xmlns:a16="http://schemas.microsoft.com/office/drawing/2014/main" id="{51F7D6A9-0B03-B598-268C-7410B09FF4E1}"/>
              </a:ext>
            </a:extLst>
          </p:cNvPr>
          <p:cNvSpPr>
            <a:spLocks noGrp="1"/>
          </p:cNvSpPr>
          <p:nvPr>
            <p:ph type="body" sz="quarter" idx="22" hasCustomPrompt="1"/>
          </p:nvPr>
        </p:nvSpPr>
        <p:spPr>
          <a:xfrm>
            <a:off x="720436" y="5159829"/>
            <a:ext cx="10818832" cy="990019"/>
          </a:xfrm>
        </p:spPr>
        <p:txBody>
          <a:bodyPr anchor="t" anchorCtr="0">
            <a:noAutofit/>
          </a:bodyPr>
          <a:lstStyle>
            <a:lvl1pPr marL="0" indent="0" algn="l">
              <a:buNone/>
              <a:defRPr sz="18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Subtitle information here</a:t>
            </a:r>
          </a:p>
        </p:txBody>
      </p:sp>
      <p:sp>
        <p:nvSpPr>
          <p:cNvPr id="6" name="Text Placeholder 23">
            <a:extLst>
              <a:ext uri="{FF2B5EF4-FFF2-40B4-BE49-F238E27FC236}">
                <a16:creationId xmlns:a16="http://schemas.microsoft.com/office/drawing/2014/main" id="{B8BD3C84-FADE-BF52-5760-D3D87F6A37D6}"/>
              </a:ext>
            </a:extLst>
          </p:cNvPr>
          <p:cNvSpPr>
            <a:spLocks noGrp="1"/>
          </p:cNvSpPr>
          <p:nvPr>
            <p:ph type="body" sz="quarter" idx="32" hasCustomPrompt="1"/>
          </p:nvPr>
        </p:nvSpPr>
        <p:spPr>
          <a:xfrm>
            <a:off x="720435" y="708152"/>
            <a:ext cx="10818831" cy="369332"/>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7" name="Title 1">
            <a:extLst>
              <a:ext uri="{FF2B5EF4-FFF2-40B4-BE49-F238E27FC236}">
                <a16:creationId xmlns:a16="http://schemas.microsoft.com/office/drawing/2014/main" id="{74EF8970-F0DD-E62A-43D3-7E1139307101}"/>
              </a:ext>
            </a:extLst>
          </p:cNvPr>
          <p:cNvSpPr>
            <a:spLocks noGrp="1"/>
          </p:cNvSpPr>
          <p:nvPr>
            <p:ph type="ctrTitle" hasCustomPrompt="1"/>
          </p:nvPr>
        </p:nvSpPr>
        <p:spPr>
          <a:xfrm>
            <a:off x="720436" y="1273358"/>
            <a:ext cx="10818832" cy="3217000"/>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Tree>
    <p:extLst>
      <p:ext uri="{BB962C8B-B14F-4D97-AF65-F5344CB8AC3E}">
        <p14:creationId xmlns:p14="http://schemas.microsoft.com/office/powerpoint/2010/main" val="163137316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Four statements">
    <p:bg>
      <p:bgPr>
        <a:solidFill>
          <a:srgbClr val="000000"/>
        </a:solidFill>
        <a:effectLst/>
      </p:bgPr>
    </p:bg>
    <p:spTree>
      <p:nvGrpSpPr>
        <p:cNvPr id="1" name=""/>
        <p:cNvGrpSpPr/>
        <p:nvPr/>
      </p:nvGrpSpPr>
      <p:grpSpPr>
        <a:xfrm>
          <a:off x="0" y="0"/>
          <a:ext cx="0" cy="0"/>
          <a:chOff x="0" y="0"/>
          <a:chExt cx="0" cy="0"/>
        </a:xfrm>
      </p:grpSpPr>
      <p:sp>
        <p:nvSpPr>
          <p:cNvPr id="9" name="Text Placeholder 23">
            <a:extLst>
              <a:ext uri="{FF2B5EF4-FFF2-40B4-BE49-F238E27FC236}">
                <a16:creationId xmlns:a16="http://schemas.microsoft.com/office/drawing/2014/main" id="{6105375C-8468-A60A-35F4-F2E865BCA2B5}"/>
              </a:ext>
            </a:extLst>
          </p:cNvPr>
          <p:cNvSpPr>
            <a:spLocks noGrp="1"/>
          </p:cNvSpPr>
          <p:nvPr>
            <p:ph type="body" sz="quarter" idx="26" hasCustomPrompt="1"/>
          </p:nvPr>
        </p:nvSpPr>
        <p:spPr>
          <a:xfrm>
            <a:off x="4637524"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10" name="Text Placeholder 23">
            <a:extLst>
              <a:ext uri="{FF2B5EF4-FFF2-40B4-BE49-F238E27FC236}">
                <a16:creationId xmlns:a16="http://schemas.microsoft.com/office/drawing/2014/main" id="{880850F9-DBA5-87B5-AFD9-06937D861DDF}"/>
              </a:ext>
            </a:extLst>
          </p:cNvPr>
          <p:cNvSpPr>
            <a:spLocks noGrp="1"/>
          </p:cNvSpPr>
          <p:nvPr>
            <p:ph type="body" sz="quarter" idx="27" hasCustomPrompt="1"/>
          </p:nvPr>
        </p:nvSpPr>
        <p:spPr>
          <a:xfrm>
            <a:off x="4637525"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1" name="Picture Placeholder 24">
            <a:extLst>
              <a:ext uri="{FF2B5EF4-FFF2-40B4-BE49-F238E27FC236}">
                <a16:creationId xmlns:a16="http://schemas.microsoft.com/office/drawing/2014/main" id="{EB5D7FED-59FD-275C-B51E-A317DA91E5A3}"/>
              </a:ext>
            </a:extLst>
          </p:cNvPr>
          <p:cNvSpPr>
            <a:spLocks noGrp="1"/>
          </p:cNvSpPr>
          <p:nvPr>
            <p:ph type="pic" sz="quarter" idx="28" hasCustomPrompt="1"/>
          </p:nvPr>
        </p:nvSpPr>
        <p:spPr>
          <a:xfrm>
            <a:off x="4637525"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2" name="Text Placeholder 23">
            <a:extLst>
              <a:ext uri="{FF2B5EF4-FFF2-40B4-BE49-F238E27FC236}">
                <a16:creationId xmlns:a16="http://schemas.microsoft.com/office/drawing/2014/main" id="{3F452737-E01C-517A-4B05-910B9B6DCF4D}"/>
              </a:ext>
            </a:extLst>
          </p:cNvPr>
          <p:cNvSpPr>
            <a:spLocks noGrp="1"/>
          </p:cNvSpPr>
          <p:nvPr>
            <p:ph type="body" sz="quarter" idx="29" hasCustomPrompt="1"/>
          </p:nvPr>
        </p:nvSpPr>
        <p:spPr>
          <a:xfrm>
            <a:off x="4637524"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3</a:t>
            </a:r>
          </a:p>
        </p:txBody>
      </p:sp>
      <p:sp>
        <p:nvSpPr>
          <p:cNvPr id="13" name="Text Placeholder 23">
            <a:extLst>
              <a:ext uri="{FF2B5EF4-FFF2-40B4-BE49-F238E27FC236}">
                <a16:creationId xmlns:a16="http://schemas.microsoft.com/office/drawing/2014/main" id="{4D081FFC-16E5-7744-FD3D-9E04413B3B58}"/>
              </a:ext>
            </a:extLst>
          </p:cNvPr>
          <p:cNvSpPr>
            <a:spLocks noGrp="1"/>
          </p:cNvSpPr>
          <p:nvPr>
            <p:ph type="body" sz="quarter" idx="30" hasCustomPrompt="1"/>
          </p:nvPr>
        </p:nvSpPr>
        <p:spPr>
          <a:xfrm>
            <a:off x="4637525"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14" name="Picture Placeholder 24">
            <a:extLst>
              <a:ext uri="{FF2B5EF4-FFF2-40B4-BE49-F238E27FC236}">
                <a16:creationId xmlns:a16="http://schemas.microsoft.com/office/drawing/2014/main" id="{CE225B63-8F69-3259-9E10-F34A10DAC563}"/>
              </a:ext>
            </a:extLst>
          </p:cNvPr>
          <p:cNvSpPr>
            <a:spLocks noGrp="1"/>
          </p:cNvSpPr>
          <p:nvPr>
            <p:ph type="pic" sz="quarter" idx="31" hasCustomPrompt="1"/>
          </p:nvPr>
        </p:nvSpPr>
        <p:spPr>
          <a:xfrm>
            <a:off x="4637525"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E87E6B0B-83D1-4AA0-E720-5C62B8601C10}"/>
              </a:ext>
            </a:extLst>
          </p:cNvPr>
          <p:cNvSpPr>
            <a:spLocks noGrp="1"/>
          </p:cNvSpPr>
          <p:nvPr>
            <p:ph type="body" sz="quarter" idx="32" hasCustomPrompt="1"/>
          </p:nvPr>
        </p:nvSpPr>
        <p:spPr>
          <a:xfrm>
            <a:off x="8332207" y="1957715"/>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31FE0450-DA87-2749-0CF7-CA6E4DDB4E39}"/>
              </a:ext>
            </a:extLst>
          </p:cNvPr>
          <p:cNvSpPr>
            <a:spLocks noGrp="1"/>
          </p:cNvSpPr>
          <p:nvPr>
            <p:ph type="body" sz="quarter" idx="33" hasCustomPrompt="1"/>
          </p:nvPr>
        </p:nvSpPr>
        <p:spPr>
          <a:xfrm>
            <a:off x="8332208" y="2432664"/>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4" name="Picture Placeholder 24">
            <a:extLst>
              <a:ext uri="{FF2B5EF4-FFF2-40B4-BE49-F238E27FC236}">
                <a16:creationId xmlns:a16="http://schemas.microsoft.com/office/drawing/2014/main" id="{2CBF0351-2BE0-7A68-1357-B289321082E2}"/>
              </a:ext>
            </a:extLst>
          </p:cNvPr>
          <p:cNvSpPr>
            <a:spLocks noGrp="1"/>
          </p:cNvSpPr>
          <p:nvPr>
            <p:ph type="pic" sz="quarter" idx="34" hasCustomPrompt="1"/>
          </p:nvPr>
        </p:nvSpPr>
        <p:spPr>
          <a:xfrm>
            <a:off x="8332208" y="1418460"/>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5" name="Text Placeholder 23">
            <a:extLst>
              <a:ext uri="{FF2B5EF4-FFF2-40B4-BE49-F238E27FC236}">
                <a16:creationId xmlns:a16="http://schemas.microsoft.com/office/drawing/2014/main" id="{7219DD41-C1D8-75E3-C46D-A28B1FFE9FF0}"/>
              </a:ext>
            </a:extLst>
          </p:cNvPr>
          <p:cNvSpPr>
            <a:spLocks noGrp="1"/>
          </p:cNvSpPr>
          <p:nvPr>
            <p:ph type="body" sz="quarter" idx="35" hasCustomPrompt="1"/>
          </p:nvPr>
        </p:nvSpPr>
        <p:spPr>
          <a:xfrm>
            <a:off x="8332207" y="4139883"/>
            <a:ext cx="3239551" cy="457200"/>
          </a:xfr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4</a:t>
            </a:r>
          </a:p>
        </p:txBody>
      </p:sp>
      <p:sp>
        <p:nvSpPr>
          <p:cNvPr id="28" name="Text Placeholder 23">
            <a:extLst>
              <a:ext uri="{FF2B5EF4-FFF2-40B4-BE49-F238E27FC236}">
                <a16:creationId xmlns:a16="http://schemas.microsoft.com/office/drawing/2014/main" id="{03229E1C-F844-A238-49DB-038A784709A6}"/>
              </a:ext>
            </a:extLst>
          </p:cNvPr>
          <p:cNvSpPr>
            <a:spLocks noGrp="1"/>
          </p:cNvSpPr>
          <p:nvPr>
            <p:ph type="body" sz="quarter" idx="36" hasCustomPrompt="1"/>
          </p:nvPr>
        </p:nvSpPr>
        <p:spPr>
          <a:xfrm>
            <a:off x="8332208" y="4614832"/>
            <a:ext cx="3239550" cy="914400"/>
          </a:xfrm>
        </p:spPr>
        <p:txBody>
          <a:bodyPr anchor="t">
            <a:no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Keep your description under three lines of text</a:t>
            </a:r>
          </a:p>
        </p:txBody>
      </p:sp>
      <p:sp>
        <p:nvSpPr>
          <p:cNvPr id="29" name="Picture Placeholder 24">
            <a:extLst>
              <a:ext uri="{FF2B5EF4-FFF2-40B4-BE49-F238E27FC236}">
                <a16:creationId xmlns:a16="http://schemas.microsoft.com/office/drawing/2014/main" id="{AC66BFF0-7E82-C663-C55A-2FC7CDFBC167}"/>
              </a:ext>
            </a:extLst>
          </p:cNvPr>
          <p:cNvSpPr>
            <a:spLocks noGrp="1"/>
          </p:cNvSpPr>
          <p:nvPr>
            <p:ph type="pic" sz="quarter" idx="37" hasCustomPrompt="1"/>
          </p:nvPr>
        </p:nvSpPr>
        <p:spPr>
          <a:xfrm>
            <a:off x="8332208" y="3600628"/>
            <a:ext cx="365760" cy="365760"/>
          </a:xfrm>
        </p:spPr>
        <p:txBody>
          <a:bodyPr anchor="ctr">
            <a:normAutofit/>
          </a:bodyPr>
          <a:lstStyle>
            <a:lvl1pPr algn="ctr">
              <a:defRPr sz="600">
                <a:latin typeface="Aptos" pitchFamily="2" charset="77"/>
              </a:defRPr>
            </a:lvl1pPr>
          </a:lstStyle>
          <a:p>
            <a:r>
              <a:rPr lang="en-US" err="1"/>
              <a:t>Octicon</a:t>
            </a:r>
            <a:endParaRPr lang="en-US"/>
          </a:p>
        </p:txBody>
      </p:sp>
      <p:sp>
        <p:nvSpPr>
          <p:cNvPr id="2" name="Title 1">
            <a:extLst>
              <a:ext uri="{FF2B5EF4-FFF2-40B4-BE49-F238E27FC236}">
                <a16:creationId xmlns:a16="http://schemas.microsoft.com/office/drawing/2014/main" id="{77BB2AB4-C828-3430-78EB-DEBABFA1C097}"/>
              </a:ext>
            </a:extLst>
          </p:cNvPr>
          <p:cNvSpPr>
            <a:spLocks noGrp="1"/>
          </p:cNvSpPr>
          <p:nvPr>
            <p:ph type="ctrTitle" hasCustomPrompt="1"/>
          </p:nvPr>
        </p:nvSpPr>
        <p:spPr>
          <a:xfrm>
            <a:off x="720437" y="1957715"/>
            <a:ext cx="3461954" cy="3515101"/>
          </a:xfrm>
        </p:spPr>
        <p:txBody>
          <a:bodyPr anchor="t">
            <a:noAutofit/>
          </a:bodyPr>
          <a:lstStyle>
            <a:lvl1pPr algn="l">
              <a:defRPr sz="4800" b="1" i="0">
                <a:solidFill>
                  <a:schemeClr val="tx1"/>
                </a:solidFill>
                <a:latin typeface="Aptos" pitchFamily="2" charset="77"/>
              </a:defRPr>
            </a:lvl1pPr>
          </a:lstStyle>
          <a:p>
            <a:r>
              <a:rPr lang="en-US"/>
              <a:t>Title should be less than 10 words</a:t>
            </a:r>
          </a:p>
        </p:txBody>
      </p:sp>
      <p:sp>
        <p:nvSpPr>
          <p:cNvPr id="3" name="Text Placeholder 23">
            <a:extLst>
              <a:ext uri="{FF2B5EF4-FFF2-40B4-BE49-F238E27FC236}">
                <a16:creationId xmlns:a16="http://schemas.microsoft.com/office/drawing/2014/main" id="{68AEC395-7F97-4BE3-5FE1-60D8D627C49C}"/>
              </a:ext>
            </a:extLst>
          </p:cNvPr>
          <p:cNvSpPr>
            <a:spLocks noGrp="1"/>
          </p:cNvSpPr>
          <p:nvPr>
            <p:ph type="body" sz="quarter" idx="38" hasCustomPrompt="1"/>
          </p:nvPr>
        </p:nvSpPr>
        <p:spPr>
          <a:xfrm>
            <a:off x="720436" y="1426607"/>
            <a:ext cx="3461954"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0484897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Browser Screenshot ">
    <p:bg>
      <p:bgPr>
        <a:solidFill>
          <a:srgbClr val="000000"/>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C33D682-D6C7-BB0B-E7A1-27EB07B2149D}"/>
              </a:ext>
            </a:extLst>
          </p:cNvPr>
          <p:cNvSpPr>
            <a:spLocks noGrp="1"/>
          </p:cNvSpPr>
          <p:nvPr>
            <p:ph type="ctrTitle" hasCustomPrompt="1"/>
          </p:nvPr>
        </p:nvSpPr>
        <p:spPr>
          <a:xfrm>
            <a:off x="1752601" y="272307"/>
            <a:ext cx="8686800" cy="1026260"/>
          </a:xfrm>
          <a:prstGeom prst="rect">
            <a:avLst/>
          </a:prstGeom>
        </p:spPr>
        <p:txBody>
          <a:bodyPr anchor="b">
            <a:noAutofit/>
          </a:bodyPr>
          <a:lstStyle>
            <a:lvl1pPr algn="ctr">
              <a:defRPr sz="3600"/>
            </a:lvl1pPr>
          </a:lstStyle>
          <a:p>
            <a:r>
              <a:rPr lang="en-US"/>
              <a:t>Statement</a:t>
            </a:r>
          </a:p>
        </p:txBody>
      </p:sp>
      <p:sp>
        <p:nvSpPr>
          <p:cNvPr id="2" name="Picture Placeholder 17">
            <a:extLst>
              <a:ext uri="{FF2B5EF4-FFF2-40B4-BE49-F238E27FC236}">
                <a16:creationId xmlns:a16="http://schemas.microsoft.com/office/drawing/2014/main" id="{B638C55F-4F51-F341-6897-942CDD853FE9}"/>
              </a:ext>
            </a:extLst>
          </p:cNvPr>
          <p:cNvSpPr>
            <a:spLocks noGrp="1"/>
          </p:cNvSpPr>
          <p:nvPr>
            <p:ph type="pic" sz="quarter" idx="40" hasCustomPrompt="1"/>
          </p:nvPr>
        </p:nvSpPr>
        <p:spPr>
          <a:xfrm>
            <a:off x="1752599" y="1932318"/>
            <a:ext cx="8686799" cy="4925682"/>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3" name="Picture 7">
            <a:extLst>
              <a:ext uri="{FF2B5EF4-FFF2-40B4-BE49-F238E27FC236}">
                <a16:creationId xmlns:a16="http://schemas.microsoft.com/office/drawing/2014/main" id="{7E64FA12-7867-1868-4C73-36438FFA8236}"/>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752600" y="1469134"/>
            <a:ext cx="8686798" cy="484001"/>
          </a:xfrm>
          <a:prstGeom prst="rect">
            <a:avLst/>
          </a:prstGeom>
        </p:spPr>
      </p:pic>
    </p:spTree>
    <p:extLst>
      <p:ext uri="{BB962C8B-B14F-4D97-AF65-F5344CB8AC3E}">
        <p14:creationId xmlns:p14="http://schemas.microsoft.com/office/powerpoint/2010/main" val="34718825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Browser Screenshot ">
    <p:bg>
      <p:bgPr>
        <a:solidFill>
          <a:srgbClr val="000000"/>
        </a:solidFill>
        <a:effectLst/>
      </p:bgPr>
    </p:bg>
    <p:spTree>
      <p:nvGrpSpPr>
        <p:cNvPr id="1" name=""/>
        <p:cNvGrpSpPr/>
        <p:nvPr/>
      </p:nvGrpSpPr>
      <p:grpSpPr>
        <a:xfrm>
          <a:off x="0" y="0"/>
          <a:ext cx="0" cy="0"/>
          <a:chOff x="0" y="0"/>
          <a:chExt cx="0" cy="0"/>
        </a:xfrm>
      </p:grpSpPr>
      <p:pic>
        <p:nvPicPr>
          <p:cNvPr id="5" name="Picture 7">
            <a:extLst>
              <a:ext uri="{FF2B5EF4-FFF2-40B4-BE49-F238E27FC236}">
                <a16:creationId xmlns:a16="http://schemas.microsoft.com/office/drawing/2014/main" id="{DE226210-E3AE-F559-CE3E-71798445EE6F}"/>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1316179" y="780228"/>
            <a:ext cx="9559641" cy="532633"/>
          </a:xfrm>
          <a:prstGeom prst="rect">
            <a:avLst/>
          </a:prstGeom>
        </p:spPr>
      </p:pic>
      <p:sp>
        <p:nvSpPr>
          <p:cNvPr id="6" name="Picture Placeholder 17">
            <a:extLst>
              <a:ext uri="{FF2B5EF4-FFF2-40B4-BE49-F238E27FC236}">
                <a16:creationId xmlns:a16="http://schemas.microsoft.com/office/drawing/2014/main" id="{CBD43E14-4F9E-7FFC-4AAE-2567E350367F}"/>
              </a:ext>
            </a:extLst>
          </p:cNvPr>
          <p:cNvSpPr>
            <a:spLocks noGrp="1"/>
          </p:cNvSpPr>
          <p:nvPr>
            <p:ph type="pic" sz="quarter" idx="40" hasCustomPrompt="1"/>
          </p:nvPr>
        </p:nvSpPr>
        <p:spPr>
          <a:xfrm>
            <a:off x="1316179" y="1296234"/>
            <a:ext cx="9553250" cy="5561766"/>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spTree>
    <p:extLst>
      <p:ext uri="{BB962C8B-B14F-4D97-AF65-F5344CB8AC3E}">
        <p14:creationId xmlns:p14="http://schemas.microsoft.com/office/powerpoint/2010/main" val="40520418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Browser  + one statements">
    <p:bg>
      <p:bgPr>
        <a:solidFill>
          <a:srgbClr val="000000"/>
        </a:solidFill>
        <a:effectLst/>
      </p:bgPr>
    </p:bg>
    <p:spTree>
      <p:nvGrpSpPr>
        <p:cNvPr id="1" name=""/>
        <p:cNvGrpSpPr/>
        <p:nvPr/>
      </p:nvGrpSpPr>
      <p:grpSpPr>
        <a:xfrm>
          <a:off x="0" y="0"/>
          <a:ext cx="0" cy="0"/>
          <a:chOff x="0" y="0"/>
          <a:chExt cx="0" cy="0"/>
        </a:xfrm>
      </p:grpSpPr>
      <p:sp>
        <p:nvSpPr>
          <p:cNvPr id="4" name="Picture Placeholder 17">
            <a:extLst>
              <a:ext uri="{FF2B5EF4-FFF2-40B4-BE49-F238E27FC236}">
                <a16:creationId xmlns:a16="http://schemas.microsoft.com/office/drawing/2014/main" id="{ECEB7E09-F65B-E646-C7C1-3FA885EE7C8D}"/>
              </a:ext>
            </a:extLst>
          </p:cNvPr>
          <p:cNvSpPr>
            <a:spLocks noGrp="1"/>
          </p:cNvSpPr>
          <p:nvPr>
            <p:ph type="pic" sz="quarter" idx="40" hasCustomPrompt="1"/>
          </p:nvPr>
        </p:nvSpPr>
        <p:spPr>
          <a:xfrm>
            <a:off x="4714389" y="1093319"/>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6" name="Picture 7">
            <a:extLst>
              <a:ext uri="{FF2B5EF4-FFF2-40B4-BE49-F238E27FC236}">
                <a16:creationId xmlns:a16="http://schemas.microsoft.com/office/drawing/2014/main" id="{0D0131A4-66AF-9252-C050-4A1BFC918CF9}"/>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4714389" y="619505"/>
            <a:ext cx="8588275" cy="478511"/>
          </a:xfrm>
          <a:prstGeom prst="rect">
            <a:avLst/>
          </a:prstGeom>
        </p:spPr>
      </p:pic>
      <p:sp>
        <p:nvSpPr>
          <p:cNvPr id="9" name="Text Placeholder 23">
            <a:extLst>
              <a:ext uri="{FF2B5EF4-FFF2-40B4-BE49-F238E27FC236}">
                <a16:creationId xmlns:a16="http://schemas.microsoft.com/office/drawing/2014/main" id="{D133B315-FB64-194A-87A0-429B84B99B3C}"/>
              </a:ext>
            </a:extLst>
          </p:cNvPr>
          <p:cNvSpPr>
            <a:spLocks noGrp="1"/>
          </p:cNvSpPr>
          <p:nvPr>
            <p:ph type="body" sz="quarter" idx="34" hasCustomPrompt="1"/>
          </p:nvPr>
        </p:nvSpPr>
        <p:spPr>
          <a:xfrm>
            <a:off x="738765" y="4406716"/>
            <a:ext cx="3212749" cy="156412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11" name="Text Placeholder 23">
            <a:extLst>
              <a:ext uri="{FF2B5EF4-FFF2-40B4-BE49-F238E27FC236}">
                <a16:creationId xmlns:a16="http://schemas.microsoft.com/office/drawing/2014/main" id="{B078373A-3B9F-DB44-BBFF-036E9257E0F6}"/>
              </a:ext>
            </a:extLst>
          </p:cNvPr>
          <p:cNvSpPr>
            <a:spLocks noGrp="1"/>
          </p:cNvSpPr>
          <p:nvPr>
            <p:ph type="body" sz="quarter" idx="31" hasCustomPrompt="1"/>
          </p:nvPr>
        </p:nvSpPr>
        <p:spPr>
          <a:xfrm>
            <a:off x="738765" y="887157"/>
            <a:ext cx="3212748" cy="538736"/>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
        <p:nvSpPr>
          <p:cNvPr id="2" name="Title 1">
            <a:extLst>
              <a:ext uri="{FF2B5EF4-FFF2-40B4-BE49-F238E27FC236}">
                <a16:creationId xmlns:a16="http://schemas.microsoft.com/office/drawing/2014/main" id="{2F193039-BF81-F4D1-2A15-937C5E3F83AF}"/>
              </a:ext>
            </a:extLst>
          </p:cNvPr>
          <p:cNvSpPr>
            <a:spLocks noGrp="1"/>
          </p:cNvSpPr>
          <p:nvPr>
            <p:ph type="title" hasCustomPrompt="1"/>
          </p:nvPr>
        </p:nvSpPr>
        <p:spPr>
          <a:xfrm>
            <a:off x="744838" y="1573760"/>
            <a:ext cx="3212747" cy="2685089"/>
          </a:xfrm>
        </p:spPr>
        <p:txBody>
          <a:bodyPr anchor="t"/>
          <a:lstStyle/>
          <a:p>
            <a:r>
              <a:rPr lang="en-US"/>
              <a:t>Statement that should be 10 words or less</a:t>
            </a:r>
          </a:p>
        </p:txBody>
      </p:sp>
    </p:spTree>
    <p:extLst>
      <p:ext uri="{BB962C8B-B14F-4D97-AF65-F5344CB8AC3E}">
        <p14:creationId xmlns:p14="http://schemas.microsoft.com/office/powerpoint/2010/main" val="16621652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Browser + two statements">
    <p:bg>
      <p:bgPr>
        <a:solidFill>
          <a:srgbClr val="000000"/>
        </a:solidFill>
        <a:effectLst/>
      </p:bgPr>
    </p:bg>
    <p:spTree>
      <p:nvGrpSpPr>
        <p:cNvPr id="1" name=""/>
        <p:cNvGrpSpPr/>
        <p:nvPr/>
      </p:nvGrpSpPr>
      <p:grpSpPr>
        <a:xfrm>
          <a:off x="0" y="0"/>
          <a:ext cx="0" cy="0"/>
          <a:chOff x="0" y="0"/>
          <a:chExt cx="0" cy="0"/>
        </a:xfrm>
      </p:grpSpPr>
      <p:sp>
        <p:nvSpPr>
          <p:cNvPr id="9" name="Picture Placeholder 17">
            <a:extLst>
              <a:ext uri="{FF2B5EF4-FFF2-40B4-BE49-F238E27FC236}">
                <a16:creationId xmlns:a16="http://schemas.microsoft.com/office/drawing/2014/main" id="{C2C150FA-A4CA-8395-791F-9D0E796D9E12}"/>
              </a:ext>
            </a:extLst>
          </p:cNvPr>
          <p:cNvSpPr>
            <a:spLocks noGrp="1"/>
          </p:cNvSpPr>
          <p:nvPr>
            <p:ph type="pic" sz="quarter" idx="40" hasCustomPrompt="1"/>
          </p:nvPr>
        </p:nvSpPr>
        <p:spPr>
          <a:xfrm>
            <a:off x="6634753" y="966034"/>
            <a:ext cx="7477611" cy="5063529"/>
          </a:xfrm>
          <a:prstGeom prst="roundRect">
            <a:avLst>
              <a:gd name="adj" fmla="val 0"/>
            </a:avLst>
          </a:prstGeom>
          <a:solidFill>
            <a:schemeClr val="bg1">
              <a:lumMod val="95000"/>
              <a:lumOff val="5000"/>
            </a:schemeClr>
          </a:solidFill>
          <a:ln>
            <a:noFill/>
          </a:ln>
          <a:effectLst/>
        </p:spPr>
        <p:txBody>
          <a:bodyPr anchor="ctr"/>
          <a:lstStyle>
            <a:lvl1pPr algn="ctr">
              <a:defRPr sz="1200">
                <a:latin typeface="Aptos" pitchFamily="2" charset="77"/>
              </a:defRPr>
            </a:lvl1pPr>
          </a:lstStyle>
          <a:p>
            <a:r>
              <a:rPr lang="en-US"/>
              <a:t>Click to add </a:t>
            </a:r>
            <a:br>
              <a:rPr lang="en-US"/>
            </a:br>
            <a:r>
              <a:rPr lang="en-US"/>
              <a:t>screenshot</a:t>
            </a:r>
          </a:p>
        </p:txBody>
      </p:sp>
      <p:pic>
        <p:nvPicPr>
          <p:cNvPr id="10" name="Picture 7">
            <a:extLst>
              <a:ext uri="{FF2B5EF4-FFF2-40B4-BE49-F238E27FC236}">
                <a16:creationId xmlns:a16="http://schemas.microsoft.com/office/drawing/2014/main" id="{FF359A12-80F5-3CE1-0CBE-00661609E873}"/>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6634753" y="492220"/>
            <a:ext cx="8588275" cy="478511"/>
          </a:xfrm>
          <a:prstGeom prst="rect">
            <a:avLst/>
          </a:prstGeom>
        </p:spPr>
      </p:pic>
      <p:sp>
        <p:nvSpPr>
          <p:cNvPr id="4" name="Title 1">
            <a:extLst>
              <a:ext uri="{FF2B5EF4-FFF2-40B4-BE49-F238E27FC236}">
                <a16:creationId xmlns:a16="http://schemas.microsoft.com/office/drawing/2014/main" id="{D64D961E-D8F1-1621-0B65-EF22EBFBFA8F}"/>
              </a:ext>
            </a:extLst>
          </p:cNvPr>
          <p:cNvSpPr>
            <a:spLocks noGrp="1"/>
          </p:cNvSpPr>
          <p:nvPr>
            <p:ph type="ctrTitle" hasCustomPrompt="1"/>
          </p:nvPr>
        </p:nvSpPr>
        <p:spPr>
          <a:xfrm>
            <a:off x="758381" y="963376"/>
            <a:ext cx="5378032" cy="1984936"/>
          </a:xfrm>
          <a:prstGeom prst="rect">
            <a:avLst/>
          </a:prstGeom>
        </p:spPr>
        <p:txBody>
          <a:bodyPr anchor="t">
            <a:noAutofit/>
          </a:bodyPr>
          <a:lstStyle>
            <a:lvl1pPr algn="l">
              <a:defRPr sz="3600" b="1" i="0">
                <a:solidFill>
                  <a:schemeClr val="tx1"/>
                </a:solidFill>
                <a:latin typeface="Aptos" pitchFamily="2" charset="77"/>
              </a:defRPr>
            </a:lvl1pPr>
          </a:lstStyle>
          <a:p>
            <a:r>
              <a:rPr lang="en-US"/>
              <a:t>Title should be less than 10 words</a:t>
            </a:r>
          </a:p>
        </p:txBody>
      </p:sp>
      <p:sp>
        <p:nvSpPr>
          <p:cNvPr id="6" name="Text Placeholder 23">
            <a:extLst>
              <a:ext uri="{FF2B5EF4-FFF2-40B4-BE49-F238E27FC236}">
                <a16:creationId xmlns:a16="http://schemas.microsoft.com/office/drawing/2014/main" id="{2474E636-F179-E536-9454-DE092280092A}"/>
              </a:ext>
            </a:extLst>
          </p:cNvPr>
          <p:cNvSpPr>
            <a:spLocks noGrp="1"/>
          </p:cNvSpPr>
          <p:nvPr>
            <p:ph type="body" sz="quarter" idx="26" hasCustomPrompt="1"/>
          </p:nvPr>
        </p:nvSpPr>
        <p:spPr>
          <a:xfrm>
            <a:off x="758381" y="4422499"/>
            <a:ext cx="2511761"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1</a:t>
            </a:r>
          </a:p>
        </p:txBody>
      </p:sp>
      <p:sp>
        <p:nvSpPr>
          <p:cNvPr id="7" name="Text Placeholder 23">
            <a:extLst>
              <a:ext uri="{FF2B5EF4-FFF2-40B4-BE49-F238E27FC236}">
                <a16:creationId xmlns:a16="http://schemas.microsoft.com/office/drawing/2014/main" id="{CE169238-2E1E-D6F8-F1D2-A248C0498704}"/>
              </a:ext>
            </a:extLst>
          </p:cNvPr>
          <p:cNvSpPr>
            <a:spLocks noGrp="1"/>
          </p:cNvSpPr>
          <p:nvPr>
            <p:ph type="body" sz="quarter" idx="29" hasCustomPrompt="1"/>
          </p:nvPr>
        </p:nvSpPr>
        <p:spPr>
          <a:xfrm>
            <a:off x="758382"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8" name="Picture Placeholder 24">
            <a:extLst>
              <a:ext uri="{FF2B5EF4-FFF2-40B4-BE49-F238E27FC236}">
                <a16:creationId xmlns:a16="http://schemas.microsoft.com/office/drawing/2014/main" id="{8FBCA652-A806-87EE-B85F-BCFDB1B4066E}"/>
              </a:ext>
            </a:extLst>
          </p:cNvPr>
          <p:cNvSpPr>
            <a:spLocks noGrp="1"/>
          </p:cNvSpPr>
          <p:nvPr>
            <p:ph type="pic" sz="quarter" idx="30" hasCustomPrompt="1"/>
          </p:nvPr>
        </p:nvSpPr>
        <p:spPr>
          <a:xfrm>
            <a:off x="75838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15" name="Text Placeholder 23">
            <a:extLst>
              <a:ext uri="{FF2B5EF4-FFF2-40B4-BE49-F238E27FC236}">
                <a16:creationId xmlns:a16="http://schemas.microsoft.com/office/drawing/2014/main" id="{73709F95-17EA-8C2B-E043-7CB31556A6B5}"/>
              </a:ext>
            </a:extLst>
          </p:cNvPr>
          <p:cNvSpPr>
            <a:spLocks noGrp="1"/>
          </p:cNvSpPr>
          <p:nvPr>
            <p:ph type="body" sz="quarter" idx="31" hasCustomPrompt="1"/>
          </p:nvPr>
        </p:nvSpPr>
        <p:spPr>
          <a:xfrm>
            <a:off x="3624652" y="4422499"/>
            <a:ext cx="2511762" cy="527957"/>
          </a:xfrm>
          <a:prstGeom prst="rect">
            <a:avLst/>
          </a:prstGeom>
        </p:spPr>
        <p:txBody>
          <a:bodyPr anchor="b" anchorCtr="0">
            <a:noAutofit/>
          </a:bodyPr>
          <a:lstStyle>
            <a:lvl1pPr marL="0" indent="0" algn="l">
              <a:buNone/>
              <a:defRPr sz="1800" b="0" i="0">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Statement 2</a:t>
            </a:r>
          </a:p>
        </p:txBody>
      </p:sp>
      <p:sp>
        <p:nvSpPr>
          <p:cNvPr id="16" name="Text Placeholder 23">
            <a:extLst>
              <a:ext uri="{FF2B5EF4-FFF2-40B4-BE49-F238E27FC236}">
                <a16:creationId xmlns:a16="http://schemas.microsoft.com/office/drawing/2014/main" id="{7213201B-9B16-0B3D-E146-6B725E1AF606}"/>
              </a:ext>
            </a:extLst>
          </p:cNvPr>
          <p:cNvSpPr>
            <a:spLocks noGrp="1"/>
          </p:cNvSpPr>
          <p:nvPr>
            <p:ph type="body" sz="quarter" idx="32" hasCustomPrompt="1"/>
          </p:nvPr>
        </p:nvSpPr>
        <p:spPr>
          <a:xfrm>
            <a:off x="3624653" y="4973649"/>
            <a:ext cx="2511760" cy="1055914"/>
          </a:xfrm>
          <a:prstGeom prst="rect">
            <a:avLst/>
          </a:prstGeom>
        </p:spPr>
        <p:txBody>
          <a:bodyPr anchor="t">
            <a:normAutofit/>
          </a:bodyPr>
          <a:lstStyle>
            <a:lvl1pPr marL="0" indent="0" algn="l">
              <a:buNone/>
              <a:defRPr sz="1600" b="0" i="0">
                <a:solidFill>
                  <a:schemeClr val="bg2"/>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Try your best to keep your description no more than three lines</a:t>
            </a:r>
          </a:p>
        </p:txBody>
      </p:sp>
      <p:sp>
        <p:nvSpPr>
          <p:cNvPr id="18" name="Picture Placeholder 24">
            <a:extLst>
              <a:ext uri="{FF2B5EF4-FFF2-40B4-BE49-F238E27FC236}">
                <a16:creationId xmlns:a16="http://schemas.microsoft.com/office/drawing/2014/main" id="{9465DD82-942D-4363-BDF8-DEBD3E0B5B00}"/>
              </a:ext>
            </a:extLst>
          </p:cNvPr>
          <p:cNvSpPr>
            <a:spLocks noGrp="1"/>
          </p:cNvSpPr>
          <p:nvPr>
            <p:ph type="pic" sz="quarter" idx="33" hasCustomPrompt="1"/>
          </p:nvPr>
        </p:nvSpPr>
        <p:spPr>
          <a:xfrm>
            <a:off x="3624652" y="3883245"/>
            <a:ext cx="365760" cy="365760"/>
          </a:xfrm>
          <a:prstGeom prst="rect">
            <a:avLst/>
          </a:prstGeom>
        </p:spPr>
        <p:txBody>
          <a:bodyPr anchor="ctr">
            <a:normAutofit/>
          </a:bodyPr>
          <a:lstStyle>
            <a:lvl1pPr algn="ctr">
              <a:defRPr sz="600">
                <a:latin typeface="Aptos" pitchFamily="2" charset="77"/>
              </a:defRPr>
            </a:lvl1pPr>
          </a:lstStyle>
          <a:p>
            <a:r>
              <a:rPr lang="en-US" err="1"/>
              <a:t>Octicon</a:t>
            </a:r>
            <a:endParaRPr lang="en-US"/>
          </a:p>
        </p:txBody>
      </p:sp>
      <p:sp>
        <p:nvSpPr>
          <p:cNvPr id="2" name="Text Placeholder 23">
            <a:extLst>
              <a:ext uri="{FF2B5EF4-FFF2-40B4-BE49-F238E27FC236}">
                <a16:creationId xmlns:a16="http://schemas.microsoft.com/office/drawing/2014/main" id="{7717653C-80DF-3DD2-FC16-37BB8FC2866F}"/>
              </a:ext>
            </a:extLst>
          </p:cNvPr>
          <p:cNvSpPr>
            <a:spLocks noGrp="1"/>
          </p:cNvSpPr>
          <p:nvPr>
            <p:ph type="body" sz="quarter" idx="38" hasCustomPrompt="1"/>
          </p:nvPr>
        </p:nvSpPr>
        <p:spPr>
          <a:xfrm>
            <a:off x="758380" y="574423"/>
            <a:ext cx="5378031" cy="365760"/>
          </a:xfrm>
          <a:prstGeom prst="rect">
            <a:avLst/>
          </a:prstGeom>
        </p:spPr>
        <p:txBody>
          <a:bodyPr anchor="ctr" anchorCtr="0">
            <a:noAutofit/>
          </a:bodyPr>
          <a:lstStyle>
            <a:lvl1pPr marL="0" indent="0" algn="l">
              <a:buNone/>
              <a:defRPr sz="1600" b="0" i="0">
                <a:solidFill>
                  <a:schemeClr val="bg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Optional header</a:t>
            </a:r>
          </a:p>
        </p:txBody>
      </p:sp>
    </p:spTree>
    <p:extLst>
      <p:ext uri="{BB962C8B-B14F-4D97-AF65-F5344CB8AC3E}">
        <p14:creationId xmlns:p14="http://schemas.microsoft.com/office/powerpoint/2010/main" val="361041798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hank you ">
    <p:bg>
      <p:bgPr>
        <a:solidFill>
          <a:srgbClr val="000000"/>
        </a:solidFill>
        <a:effectLst/>
      </p:bgPr>
    </p:bg>
    <p:spTree>
      <p:nvGrpSpPr>
        <p:cNvPr id="1" name=""/>
        <p:cNvGrpSpPr/>
        <p:nvPr/>
      </p:nvGrpSpPr>
      <p:grpSpPr>
        <a:xfrm>
          <a:off x="0" y="0"/>
          <a:ext cx="0" cy="0"/>
          <a:chOff x="0" y="0"/>
          <a:chExt cx="0" cy="0"/>
        </a:xfrm>
      </p:grpSpPr>
      <p:pic>
        <p:nvPicPr>
          <p:cNvPr id="3" name="Picture 2" descr="A blue and white gradient&#10;&#10;AI-generated content may be incorrect.">
            <a:extLst>
              <a:ext uri="{FF2B5EF4-FFF2-40B4-BE49-F238E27FC236}">
                <a16:creationId xmlns:a16="http://schemas.microsoft.com/office/drawing/2014/main" id="{B1434823-A993-4891-D507-11A7222B1FC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5" name="Picture 4" descr="A blue rectangle in a black background&#10;&#10;AI-generated content may be incorrect.">
            <a:extLst>
              <a:ext uri="{FF2B5EF4-FFF2-40B4-BE49-F238E27FC236}">
                <a16:creationId xmlns:a16="http://schemas.microsoft.com/office/drawing/2014/main" id="{958AAFC2-54C0-8004-C214-941FE32D11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640412" y="1820590"/>
            <a:ext cx="2884729" cy="8298180"/>
          </a:xfrm>
          <a:prstGeom prst="rect">
            <a:avLst/>
          </a:prstGeom>
        </p:spPr>
      </p:pic>
      <p:sp>
        <p:nvSpPr>
          <p:cNvPr id="31" name="TextBox 30">
            <a:extLst>
              <a:ext uri="{FF2B5EF4-FFF2-40B4-BE49-F238E27FC236}">
                <a16:creationId xmlns:a16="http://schemas.microsoft.com/office/drawing/2014/main" id="{0C840639-8979-42F9-CF5B-5F471C757C54}"/>
              </a:ext>
            </a:extLst>
          </p:cNvPr>
          <p:cNvSpPr txBox="1"/>
          <p:nvPr userDrawn="1"/>
        </p:nvSpPr>
        <p:spPr>
          <a:xfrm>
            <a:off x="4358263" y="2321003"/>
            <a:ext cx="6535406" cy="2215991"/>
          </a:xfrm>
          <a:prstGeom prst="rect">
            <a:avLst/>
          </a:prstGeom>
          <a:noFill/>
        </p:spPr>
        <p:txBody>
          <a:bodyPr wrap="square" rtlCol="0" anchor="ctr">
            <a:spAutoFit/>
          </a:bodyPr>
          <a:lstStyle/>
          <a:p>
            <a:pPr algn="l"/>
            <a:r>
              <a:rPr lang="en-US" sz="9000" b="1" i="0" spc="-150" dirty="0">
                <a:solidFill>
                  <a:schemeClr val="bg1"/>
                </a:solidFill>
                <a:latin typeface="Aptos" pitchFamily="2" charset="77"/>
              </a:rPr>
              <a:t>Thank you</a:t>
            </a:r>
          </a:p>
          <a:p>
            <a:pPr algn="l"/>
            <a:r>
              <a:rPr lang="en-US" sz="4800" b="1" i="0" spc="-150" dirty="0">
                <a:solidFill>
                  <a:schemeClr val="bg1"/>
                </a:solidFill>
                <a:latin typeface="Aptos" pitchFamily="2" charset="77"/>
              </a:rPr>
              <a:t>gh.io/copilot</a:t>
            </a:r>
          </a:p>
        </p:txBody>
      </p:sp>
    </p:spTree>
    <p:extLst>
      <p:ext uri="{BB962C8B-B14F-4D97-AF65-F5344CB8AC3E}">
        <p14:creationId xmlns:p14="http://schemas.microsoft.com/office/powerpoint/2010/main" val="22180129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emo 2">
    <p:bg>
      <p:bgRef idx="1001">
        <a:schemeClr val="bg1"/>
      </p:bgRef>
    </p:bg>
    <p:spTree>
      <p:nvGrpSpPr>
        <p:cNvPr id="1" name=""/>
        <p:cNvGrpSpPr/>
        <p:nvPr/>
      </p:nvGrpSpPr>
      <p:grpSpPr>
        <a:xfrm>
          <a:off x="0" y="0"/>
          <a:ext cx="0" cy="0"/>
          <a:chOff x="0" y="0"/>
          <a:chExt cx="0" cy="0"/>
        </a:xfrm>
      </p:grpSpPr>
      <p:sp>
        <p:nvSpPr>
          <p:cNvPr id="8" name="Text Placeholder 19">
            <a:extLst>
              <a:ext uri="{FF2B5EF4-FFF2-40B4-BE49-F238E27FC236}">
                <a16:creationId xmlns:a16="http://schemas.microsoft.com/office/drawing/2014/main" id="{2AF196B8-1D58-272E-5E41-AE317E99EC3A}"/>
              </a:ext>
            </a:extLst>
          </p:cNvPr>
          <p:cNvSpPr>
            <a:spLocks noGrp="1"/>
          </p:cNvSpPr>
          <p:nvPr>
            <p:ph type="body" sz="quarter" idx="16" hasCustomPrompt="1"/>
          </p:nvPr>
        </p:nvSpPr>
        <p:spPr>
          <a:xfrm>
            <a:off x="526614" y="550334"/>
            <a:ext cx="2596138" cy="306109"/>
          </a:xfrm>
          <a:prstGeom prst="rect">
            <a:avLst/>
          </a:prstGeom>
        </p:spPr>
        <p:txBody>
          <a:bodyPr wrap="square">
            <a:spAutoFit/>
          </a:bodyPr>
          <a:lstStyle>
            <a:lvl1pPr marL="0" indent="0" algn="l" defTabSz="457109" rtl="0" eaLnBrk="1" latinLnBrk="0" hangingPunct="1">
              <a:lnSpc>
                <a:spcPts val="1800"/>
              </a:lnSpc>
              <a:buNone/>
              <a:defRPr lang="en-US" sz="1200" b="0" i="0" kern="0" spc="-28" baseline="0" dirty="0">
                <a:solidFill>
                  <a:schemeClr val="tx2"/>
                </a:solidFill>
                <a:latin typeface="Segoe UI Semibold" panose="020B0702040204020203" pitchFamily="34" charset="0"/>
                <a:ea typeface="Segoe UI Semibold" panose="020B0702040204020203" pitchFamily="34" charset="0"/>
                <a:cs typeface="Segoe UI Semibold" panose="020B0702040204020203" pitchFamily="34" charset="0"/>
              </a:defRPr>
            </a:lvl1pPr>
          </a:lstStyle>
          <a:p>
            <a:pPr marL="0" indent="0" algn="l">
              <a:lnSpc>
                <a:spcPts val="1800"/>
              </a:lnSpc>
              <a:buNone/>
            </a:pPr>
            <a:r>
              <a:rPr lang="en-US" sz="1400" kern="0" spc="-28">
                <a:solidFill>
                  <a:schemeClr val="bg2"/>
                </a:solidFill>
                <a:latin typeface="Segoe UI Variable Display Semibold" pitchFamily="34" charset="0"/>
                <a:ea typeface="Segoe UI Variable Display Semibold" pitchFamily="34" charset="-122"/>
                <a:cs typeface="Segoe UI Variable Display Semibold" pitchFamily="34" charset="-120"/>
              </a:rPr>
              <a:t>Product name</a:t>
            </a:r>
            <a:endParaRPr lang="en-US" sz="1400">
              <a:solidFill>
                <a:schemeClr val="bg2"/>
              </a:solidFill>
            </a:endParaRPr>
          </a:p>
        </p:txBody>
      </p:sp>
      <p:sp>
        <p:nvSpPr>
          <p:cNvPr id="9" name="Text Placeholder 19">
            <a:extLst>
              <a:ext uri="{FF2B5EF4-FFF2-40B4-BE49-F238E27FC236}">
                <a16:creationId xmlns:a16="http://schemas.microsoft.com/office/drawing/2014/main" id="{A8075CD2-771E-032E-859A-DE98AE8BEE44}"/>
              </a:ext>
            </a:extLst>
          </p:cNvPr>
          <p:cNvSpPr>
            <a:spLocks noGrp="1"/>
          </p:cNvSpPr>
          <p:nvPr>
            <p:ph type="body" sz="quarter" idx="17" hasCustomPrompt="1"/>
          </p:nvPr>
        </p:nvSpPr>
        <p:spPr>
          <a:xfrm>
            <a:off x="526614" y="854500"/>
            <a:ext cx="2596138" cy="365806"/>
          </a:xfrm>
          <a:prstGeom prst="rect">
            <a:avLst/>
          </a:prstGeom>
        </p:spPr>
        <p:txBody>
          <a:bodyPr wrap="square">
            <a:spAutoFit/>
          </a:bodyPr>
          <a:lstStyle>
            <a:lvl1pPr marL="0" indent="0" algn="l" defTabSz="457109" rtl="0" eaLnBrk="1" latinLnBrk="0" hangingPunct="1">
              <a:lnSpc>
                <a:spcPts val="2200"/>
              </a:lnSpc>
              <a:buNone/>
              <a:defRPr lang="en-US" sz="1600" b="0" i="0" kern="0" spc="-36" baseline="0" dirty="0" smtClean="0">
                <a:solidFill>
                  <a:schemeClr val="tx1"/>
                </a:solidFill>
                <a:latin typeface="+mn-lt"/>
                <a:ea typeface="Segoe UI Semibold" panose="020B0702040204020203" pitchFamily="34" charset="0"/>
                <a:cs typeface="Segoe UI Semibold" panose="020B0702040204020203" pitchFamily="34" charset="0"/>
              </a:defRPr>
            </a:lvl1pPr>
          </a:lstStyle>
          <a:p>
            <a:pPr marL="0" indent="0" algn="l">
              <a:lnSpc>
                <a:spcPts val="2200"/>
              </a:lnSpc>
              <a:buNone/>
            </a:pPr>
            <a:r>
              <a:rPr lang="en-US" sz="1800" kern="0" spc="-36">
                <a:solidFill>
                  <a:schemeClr val="bg1"/>
                </a:solidFill>
                <a:latin typeface="Segoe UI Variable Display Semibold" pitchFamily="34" charset="0"/>
                <a:ea typeface="Segoe UI Variable Display Semibold" pitchFamily="34" charset="-122"/>
                <a:cs typeface="Segoe UI Variable Display Semibold" pitchFamily="34" charset="-120"/>
              </a:rPr>
              <a:t>Demo title</a:t>
            </a:r>
            <a:endParaRPr lang="en-US" sz="1800">
              <a:solidFill>
                <a:schemeClr val="bg1"/>
              </a:solidFill>
            </a:endParaRPr>
          </a:p>
        </p:txBody>
      </p:sp>
    </p:spTree>
    <p:extLst>
      <p:ext uri="{BB962C8B-B14F-4D97-AF65-F5344CB8AC3E}">
        <p14:creationId xmlns:p14="http://schemas.microsoft.com/office/powerpoint/2010/main" val="1770381941"/>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17. Blank">
  <p:cSld name="17. Blank">
    <p:bg>
      <p:bgPr>
        <a:solidFill>
          <a:srgbClr val="000000"/>
        </a:solidFill>
        <a:effectLst/>
      </p:bgPr>
    </p:bg>
    <p:spTree>
      <p:nvGrpSpPr>
        <p:cNvPr id="1" name="Shape 778"/>
        <p:cNvGrpSpPr/>
        <p:nvPr/>
      </p:nvGrpSpPr>
      <p:grpSpPr>
        <a:xfrm>
          <a:off x="0" y="0"/>
          <a:ext cx="0" cy="0"/>
          <a:chOff x="0" y="0"/>
          <a:chExt cx="0" cy="0"/>
        </a:xfrm>
      </p:grpSpPr>
    </p:spTree>
    <p:extLst>
      <p:ext uri="{BB962C8B-B14F-4D97-AF65-F5344CB8AC3E}">
        <p14:creationId xmlns:p14="http://schemas.microsoft.com/office/powerpoint/2010/main" val="185990577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pilot Product one image">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4F39D8AA-00A9-0670-AD3C-169F3A69C11A}"/>
              </a:ext>
            </a:extLst>
          </p:cNvPr>
          <p:cNvSpPr>
            <a:spLocks noGrp="1"/>
          </p:cNvSpPr>
          <p:nvPr>
            <p:ph type="pic" sz="quarter" idx="32"/>
          </p:nvPr>
        </p:nvSpPr>
        <p:spPr>
          <a:xfrm>
            <a:off x="6088062" y="0"/>
            <a:ext cx="6103938" cy="6858000"/>
          </a:xfrm>
          <a:prstGeom prst="rect">
            <a:avLst/>
          </a:prstGeom>
          <a:solidFill>
            <a:schemeClr val="accent3"/>
          </a:solidFill>
        </p:spPr>
        <p:txBody>
          <a:bodyPr/>
          <a:lstStyle/>
          <a:p>
            <a:endParaRPr lang="en-US"/>
          </a:p>
        </p:txBody>
      </p:sp>
      <p:sp>
        <p:nvSpPr>
          <p:cNvPr id="6" name="Text Placeholder 23">
            <a:extLst>
              <a:ext uri="{FF2B5EF4-FFF2-40B4-BE49-F238E27FC236}">
                <a16:creationId xmlns:a16="http://schemas.microsoft.com/office/drawing/2014/main" id="{CB63979A-A17F-E938-C84A-1AB2E69FC6AB}"/>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indent="0" algn="l">
              <a:buNone/>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pPr lvl="0"/>
            <a:r>
              <a:rPr lang="en-US"/>
              <a:t>Description</a:t>
            </a:r>
          </a:p>
        </p:txBody>
      </p:sp>
      <p:sp>
        <p:nvSpPr>
          <p:cNvPr id="9" name="Text Placeholder 23">
            <a:extLst>
              <a:ext uri="{FF2B5EF4-FFF2-40B4-BE49-F238E27FC236}">
                <a16:creationId xmlns:a16="http://schemas.microsoft.com/office/drawing/2014/main" id="{37D3A4FC-8E41-6E24-0959-8E3974B113A8}"/>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rgbClr val="B6BFB8"/>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pPr lvl="0"/>
            <a:r>
              <a:rPr lang="en-US"/>
              <a:t>Beta / Coming soon </a:t>
            </a:r>
          </a:p>
        </p:txBody>
      </p:sp>
      <p:sp>
        <p:nvSpPr>
          <p:cNvPr id="4" name="Title 3">
            <a:extLst>
              <a:ext uri="{FF2B5EF4-FFF2-40B4-BE49-F238E27FC236}">
                <a16:creationId xmlns:a16="http://schemas.microsoft.com/office/drawing/2014/main" id="{CF3CD644-844F-AA19-6318-67C80A1643AC}"/>
              </a:ext>
            </a:extLst>
          </p:cNvPr>
          <p:cNvSpPr>
            <a:spLocks noGrp="1"/>
          </p:cNvSpPr>
          <p:nvPr>
            <p:ph type="title" hasCustomPrompt="1"/>
          </p:nvPr>
        </p:nvSpPr>
        <p:spPr>
          <a:xfrm>
            <a:off x="380678" y="1078522"/>
            <a:ext cx="5329526" cy="2860431"/>
          </a:xfrm>
          <a:prstGeom prst="rect">
            <a:avLst/>
          </a:prstGeom>
        </p:spPr>
        <p:txBody>
          <a:bodyPr/>
          <a:lstStyle>
            <a:lvl1pPr>
              <a:defRPr b="1" i="0">
                <a:solidFill>
                  <a:schemeClr val="tx1"/>
                </a:solidFill>
                <a:latin typeface="Aptos" pitchFamily="2" charset="77"/>
              </a:defRPr>
            </a:lvl1pPr>
          </a:lstStyle>
          <a:p>
            <a:r>
              <a:rPr lang="en-US"/>
              <a:t>The name of the new feature/tool</a:t>
            </a:r>
          </a:p>
        </p:txBody>
      </p:sp>
      <p:sp>
        <p:nvSpPr>
          <p:cNvPr id="7" name="Rectangle 6">
            <a:extLst>
              <a:ext uri="{FF2B5EF4-FFF2-40B4-BE49-F238E27FC236}">
                <a16:creationId xmlns:a16="http://schemas.microsoft.com/office/drawing/2014/main" id="{7F8338F7-6F56-27F7-EE5C-C77A63AB65A9}"/>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73566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Security feature specific 2">
    <p:spTree>
      <p:nvGrpSpPr>
        <p:cNvPr id="1" name=""/>
        <p:cNvGrpSpPr/>
        <p:nvPr/>
      </p:nvGrpSpPr>
      <p:grpSpPr>
        <a:xfrm>
          <a:off x="0" y="0"/>
          <a:ext cx="0" cy="0"/>
          <a:chOff x="0" y="0"/>
          <a:chExt cx="0" cy="0"/>
        </a:xfrm>
      </p:grpSpPr>
      <p:sp>
        <p:nvSpPr>
          <p:cNvPr id="3" name="Picture Placeholder 9">
            <a:extLst>
              <a:ext uri="{FF2B5EF4-FFF2-40B4-BE49-F238E27FC236}">
                <a16:creationId xmlns:a16="http://schemas.microsoft.com/office/drawing/2014/main" id="{2CE00D18-58A3-619E-6372-329E8F278A4F}"/>
              </a:ext>
            </a:extLst>
          </p:cNvPr>
          <p:cNvSpPr>
            <a:spLocks noGrp="1"/>
          </p:cNvSpPr>
          <p:nvPr>
            <p:ph type="pic" sz="quarter" idx="33"/>
          </p:nvPr>
        </p:nvSpPr>
        <p:spPr>
          <a:xfrm>
            <a:off x="0" y="0"/>
            <a:ext cx="6103938" cy="6858000"/>
          </a:xfrm>
          <a:prstGeom prst="rect">
            <a:avLst/>
          </a:prstGeom>
          <a:solidFill>
            <a:schemeClr val="accent1"/>
          </a:solidFill>
        </p:spPr>
        <p:txBody>
          <a:bodyPr/>
          <a:lstStyle/>
          <a:p>
            <a:endParaRPr lang="en-US"/>
          </a:p>
        </p:txBody>
      </p:sp>
      <p:sp>
        <p:nvSpPr>
          <p:cNvPr id="2" name="Title 3">
            <a:extLst>
              <a:ext uri="{FF2B5EF4-FFF2-40B4-BE49-F238E27FC236}">
                <a16:creationId xmlns:a16="http://schemas.microsoft.com/office/drawing/2014/main" id="{71918A70-9503-E96C-7F21-F0C5E11DEC3E}"/>
              </a:ext>
            </a:extLst>
          </p:cNvPr>
          <p:cNvSpPr>
            <a:spLocks noGrp="1"/>
          </p:cNvSpPr>
          <p:nvPr>
            <p:ph type="title" hasCustomPrompt="1"/>
          </p:nvPr>
        </p:nvSpPr>
        <p:spPr>
          <a:xfrm>
            <a:off x="6487010"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8" name="Text Placeholder 23">
            <a:extLst>
              <a:ext uri="{FF2B5EF4-FFF2-40B4-BE49-F238E27FC236}">
                <a16:creationId xmlns:a16="http://schemas.microsoft.com/office/drawing/2014/main" id="{17FBA312-E57F-F278-9A64-CCFA9DD58CCE}"/>
              </a:ext>
            </a:extLst>
          </p:cNvPr>
          <p:cNvSpPr>
            <a:spLocks noGrp="1"/>
          </p:cNvSpPr>
          <p:nvPr>
            <p:ph type="body" sz="quarter" idx="31" hasCustomPrompt="1"/>
          </p:nvPr>
        </p:nvSpPr>
        <p:spPr>
          <a:xfrm>
            <a:off x="6487010"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9" name="Text Placeholder 23">
            <a:extLst>
              <a:ext uri="{FF2B5EF4-FFF2-40B4-BE49-F238E27FC236}">
                <a16:creationId xmlns:a16="http://schemas.microsoft.com/office/drawing/2014/main" id="{DEB60F22-6FEA-E40C-054D-399149D3E0E8}"/>
              </a:ext>
            </a:extLst>
          </p:cNvPr>
          <p:cNvSpPr>
            <a:spLocks noGrp="1"/>
          </p:cNvSpPr>
          <p:nvPr>
            <p:ph type="body" sz="quarter" idx="26" hasCustomPrompt="1"/>
          </p:nvPr>
        </p:nvSpPr>
        <p:spPr>
          <a:xfrm>
            <a:off x="6487010"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11" name="Rectangle 10">
            <a:extLst>
              <a:ext uri="{FF2B5EF4-FFF2-40B4-BE49-F238E27FC236}">
                <a16:creationId xmlns:a16="http://schemas.microsoft.com/office/drawing/2014/main" id="{7839CEF6-F6BE-74F6-C7E2-3B1FB8C11D25}"/>
              </a:ext>
            </a:extLst>
          </p:cNvPr>
          <p:cNvSpPr/>
          <p:nvPr userDrawn="1"/>
        </p:nvSpPr>
        <p:spPr>
          <a:xfrm>
            <a:off x="6103336"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5858883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urity feature specific 1">
    <p:spTree>
      <p:nvGrpSpPr>
        <p:cNvPr id="1" name=""/>
        <p:cNvGrpSpPr/>
        <p:nvPr/>
      </p:nvGrpSpPr>
      <p:grpSpPr>
        <a:xfrm>
          <a:off x="0" y="0"/>
          <a:ext cx="0" cy="0"/>
          <a:chOff x="0" y="0"/>
          <a:chExt cx="0" cy="0"/>
        </a:xfrm>
      </p:grpSpPr>
      <p:sp>
        <p:nvSpPr>
          <p:cNvPr id="3" name="Title 3">
            <a:extLst>
              <a:ext uri="{FF2B5EF4-FFF2-40B4-BE49-F238E27FC236}">
                <a16:creationId xmlns:a16="http://schemas.microsoft.com/office/drawing/2014/main" id="{D89EC314-9034-41CA-7F9D-FFA5D6F694AD}"/>
              </a:ext>
            </a:extLst>
          </p:cNvPr>
          <p:cNvSpPr>
            <a:spLocks noGrp="1"/>
          </p:cNvSpPr>
          <p:nvPr>
            <p:ph type="title" hasCustomPrompt="1"/>
          </p:nvPr>
        </p:nvSpPr>
        <p:spPr>
          <a:xfrm>
            <a:off x="380678" y="1814384"/>
            <a:ext cx="5329526" cy="2860431"/>
          </a:xfrm>
          <a:prstGeom prst="rect">
            <a:avLst/>
          </a:prstGeom>
        </p:spPr>
        <p:txBody>
          <a:bodyPr anchor="t"/>
          <a:lstStyle>
            <a:lvl1pPr>
              <a:defRPr b="1" i="0">
                <a:solidFill>
                  <a:schemeClr val="tx1"/>
                </a:solidFill>
                <a:latin typeface="Aptos" pitchFamily="2" charset="77"/>
              </a:defRPr>
            </a:lvl1pPr>
          </a:lstStyle>
          <a:p>
            <a:r>
              <a:rPr lang="en-US"/>
              <a:t>A value prop in sentence case that is 12 words or less</a:t>
            </a:r>
          </a:p>
        </p:txBody>
      </p:sp>
      <p:sp>
        <p:nvSpPr>
          <p:cNvPr id="4" name="Text Placeholder 23">
            <a:extLst>
              <a:ext uri="{FF2B5EF4-FFF2-40B4-BE49-F238E27FC236}">
                <a16:creationId xmlns:a16="http://schemas.microsoft.com/office/drawing/2014/main" id="{2243E505-DF3C-F337-CBC7-E70FEE6C0CCD}"/>
              </a:ext>
            </a:extLst>
          </p:cNvPr>
          <p:cNvSpPr>
            <a:spLocks noGrp="1"/>
          </p:cNvSpPr>
          <p:nvPr>
            <p:ph type="body" sz="quarter" idx="31" hasCustomPrompt="1"/>
          </p:nvPr>
        </p:nvSpPr>
        <p:spPr>
          <a:xfrm>
            <a:off x="380678" y="394788"/>
            <a:ext cx="5329528" cy="538736"/>
          </a:xfrm>
          <a:prstGeom prst="rect">
            <a:avLst/>
          </a:prstGeom>
        </p:spPr>
        <p:txBody>
          <a:bodyPr anchor="ctr" anchorCtr="0">
            <a:noAutofit/>
          </a:bodyPr>
          <a:lstStyle>
            <a:lvl1pPr marL="0" indent="0" algn="l">
              <a:buNone/>
              <a:defRPr sz="16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
        <p:nvSpPr>
          <p:cNvPr id="5" name="Rectangle 4">
            <a:extLst>
              <a:ext uri="{FF2B5EF4-FFF2-40B4-BE49-F238E27FC236}">
                <a16:creationId xmlns:a16="http://schemas.microsoft.com/office/drawing/2014/main" id="{6B7AB6A4-AA7E-8631-4382-09BBAB795B1E}"/>
              </a:ext>
            </a:extLst>
          </p:cNvPr>
          <p:cNvSpPr/>
          <p:nvPr userDrawn="1"/>
        </p:nvSpPr>
        <p:spPr>
          <a:xfrm>
            <a:off x="6049660" y="0"/>
            <a:ext cx="36576"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23">
            <a:extLst>
              <a:ext uri="{FF2B5EF4-FFF2-40B4-BE49-F238E27FC236}">
                <a16:creationId xmlns:a16="http://schemas.microsoft.com/office/drawing/2014/main" id="{A3FF5C67-D41D-04B3-E321-C939F38724EC}"/>
              </a:ext>
            </a:extLst>
          </p:cNvPr>
          <p:cNvSpPr>
            <a:spLocks noGrp="1"/>
          </p:cNvSpPr>
          <p:nvPr>
            <p:ph type="body" sz="quarter" idx="26" hasCustomPrompt="1"/>
          </p:nvPr>
        </p:nvSpPr>
        <p:spPr>
          <a:xfrm>
            <a:off x="380678" y="4899085"/>
            <a:ext cx="5329526" cy="1564127"/>
          </a:xfrm>
          <a:prstGeom prst="rect">
            <a:avLst/>
          </a:prstGeom>
        </p:spPr>
        <p:txBody>
          <a:bodyPr anchor="b" anchorCtr="0">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0" i="0">
                <a:solidFill>
                  <a:srgbClr val="B6BFB8"/>
                </a:solidFill>
                <a:latin typeface="Aptos" pitchFamily="2" charset="77"/>
                <a:cs typeface="Arial" panose="020B0604020202020204" pitchFamily="34" charset="0"/>
              </a:defRPr>
            </a:lvl1pPr>
            <a:lvl2pPr marL="457200" indent="0">
              <a:buNone/>
              <a:defRPr/>
            </a:lvl2pPr>
            <a:lvl3pPr marL="914400" indent="0">
              <a:buNone/>
              <a:defRPr/>
            </a:lvl3pPr>
            <a:lvl4pPr marL="1371600" indent="0">
              <a:buNone/>
              <a:defRPr/>
            </a:lvl4pPr>
            <a:lvl5pPr marL="1828800" indent="0">
              <a:buNone/>
              <a:defRPr/>
            </a:lvl5pPr>
          </a:lstStyle>
          <a:p>
            <a:r>
              <a:rPr lang="en-US"/>
              <a:t>Supporting text if applicable. Keep it short and sweet.</a:t>
            </a:r>
          </a:p>
        </p:txBody>
      </p:sp>
      <p:sp>
        <p:nvSpPr>
          <p:cNvPr id="2" name="Picture Placeholder 9">
            <a:extLst>
              <a:ext uri="{FF2B5EF4-FFF2-40B4-BE49-F238E27FC236}">
                <a16:creationId xmlns:a16="http://schemas.microsoft.com/office/drawing/2014/main" id="{A2D3F14D-0D4B-4EFB-F398-BFFFBB46F6D7}"/>
              </a:ext>
            </a:extLst>
          </p:cNvPr>
          <p:cNvSpPr>
            <a:spLocks noGrp="1"/>
          </p:cNvSpPr>
          <p:nvPr>
            <p:ph type="pic" sz="quarter" idx="32"/>
          </p:nvPr>
        </p:nvSpPr>
        <p:spPr>
          <a:xfrm>
            <a:off x="6088062" y="0"/>
            <a:ext cx="6103938" cy="6858000"/>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61153537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ecurity feature specific 3">
    <p:spTree>
      <p:nvGrpSpPr>
        <p:cNvPr id="1" name=""/>
        <p:cNvGrpSpPr/>
        <p:nvPr/>
      </p:nvGrpSpPr>
      <p:grpSpPr>
        <a:xfrm>
          <a:off x="0" y="0"/>
          <a:ext cx="0" cy="0"/>
          <a:chOff x="0" y="0"/>
          <a:chExt cx="0" cy="0"/>
        </a:xfrm>
      </p:grpSpPr>
      <p:sp>
        <p:nvSpPr>
          <p:cNvPr id="3" name="Rounded Rectangle 2">
            <a:extLst>
              <a:ext uri="{FF2B5EF4-FFF2-40B4-BE49-F238E27FC236}">
                <a16:creationId xmlns:a16="http://schemas.microsoft.com/office/drawing/2014/main" id="{E59326D6-64C6-348E-9279-FB16E6BBEA29}"/>
              </a:ext>
            </a:extLst>
          </p:cNvPr>
          <p:cNvSpPr/>
          <p:nvPr userDrawn="1"/>
        </p:nvSpPr>
        <p:spPr>
          <a:xfrm>
            <a:off x="1646961" y="2537246"/>
            <a:ext cx="8898071" cy="4549354"/>
          </a:xfrm>
          <a:prstGeom prst="roundRect">
            <a:avLst>
              <a:gd name="adj" fmla="val 1725"/>
            </a:avLst>
          </a:prstGeom>
          <a:solidFill>
            <a:schemeClr val="bg1">
              <a:lumMod val="95000"/>
              <a:lumOff val="5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atin typeface="Aptos" pitchFamily="2" charset="77"/>
                <a:cs typeface="Aptos" pitchFamily="2" charset="77"/>
              </a:rPr>
              <a:t>Cover this entire rectangle with the product shot / UI</a:t>
            </a:r>
          </a:p>
        </p:txBody>
      </p:sp>
      <p:sp>
        <p:nvSpPr>
          <p:cNvPr id="4" name="Rectangle 3">
            <a:extLst>
              <a:ext uri="{FF2B5EF4-FFF2-40B4-BE49-F238E27FC236}">
                <a16:creationId xmlns:a16="http://schemas.microsoft.com/office/drawing/2014/main" id="{683896C6-8487-9D71-D14D-0618FC4FF6D1}"/>
              </a:ext>
            </a:extLst>
          </p:cNvPr>
          <p:cNvSpPr/>
          <p:nvPr userDrawn="1"/>
        </p:nvSpPr>
        <p:spPr>
          <a:xfrm rot="5400000">
            <a:off x="6077712" y="-6076188"/>
            <a:ext cx="36576" cy="1218895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3">
            <a:extLst>
              <a:ext uri="{FF2B5EF4-FFF2-40B4-BE49-F238E27FC236}">
                <a16:creationId xmlns:a16="http://schemas.microsoft.com/office/drawing/2014/main" id="{9C0A93AB-65E7-2F9F-A327-9957791ED9C5}"/>
              </a:ext>
            </a:extLst>
          </p:cNvPr>
          <p:cNvSpPr>
            <a:spLocks noGrp="1"/>
          </p:cNvSpPr>
          <p:nvPr>
            <p:ph type="title" hasCustomPrompt="1"/>
          </p:nvPr>
        </p:nvSpPr>
        <p:spPr>
          <a:xfrm>
            <a:off x="0" y="1277951"/>
            <a:ext cx="12188952" cy="1127328"/>
          </a:xfrm>
          <a:prstGeom prst="rect">
            <a:avLst/>
          </a:prstGeom>
        </p:spPr>
        <p:txBody>
          <a:bodyPr anchor="t"/>
          <a:lstStyle>
            <a:lvl1pPr algn="ctr">
              <a:defRPr b="1" i="0">
                <a:solidFill>
                  <a:schemeClr val="tx1"/>
                </a:solidFill>
                <a:latin typeface="Aptos" pitchFamily="2" charset="77"/>
              </a:defRPr>
            </a:lvl1pPr>
          </a:lstStyle>
          <a:p>
            <a:r>
              <a:rPr lang="en-US"/>
              <a:t>A value prop in sentence case </a:t>
            </a:r>
            <a:br>
              <a:rPr lang="en-US"/>
            </a:br>
            <a:r>
              <a:rPr lang="en-US"/>
              <a:t>that is 12 words or less</a:t>
            </a:r>
          </a:p>
        </p:txBody>
      </p:sp>
      <p:sp>
        <p:nvSpPr>
          <p:cNvPr id="6" name="Text Placeholder 23">
            <a:extLst>
              <a:ext uri="{FF2B5EF4-FFF2-40B4-BE49-F238E27FC236}">
                <a16:creationId xmlns:a16="http://schemas.microsoft.com/office/drawing/2014/main" id="{B2258BF3-25C9-70CC-E9B2-13FC51C67FC1}"/>
              </a:ext>
            </a:extLst>
          </p:cNvPr>
          <p:cNvSpPr>
            <a:spLocks noGrp="1"/>
          </p:cNvSpPr>
          <p:nvPr>
            <p:ph type="body" sz="quarter" idx="31" hasCustomPrompt="1"/>
          </p:nvPr>
        </p:nvSpPr>
        <p:spPr>
          <a:xfrm>
            <a:off x="3431236" y="263101"/>
            <a:ext cx="5329528" cy="286734"/>
          </a:xfrm>
          <a:prstGeom prst="rect">
            <a:avLst/>
          </a:prstGeom>
        </p:spPr>
        <p:txBody>
          <a:bodyPr anchor="ctr" anchorCtr="0">
            <a:noAutofit/>
          </a:bodyPr>
          <a:lstStyle>
            <a:lvl1pPr marL="0" indent="0" algn="ctr">
              <a:buNone/>
              <a:defRPr sz="1200" b="0" i="0">
                <a:solidFill>
                  <a:schemeClr val="accent2"/>
                </a:solidFill>
                <a:latin typeface="Consolas" panose="02000009000000000000" pitchFamily="49" charset="77"/>
                <a:ea typeface="Consolas" panose="02000009000000000000" pitchFamily="49" charset="77"/>
                <a:cs typeface="Consolas" panose="02000009000000000000" pitchFamily="49" charset="77"/>
              </a:defRPr>
            </a:lvl1pPr>
            <a:lvl2pPr marL="457200" indent="0">
              <a:buNone/>
              <a:defRPr/>
            </a:lvl2pPr>
            <a:lvl3pPr marL="914400" indent="0">
              <a:buNone/>
              <a:defRPr/>
            </a:lvl3pPr>
            <a:lvl4pPr marL="1371600" indent="0">
              <a:buNone/>
              <a:defRPr/>
            </a:lvl4pPr>
            <a:lvl5pPr marL="1828800" indent="0">
              <a:buNone/>
              <a:defRPr/>
            </a:lvl5pPr>
          </a:lstStyle>
          <a:p>
            <a:r>
              <a:rPr lang="en-US">
                <a:solidFill>
                  <a:schemeClr val="accent2"/>
                </a:solidFill>
              </a:rPr>
              <a:t>Beta / Coming soon / GA / Q12026 </a:t>
            </a:r>
          </a:p>
        </p:txBody>
      </p:sp>
    </p:spTree>
    <p:extLst>
      <p:ext uri="{BB962C8B-B14F-4D97-AF65-F5344CB8AC3E}">
        <p14:creationId xmlns:p14="http://schemas.microsoft.com/office/powerpoint/2010/main" val="393968697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379134B-F8BD-AF84-FC8F-B01F81F73C15}"/>
              </a:ext>
            </a:extLst>
          </p:cNvPr>
          <p:cNvPicPr>
            <a:picLocks noGrp="1" noRot="1" noChangeAspect="1" noMove="1" noResize="1" noEditPoints="1" noAdjustHandles="1" noChangeArrowheads="1" noChangeShapeType="1" noCrop="1"/>
          </p:cNvPicPr>
          <p:nvPr userDrawn="1"/>
        </p:nvPicPr>
        <p:blipFill>
          <a:blip r:embed="rId2" cstate="screen">
            <a:extLst>
              <a:ext uri="{28A0092B-C50C-407E-A947-70E740481C1C}">
                <a14:useLocalDpi xmlns:a14="http://schemas.microsoft.com/office/drawing/2010/main"/>
              </a:ext>
            </a:extLst>
          </a:blip>
          <a:srcRect/>
          <a:stretch/>
        </p:blipFill>
        <p:spPr>
          <a:xfrm>
            <a:off x="1" y="0"/>
            <a:ext cx="12192000" cy="6858000"/>
          </a:xfrm>
          <a:prstGeom prst="rect">
            <a:avLst/>
          </a:prstGeom>
        </p:spPr>
      </p:pic>
      <p:sp>
        <p:nvSpPr>
          <p:cNvPr id="5" name="Title 1">
            <a:extLst>
              <a:ext uri="{FF2B5EF4-FFF2-40B4-BE49-F238E27FC236}">
                <a16:creationId xmlns:a16="http://schemas.microsoft.com/office/drawing/2014/main" id="{8BBF8ABC-61EB-DB2E-3AFE-76A947CAA49E}"/>
              </a:ext>
            </a:extLst>
          </p:cNvPr>
          <p:cNvSpPr>
            <a:spLocks noGrp="1"/>
          </p:cNvSpPr>
          <p:nvPr>
            <p:ph type="ctrTitle" hasCustomPrompt="1"/>
          </p:nvPr>
        </p:nvSpPr>
        <p:spPr>
          <a:xfrm>
            <a:off x="2515035" y="1392319"/>
            <a:ext cx="9039106" cy="4073363"/>
          </a:xfrm>
          <a:prstGeom prst="rect">
            <a:avLst/>
          </a:prstGeom>
        </p:spPr>
        <p:txBody>
          <a:bodyPr anchor="ctr">
            <a:normAutofit/>
          </a:bodyPr>
          <a:lstStyle>
            <a:lvl1pPr algn="l">
              <a:lnSpc>
                <a:spcPct val="80000"/>
              </a:lnSpc>
              <a:defRPr sz="6000" b="1" i="0">
                <a:solidFill>
                  <a:schemeClr val="tx1"/>
                </a:solidFill>
                <a:latin typeface="Aptos" pitchFamily="2" charset="77"/>
              </a:defRPr>
            </a:lvl1pPr>
          </a:lstStyle>
          <a:p>
            <a:r>
              <a:rPr lang="en-US" dirty="0"/>
              <a:t>Section title</a:t>
            </a:r>
          </a:p>
        </p:txBody>
      </p:sp>
    </p:spTree>
    <p:extLst>
      <p:ext uri="{BB962C8B-B14F-4D97-AF65-F5344CB8AC3E}">
        <p14:creationId xmlns:p14="http://schemas.microsoft.com/office/powerpoint/2010/main" val="17817598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78EB23-30EC-D9A5-D09F-EBD7B052AF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AA7FA7F-82B9-D117-26CB-9657C199A6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5878170"/>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80" r:id="rId9"/>
    <p:sldLayoutId id="2147483786" r:id="rId10"/>
    <p:sldLayoutId id="2147483787" r:id="rId11"/>
    <p:sldLayoutId id="2147483791" r:id="rId12"/>
    <p:sldLayoutId id="2147483793" r:id="rId13"/>
    <p:sldLayoutId id="2147483794" r:id="rId14"/>
    <p:sldLayoutId id="2147483839" r:id="rId15"/>
    <p:sldLayoutId id="2147483686" r:id="rId16"/>
    <p:sldLayoutId id="2147483764" r:id="rId17"/>
    <p:sldLayoutId id="2147483702" r:id="rId18"/>
    <p:sldLayoutId id="2147483703" r:id="rId19"/>
    <p:sldLayoutId id="2147483704" r:id="rId20"/>
    <p:sldLayoutId id="2147483705" r:id="rId21"/>
    <p:sldLayoutId id="2147483707" r:id="rId22"/>
    <p:sldLayoutId id="2147483708" r:id="rId23"/>
    <p:sldLayoutId id="2147483709" r:id="rId24"/>
    <p:sldLayoutId id="2147483710" r:id="rId25"/>
    <p:sldLayoutId id="2147483713" r:id="rId26"/>
    <p:sldLayoutId id="2147483722" r:id="rId27"/>
    <p:sldLayoutId id="2147483723" r:id="rId28"/>
    <p:sldLayoutId id="2147483739" r:id="rId29"/>
    <p:sldLayoutId id="2147483742" r:id="rId30"/>
    <p:sldLayoutId id="2147483745" r:id="rId31"/>
    <p:sldLayoutId id="2147483753" r:id="rId32"/>
    <p:sldLayoutId id="2147483754" r:id="rId33"/>
    <p:sldLayoutId id="2147483755" r:id="rId34"/>
    <p:sldLayoutId id="2147483756" r:id="rId35"/>
    <p:sldLayoutId id="2147483860" r:id="rId36"/>
    <p:sldLayoutId id="2147483866" r:id="rId37"/>
    <p:sldLayoutId id="2147483867" r:id="rId38"/>
    <p:sldLayoutId id="2147483903" r:id="rId39"/>
    <p:sldLayoutId id="2147483904" r:id="rId40"/>
    <p:sldLayoutId id="2147483905" r:id="rId41"/>
    <p:sldLayoutId id="2147483906" r:id="rId42"/>
    <p:sldLayoutId id="2147483907" r:id="rId43"/>
  </p:sldLayoutIdLst>
  <p:txStyles>
    <p:titleStyle>
      <a:lvl1pPr algn="l" defTabSz="914400" rtl="0" eaLnBrk="1" latinLnBrk="0" hangingPunct="1">
        <a:lnSpc>
          <a:spcPct val="90000"/>
        </a:lnSpc>
        <a:spcBef>
          <a:spcPct val="0"/>
        </a:spcBef>
        <a:buNone/>
        <a:defRPr sz="3600" b="1" i="0" kern="1200">
          <a:solidFill>
            <a:schemeClr val="tx1"/>
          </a:solidFill>
          <a:latin typeface="Aptos" pitchFamily="2" charset="77"/>
          <a:ea typeface="+mj-ea"/>
          <a:cs typeface="Arial" panose="020B0604020202020204" pitchFamily="34"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20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5.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5.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8.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16.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8.xml"/><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41.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40.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41.xml"/><Relationship Id="rId4"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41.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42.xml"/><Relationship Id="rId5" Type="http://schemas.openxmlformats.org/officeDocument/2006/relationships/image" Target="../media/image25.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40.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40.xml"/></Relationships>
</file>

<file path=ppt/slides/_rels/slide1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18.xml"/><Relationship Id="rId1" Type="http://schemas.openxmlformats.org/officeDocument/2006/relationships/slideLayout" Target="../slideLayouts/slideLayout40.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40.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8" Type="http://schemas.openxmlformats.org/officeDocument/2006/relationships/image" Target="../media/image37.sv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svg"/><Relationship Id="rId12" Type="http://schemas.openxmlformats.org/officeDocument/2006/relationships/image" Target="../media/image41.png"/><Relationship Id="rId2" Type="http://schemas.openxmlformats.org/officeDocument/2006/relationships/notesSlide" Target="../notesSlides/notesSlide20.xml"/><Relationship Id="rId1" Type="http://schemas.openxmlformats.org/officeDocument/2006/relationships/slideLayout" Target="../slideLayouts/slideLayout15.xml"/><Relationship Id="rId6" Type="http://schemas.openxmlformats.org/officeDocument/2006/relationships/image" Target="../media/image35.svg"/><Relationship Id="rId11" Type="http://schemas.openxmlformats.org/officeDocument/2006/relationships/image" Target="../media/image40.png"/><Relationship Id="rId5" Type="http://schemas.openxmlformats.org/officeDocument/2006/relationships/image" Target="../media/image34.svg"/><Relationship Id="rId10" Type="http://schemas.openxmlformats.org/officeDocument/2006/relationships/image" Target="../media/image39.png"/><Relationship Id="rId4" Type="http://schemas.openxmlformats.org/officeDocument/2006/relationships/image" Target="../media/image33.svg"/><Relationship Id="rId9" Type="http://schemas.openxmlformats.org/officeDocument/2006/relationships/image" Target="../media/image38.png"/><Relationship Id="rId14" Type="http://schemas.openxmlformats.org/officeDocument/2006/relationships/image" Target="../media/image4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5.xml"/><Relationship Id="rId4" Type="http://schemas.openxmlformats.org/officeDocument/2006/relationships/image" Target="../media/image13.png"/></Relationships>
</file>

<file path=ppt/slides/_rels/slide23.xml.rels><?xml version="1.0" encoding="UTF-8" standalone="yes"?>
<Relationships xmlns="http://schemas.openxmlformats.org/package/2006/relationships"><Relationship Id="rId3" Type="http://schemas.openxmlformats.org/officeDocument/2006/relationships/hyperlink" Target="https://aka.ms/githubcopilotdevdays/sweepstakes" TargetMode="External"/><Relationship Id="rId2" Type="http://schemas.openxmlformats.org/officeDocument/2006/relationships/image" Target="../media/image44.png"/><Relationship Id="rId1" Type="http://schemas.openxmlformats.org/officeDocument/2006/relationships/slideLayout" Target="../slideLayouts/slideLayout15.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0E980-03F6-A842-2974-D4AB80531B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173F31-E88F-FE41-8DD3-E021FAE838C6}"/>
              </a:ext>
            </a:extLst>
          </p:cNvPr>
          <p:cNvSpPr>
            <a:spLocks noGrp="1"/>
          </p:cNvSpPr>
          <p:nvPr>
            <p:ph type="ctrTitle"/>
          </p:nvPr>
        </p:nvSpPr>
        <p:spPr/>
        <p:txBody>
          <a:bodyPr>
            <a:normAutofit/>
          </a:bodyPr>
          <a:lstStyle/>
          <a:p>
            <a:r>
              <a:rPr lang="en-US" sz="9600">
                <a:latin typeface="Aptos"/>
                <a:ea typeface="Calibri"/>
                <a:cs typeface="Calibri"/>
              </a:rPr>
              <a:t>GitHub Copilot </a:t>
            </a:r>
            <a:br>
              <a:rPr lang="en-US" sz="9600">
                <a:latin typeface="Aptos"/>
                <a:ea typeface="Calibri"/>
                <a:cs typeface="Calibri"/>
              </a:rPr>
            </a:br>
            <a:r>
              <a:rPr lang="en-US" sz="9600">
                <a:latin typeface="Aptos"/>
                <a:ea typeface="Calibri"/>
                <a:cs typeface="Calibri"/>
              </a:rPr>
              <a:t>Dev Days</a:t>
            </a:r>
          </a:p>
        </p:txBody>
      </p:sp>
      <p:sp>
        <p:nvSpPr>
          <p:cNvPr id="3" name="Text Placeholder 2">
            <a:extLst>
              <a:ext uri="{FF2B5EF4-FFF2-40B4-BE49-F238E27FC236}">
                <a16:creationId xmlns:a16="http://schemas.microsoft.com/office/drawing/2014/main" id="{7C234C61-AD51-1141-E543-FC3264283FC6}"/>
              </a:ext>
            </a:extLst>
          </p:cNvPr>
          <p:cNvSpPr>
            <a:spLocks noGrp="1"/>
          </p:cNvSpPr>
          <p:nvPr>
            <p:ph type="body" sz="quarter" idx="25"/>
          </p:nvPr>
        </p:nvSpPr>
        <p:spPr/>
        <p:txBody>
          <a:bodyPr/>
          <a:lstStyle/>
          <a:p>
            <a:endParaRPr lang="en-US"/>
          </a:p>
        </p:txBody>
      </p:sp>
      <p:sp>
        <p:nvSpPr>
          <p:cNvPr id="4" name="Text Placeholder 3">
            <a:extLst>
              <a:ext uri="{FF2B5EF4-FFF2-40B4-BE49-F238E27FC236}">
                <a16:creationId xmlns:a16="http://schemas.microsoft.com/office/drawing/2014/main" id="{3AEC6A8D-05C0-0E2C-8223-FBF006AFEB2B}"/>
              </a:ext>
            </a:extLst>
          </p:cNvPr>
          <p:cNvSpPr>
            <a:spLocks noGrp="1"/>
          </p:cNvSpPr>
          <p:nvPr>
            <p:ph type="body" sz="quarter" idx="26"/>
          </p:nvPr>
        </p:nvSpPr>
        <p:spPr/>
        <p:txBody>
          <a:bodyPr/>
          <a:lstStyle/>
          <a:p>
            <a:endParaRPr lang="en-US"/>
          </a:p>
        </p:txBody>
      </p:sp>
      <p:sp>
        <p:nvSpPr>
          <p:cNvPr id="5" name="Text Placeholder 4">
            <a:extLst>
              <a:ext uri="{FF2B5EF4-FFF2-40B4-BE49-F238E27FC236}">
                <a16:creationId xmlns:a16="http://schemas.microsoft.com/office/drawing/2014/main" id="{0BC79CE2-A11C-DE3E-A87C-923069080A44}"/>
              </a:ext>
            </a:extLst>
          </p:cNvPr>
          <p:cNvSpPr>
            <a:spLocks noGrp="1"/>
          </p:cNvSpPr>
          <p:nvPr>
            <p:ph type="body" sz="quarter" idx="38"/>
          </p:nvPr>
        </p:nvSpPr>
        <p:spPr/>
        <p:txBody>
          <a:bodyPr/>
          <a:lstStyle/>
          <a:p>
            <a:endParaRPr lang="en-US"/>
          </a:p>
        </p:txBody>
      </p:sp>
      <p:sp>
        <p:nvSpPr>
          <p:cNvPr id="6" name="Text Placeholder 5">
            <a:extLst>
              <a:ext uri="{FF2B5EF4-FFF2-40B4-BE49-F238E27FC236}">
                <a16:creationId xmlns:a16="http://schemas.microsoft.com/office/drawing/2014/main" id="{B64FA467-26BA-66FA-698B-EE14771BB339}"/>
              </a:ext>
            </a:extLst>
          </p:cNvPr>
          <p:cNvSpPr>
            <a:spLocks noGrp="1"/>
          </p:cNvSpPr>
          <p:nvPr>
            <p:ph type="body" sz="quarter" idx="39"/>
          </p:nvPr>
        </p:nvSpPr>
        <p:spPr/>
        <p:txBody>
          <a:bodyPr/>
          <a:lstStyle/>
          <a:p>
            <a:endParaRPr lang="en-US"/>
          </a:p>
        </p:txBody>
      </p:sp>
      <p:sp>
        <p:nvSpPr>
          <p:cNvPr id="7" name="Picture Placeholder 6">
            <a:extLst>
              <a:ext uri="{FF2B5EF4-FFF2-40B4-BE49-F238E27FC236}">
                <a16:creationId xmlns:a16="http://schemas.microsoft.com/office/drawing/2014/main" id="{77CC80A3-CB93-EC07-B3F9-D5A1901C562E}"/>
              </a:ext>
            </a:extLst>
          </p:cNvPr>
          <p:cNvSpPr>
            <a:spLocks noGrp="1"/>
          </p:cNvSpPr>
          <p:nvPr>
            <p:ph type="pic" sz="quarter" idx="41"/>
          </p:nvPr>
        </p:nvSpPr>
        <p:spPr/>
        <p:txBody>
          <a:bodyPr/>
          <a:lstStyle/>
          <a:p>
            <a:endParaRPr lang="en-US"/>
          </a:p>
        </p:txBody>
      </p:sp>
      <p:sp>
        <p:nvSpPr>
          <p:cNvPr id="8" name="Picture Placeholder 7">
            <a:extLst>
              <a:ext uri="{FF2B5EF4-FFF2-40B4-BE49-F238E27FC236}">
                <a16:creationId xmlns:a16="http://schemas.microsoft.com/office/drawing/2014/main" id="{9CC4381D-2ADC-B170-4319-08F26F8D8F91}"/>
              </a:ext>
            </a:extLst>
          </p:cNvPr>
          <p:cNvSpPr>
            <a:spLocks noGrp="1"/>
          </p:cNvSpPr>
          <p:nvPr>
            <p:ph type="pic" sz="quarter" idx="43"/>
          </p:nvPr>
        </p:nvSpPr>
        <p:spPr/>
        <p:txBody>
          <a:bodyPr/>
          <a:lstStyle/>
          <a:p>
            <a:endParaRPr lang="en-US"/>
          </a:p>
        </p:txBody>
      </p:sp>
    </p:spTree>
    <p:extLst>
      <p:ext uri="{BB962C8B-B14F-4D97-AF65-F5344CB8AC3E}">
        <p14:creationId xmlns:p14="http://schemas.microsoft.com/office/powerpoint/2010/main" val="3998713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7EEE2-A2CA-BA9A-4572-E3932C11DDDD}"/>
            </a:ext>
          </a:extLst>
        </p:cNvPr>
        <p:cNvGrpSpPr/>
        <p:nvPr/>
      </p:nvGrpSpPr>
      <p:grpSpPr>
        <a:xfrm>
          <a:off x="0" y="0"/>
          <a:ext cx="0" cy="0"/>
          <a:chOff x="0" y="0"/>
          <a:chExt cx="0" cy="0"/>
        </a:xfrm>
      </p:grpSpPr>
      <p:sp>
        <p:nvSpPr>
          <p:cNvPr id="2" name="Heading">
            <a:extLst>
              <a:ext uri="{FF2B5EF4-FFF2-40B4-BE49-F238E27FC236}">
                <a16:creationId xmlns:a16="http://schemas.microsoft.com/office/drawing/2014/main" id="{A81430CB-9C8D-E930-D50E-3492339632C4}"/>
              </a:ext>
            </a:extLst>
          </p:cNvPr>
          <p:cNvSpPr>
            <a:spLocks noGrp="1"/>
          </p:cNvSpPr>
          <p:nvPr>
            <p:ph type="ctrTitle"/>
          </p:nvPr>
        </p:nvSpPr>
        <p:spPr>
          <a:xfrm>
            <a:off x="4767710" y="2245658"/>
            <a:ext cx="6825607" cy="2643294"/>
          </a:xfrm>
        </p:spPr>
        <p:txBody>
          <a:bodyPr anchor="t">
            <a:normAutofit fontScale="90000"/>
          </a:bodyPr>
          <a:lstStyle/>
          <a:p>
            <a:r>
              <a:rPr lang="en-US"/>
              <a:t>GitHub Copilot: </a:t>
            </a:r>
            <a:br>
              <a:rPr lang="en-US"/>
            </a:br>
            <a:r>
              <a:rPr lang="en-US" sz="4800"/>
              <a:t>Your AI Companion for Every Workflow</a:t>
            </a:r>
            <a:endParaRPr lang="en-US"/>
          </a:p>
        </p:txBody>
      </p:sp>
      <p:sp>
        <p:nvSpPr>
          <p:cNvPr id="29" name="Text Placeholder 28">
            <a:extLst>
              <a:ext uri="{FF2B5EF4-FFF2-40B4-BE49-F238E27FC236}">
                <a16:creationId xmlns:a16="http://schemas.microsoft.com/office/drawing/2014/main" id="{CB4F53B8-D7AE-30B5-6ADC-49D2349255F3}"/>
              </a:ext>
            </a:extLst>
          </p:cNvPr>
          <p:cNvSpPr>
            <a:spLocks noGrp="1"/>
          </p:cNvSpPr>
          <p:nvPr>
            <p:ph type="body" sz="quarter" idx="38"/>
          </p:nvPr>
        </p:nvSpPr>
        <p:spPr/>
        <p:txBody>
          <a:bodyPr/>
          <a:lstStyle/>
          <a:p>
            <a:r>
              <a:rPr lang="en-US"/>
              <a:t>Your Name</a:t>
            </a:r>
          </a:p>
        </p:txBody>
      </p:sp>
      <p:sp>
        <p:nvSpPr>
          <p:cNvPr id="31" name="Text Placeholder 30">
            <a:extLst>
              <a:ext uri="{FF2B5EF4-FFF2-40B4-BE49-F238E27FC236}">
                <a16:creationId xmlns:a16="http://schemas.microsoft.com/office/drawing/2014/main" id="{2667F56F-0050-88C6-0F7A-0054574620C1}"/>
              </a:ext>
            </a:extLst>
          </p:cNvPr>
          <p:cNvSpPr>
            <a:spLocks noGrp="1"/>
          </p:cNvSpPr>
          <p:nvPr>
            <p:ph type="body" sz="quarter" idx="39"/>
          </p:nvPr>
        </p:nvSpPr>
        <p:spPr/>
        <p:txBody>
          <a:bodyPr/>
          <a:lstStyle/>
          <a:p>
            <a:r>
              <a:rPr lang="en-US"/>
              <a:t>Your Company/Socials</a:t>
            </a:r>
          </a:p>
        </p:txBody>
      </p:sp>
      <p:pic>
        <p:nvPicPr>
          <p:cNvPr id="6" name="Picture Placeholder 5">
            <a:extLst>
              <a:ext uri="{FF2B5EF4-FFF2-40B4-BE49-F238E27FC236}">
                <a16:creationId xmlns:a16="http://schemas.microsoft.com/office/drawing/2014/main" id="{2B7F54E6-7C00-73D2-0995-053E174C1AE2}"/>
              </a:ext>
            </a:extLst>
          </p:cNvPr>
          <p:cNvPicPr>
            <a:picLocks noGrp="1" noChangeAspect="1"/>
          </p:cNvPicPr>
          <p:nvPr>
            <p:ph type="pic" sz="quarter" idx="43"/>
          </p:nvPr>
        </p:nvPicPr>
        <p:blipFill>
          <a:blip r:embed="rId3" cstate="screen">
            <a:extLst>
              <a:ext uri="{28A0092B-C50C-407E-A947-70E740481C1C}">
                <a14:useLocalDpi xmlns:a14="http://schemas.microsoft.com/office/drawing/2010/main"/>
              </a:ext>
            </a:extLst>
          </a:blip>
          <a:srcRect/>
          <a:stretch>
            <a:fillRect/>
          </a:stretch>
        </p:blipFill>
        <p:spPr/>
      </p:pic>
    </p:spTree>
    <p:extLst>
      <p:ext uri="{BB962C8B-B14F-4D97-AF65-F5344CB8AC3E}">
        <p14:creationId xmlns:p14="http://schemas.microsoft.com/office/powerpoint/2010/main" val="24269020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A521-E92E-4573-B714-03A61C8C2EBD}"/>
            </a:ext>
          </a:extLst>
        </p:cNvPr>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51FEEC75-7346-39C5-5FF6-A7E44D0A57F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47784" y="-371295"/>
            <a:ext cx="8612550" cy="8010332"/>
          </a:xfrm>
          <a:prstGeom prst="rect">
            <a:avLst/>
          </a:prstGeom>
        </p:spPr>
      </p:pic>
      <p:pic>
        <p:nvPicPr>
          <p:cNvPr id="6" name="Picture 5" descr="A cartoon robot with glasses&#10;&#10;AI-generated content may be incorrect.">
            <a:extLst>
              <a:ext uri="{FF2B5EF4-FFF2-40B4-BE49-F238E27FC236}">
                <a16:creationId xmlns:a16="http://schemas.microsoft.com/office/drawing/2014/main" id="{CC8F9EFC-38D1-7AD4-0280-1AE1F7DB072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H="1">
            <a:off x="8681374" y="3516329"/>
            <a:ext cx="2644055" cy="2644055"/>
          </a:xfrm>
          <a:prstGeom prst="rect">
            <a:avLst/>
          </a:prstGeom>
        </p:spPr>
      </p:pic>
      <p:grpSp>
        <p:nvGrpSpPr>
          <p:cNvPr id="39" name="Group 38">
            <a:extLst>
              <a:ext uri="{FF2B5EF4-FFF2-40B4-BE49-F238E27FC236}">
                <a16:creationId xmlns:a16="http://schemas.microsoft.com/office/drawing/2014/main" id="{35F79710-FE00-2A5D-70D1-7412DB1CA093}"/>
              </a:ext>
            </a:extLst>
          </p:cNvPr>
          <p:cNvGrpSpPr/>
          <p:nvPr/>
        </p:nvGrpSpPr>
        <p:grpSpPr>
          <a:xfrm>
            <a:off x="1014431" y="2607851"/>
            <a:ext cx="4564070" cy="1904965"/>
            <a:chOff x="3831857" y="7478113"/>
            <a:chExt cx="13692210" cy="5714897"/>
          </a:xfrm>
        </p:grpSpPr>
        <p:grpSp>
          <p:nvGrpSpPr>
            <p:cNvPr id="7" name="Group 6">
              <a:extLst>
                <a:ext uri="{FF2B5EF4-FFF2-40B4-BE49-F238E27FC236}">
                  <a16:creationId xmlns:a16="http://schemas.microsoft.com/office/drawing/2014/main" id="{78FE1DB3-1ECB-622B-8D9A-DE95154ABCD1}"/>
                </a:ext>
              </a:extLst>
            </p:cNvPr>
            <p:cNvGrpSpPr/>
            <p:nvPr/>
          </p:nvGrpSpPr>
          <p:grpSpPr>
            <a:xfrm>
              <a:off x="4241837" y="7478113"/>
              <a:ext cx="3365205" cy="1369701"/>
              <a:chOff x="37020973" y="1816303"/>
              <a:chExt cx="3701725" cy="1506671"/>
            </a:xfrm>
          </p:grpSpPr>
          <p:sp>
            <p:nvSpPr>
              <p:cNvPr id="8" name="Google Shape;1675;p89">
                <a:extLst>
                  <a:ext uri="{FF2B5EF4-FFF2-40B4-BE49-F238E27FC236}">
                    <a16:creationId xmlns:a16="http://schemas.microsoft.com/office/drawing/2014/main" id="{A2C6F7E7-1EB8-4027-CE78-D22F87673E1F}"/>
                  </a:ext>
                </a:extLst>
              </p:cNvPr>
              <p:cNvSpPr/>
              <p:nvPr/>
            </p:nvSpPr>
            <p:spPr>
              <a:xfrm>
                <a:off x="37020973" y="1816303"/>
                <a:ext cx="3701725" cy="1506671"/>
              </a:xfrm>
              <a:prstGeom prst="roundRect">
                <a:avLst>
                  <a:gd name="adj" fmla="val 50000"/>
                </a:avLst>
              </a:prstGeom>
              <a:solidFill>
                <a:srgbClr val="000000"/>
              </a:solidFill>
              <a:ln w="12700">
                <a:gradFill flip="none" rotWithShape="1">
                  <a:gsLst>
                    <a:gs pos="0">
                      <a:schemeClr val="accent5"/>
                    </a:gs>
                    <a:gs pos="100000">
                      <a:schemeClr val="accent6"/>
                    </a:gs>
                  </a:gsLst>
                  <a:lin ang="2700000" scaled="1"/>
                  <a:tileRect/>
                </a:gradFill>
              </a:ln>
            </p:spPr>
            <p:txBody>
              <a:bodyPr spcFirstLastPara="1" wrap="square" lIns="457200" tIns="0" rIns="91440" bIns="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FFFFFF"/>
                    </a:solidFill>
                    <a:effectLst/>
                    <a:uLnTx/>
                    <a:uFillTx/>
                    <a:latin typeface="Aptos" pitchFamily="2" charset="77"/>
                    <a:ea typeface="Arial"/>
                    <a:cs typeface="Aptos" pitchFamily="2" charset="77"/>
                    <a:sym typeface="Arial"/>
                  </a:rPr>
                  <a:t>Code</a:t>
                </a:r>
              </a:p>
            </p:txBody>
          </p:sp>
          <p:grpSp>
            <p:nvGrpSpPr>
              <p:cNvPr id="9" name="Google Shape;1659;p89">
                <a:extLst>
                  <a:ext uri="{FF2B5EF4-FFF2-40B4-BE49-F238E27FC236}">
                    <a16:creationId xmlns:a16="http://schemas.microsoft.com/office/drawing/2014/main" id="{9AED6EC7-E09D-1793-5BE4-DD62C303F2A2}"/>
                  </a:ext>
                </a:extLst>
              </p:cNvPr>
              <p:cNvGrpSpPr>
                <a:grpSpLocks noChangeAspect="1"/>
              </p:cNvGrpSpPr>
              <p:nvPr/>
            </p:nvGrpSpPr>
            <p:grpSpPr>
              <a:xfrm>
                <a:off x="37600413" y="2237711"/>
                <a:ext cx="663851" cy="663854"/>
                <a:chOff x="3192175" y="1099503"/>
                <a:chExt cx="52725" cy="52725"/>
              </a:xfrm>
            </p:grpSpPr>
            <p:sp>
              <p:nvSpPr>
                <p:cNvPr id="10" name="Google Shape;1660;p89">
                  <a:extLst>
                    <a:ext uri="{FF2B5EF4-FFF2-40B4-BE49-F238E27FC236}">
                      <a16:creationId xmlns:a16="http://schemas.microsoft.com/office/drawing/2014/main" id="{EAADBE22-7F40-6FFE-79B8-A934AB591D32}"/>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Google Shape;1661;p89">
                  <a:extLst>
                    <a:ext uri="{FF2B5EF4-FFF2-40B4-BE49-F238E27FC236}">
                      <a16:creationId xmlns:a16="http://schemas.microsoft.com/office/drawing/2014/main" id="{1B5291C3-B77F-00B6-2C92-7FACA3293CE3}"/>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Google Shape;1662;p89">
                  <a:extLst>
                    <a:ext uri="{FF2B5EF4-FFF2-40B4-BE49-F238E27FC236}">
                      <a16:creationId xmlns:a16="http://schemas.microsoft.com/office/drawing/2014/main" id="{322E5253-AB18-B79A-8322-4F041AD8F4F7}"/>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15" name="Group 14">
              <a:extLst>
                <a:ext uri="{FF2B5EF4-FFF2-40B4-BE49-F238E27FC236}">
                  <a16:creationId xmlns:a16="http://schemas.microsoft.com/office/drawing/2014/main" id="{5ABF0998-AC13-7243-3A81-B63FD53F4165}"/>
                </a:ext>
              </a:extLst>
            </p:cNvPr>
            <p:cNvGrpSpPr/>
            <p:nvPr/>
          </p:nvGrpSpPr>
          <p:grpSpPr>
            <a:xfrm>
              <a:off x="3831857" y="9619453"/>
              <a:ext cx="13692210" cy="3573557"/>
              <a:chOff x="21815651" y="8034884"/>
              <a:chExt cx="13692210" cy="3573557"/>
            </a:xfrm>
          </p:grpSpPr>
          <p:grpSp>
            <p:nvGrpSpPr>
              <p:cNvPr id="16" name="Google Shape;1674;p69">
                <a:extLst>
                  <a:ext uri="{FF2B5EF4-FFF2-40B4-BE49-F238E27FC236}">
                    <a16:creationId xmlns:a16="http://schemas.microsoft.com/office/drawing/2014/main" id="{33157B54-1B79-D32F-96E0-A4C1AF1D65A8}"/>
                  </a:ext>
                </a:extLst>
              </p:cNvPr>
              <p:cNvGrpSpPr>
                <a:grpSpLocks noChangeAspect="1"/>
              </p:cNvGrpSpPr>
              <p:nvPr/>
            </p:nvGrpSpPr>
            <p:grpSpPr>
              <a:xfrm>
                <a:off x="22166537" y="8034884"/>
                <a:ext cx="6915819" cy="877824"/>
                <a:chOff x="239425" y="2405825"/>
                <a:chExt cx="7135225" cy="901500"/>
              </a:xfrm>
              <a:solidFill>
                <a:schemeClr val="tx1"/>
              </a:solidFill>
            </p:grpSpPr>
            <p:sp>
              <p:nvSpPr>
                <p:cNvPr id="18" name="Google Shape;1675;p69">
                  <a:extLst>
                    <a:ext uri="{FF2B5EF4-FFF2-40B4-BE49-F238E27FC236}">
                      <a16:creationId xmlns:a16="http://schemas.microsoft.com/office/drawing/2014/main" id="{BA5F30CE-9A89-F622-604B-6C4BFD46CF92}"/>
                    </a:ext>
                  </a:extLst>
                </p:cNvPr>
                <p:cNvSpPr/>
                <p:nvPr/>
              </p:nvSpPr>
              <p:spPr>
                <a:xfrm>
                  <a:off x="603500" y="2903275"/>
                  <a:ext cx="72850" cy="161250"/>
                </a:xfrm>
                <a:custGeom>
                  <a:avLst/>
                  <a:gdLst/>
                  <a:ahLst/>
                  <a:cxnLst/>
                  <a:rect l="l" t="t" r="r" b="b"/>
                  <a:pathLst>
                    <a:path w="2914" h="6450" extrusionOk="0">
                      <a:moveTo>
                        <a:pt x="1457" y="1"/>
                      </a:moveTo>
                      <a:cubicBezTo>
                        <a:pt x="647" y="1"/>
                        <a:pt x="1" y="654"/>
                        <a:pt x="1" y="1457"/>
                      </a:cubicBezTo>
                      <a:lnTo>
                        <a:pt x="1" y="4994"/>
                      </a:lnTo>
                      <a:cubicBezTo>
                        <a:pt x="1" y="5796"/>
                        <a:pt x="647" y="6450"/>
                        <a:pt x="1457" y="6450"/>
                      </a:cubicBezTo>
                      <a:cubicBezTo>
                        <a:pt x="2259" y="6450"/>
                        <a:pt x="2913" y="5796"/>
                        <a:pt x="2913" y="4994"/>
                      </a:cubicBezTo>
                      <a:lnTo>
                        <a:pt x="2913" y="1457"/>
                      </a:lnTo>
                      <a:cubicBezTo>
                        <a:pt x="2913" y="654"/>
                        <a:pt x="2259" y="1"/>
                        <a:pt x="1457" y="1"/>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19" name="Google Shape;1676;p69">
                  <a:extLst>
                    <a:ext uri="{FF2B5EF4-FFF2-40B4-BE49-F238E27FC236}">
                      <a16:creationId xmlns:a16="http://schemas.microsoft.com/office/drawing/2014/main" id="{05906399-29BF-D496-DA04-8E7CA0326775}"/>
                    </a:ext>
                  </a:extLst>
                </p:cNvPr>
                <p:cNvSpPr/>
                <p:nvPr/>
              </p:nvSpPr>
              <p:spPr>
                <a:xfrm>
                  <a:off x="800975" y="2903275"/>
                  <a:ext cx="72825" cy="161250"/>
                </a:xfrm>
                <a:custGeom>
                  <a:avLst/>
                  <a:gdLst/>
                  <a:ahLst/>
                  <a:cxnLst/>
                  <a:rect l="l" t="t" r="r" b="b"/>
                  <a:pathLst>
                    <a:path w="2913" h="6450" extrusionOk="0">
                      <a:moveTo>
                        <a:pt x="1456" y="1"/>
                      </a:moveTo>
                      <a:cubicBezTo>
                        <a:pt x="654" y="1"/>
                        <a:pt x="0" y="654"/>
                        <a:pt x="0" y="1457"/>
                      </a:cubicBezTo>
                      <a:lnTo>
                        <a:pt x="0" y="4994"/>
                      </a:lnTo>
                      <a:cubicBezTo>
                        <a:pt x="0" y="5796"/>
                        <a:pt x="654" y="6450"/>
                        <a:pt x="1456" y="6450"/>
                      </a:cubicBezTo>
                      <a:cubicBezTo>
                        <a:pt x="2259" y="6450"/>
                        <a:pt x="2913" y="5796"/>
                        <a:pt x="2913" y="4994"/>
                      </a:cubicBezTo>
                      <a:lnTo>
                        <a:pt x="2913" y="1457"/>
                      </a:lnTo>
                      <a:cubicBezTo>
                        <a:pt x="2913" y="654"/>
                        <a:pt x="2259" y="1"/>
                        <a:pt x="1456" y="1"/>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0" name="Google Shape;1677;p69">
                  <a:extLst>
                    <a:ext uri="{FF2B5EF4-FFF2-40B4-BE49-F238E27FC236}">
                      <a16:creationId xmlns:a16="http://schemas.microsoft.com/office/drawing/2014/main" id="{C1416D9E-A760-CD86-331F-495C4770BA11}"/>
                    </a:ext>
                  </a:extLst>
                </p:cNvPr>
                <p:cNvSpPr/>
                <p:nvPr/>
              </p:nvSpPr>
              <p:spPr>
                <a:xfrm>
                  <a:off x="239425" y="2405825"/>
                  <a:ext cx="998275" cy="833325"/>
                </a:xfrm>
                <a:custGeom>
                  <a:avLst/>
                  <a:gdLst/>
                  <a:ahLst/>
                  <a:cxnLst/>
                  <a:rect l="l" t="t" r="r" b="b"/>
                  <a:pathLst>
                    <a:path w="39931" h="33333" extrusionOk="0">
                      <a:moveTo>
                        <a:pt x="39797" y="24973"/>
                      </a:moveTo>
                      <a:cubicBezTo>
                        <a:pt x="38363" y="27463"/>
                        <a:pt x="30048" y="33332"/>
                        <a:pt x="19965" y="33332"/>
                      </a:cubicBezTo>
                      <a:cubicBezTo>
                        <a:pt x="9882" y="33332"/>
                        <a:pt x="1575" y="27463"/>
                        <a:pt x="141" y="24973"/>
                      </a:cubicBezTo>
                      <a:cubicBezTo>
                        <a:pt x="37" y="24795"/>
                        <a:pt x="0" y="24587"/>
                        <a:pt x="0" y="24379"/>
                      </a:cubicBezTo>
                      <a:lnTo>
                        <a:pt x="0" y="19951"/>
                      </a:lnTo>
                      <a:cubicBezTo>
                        <a:pt x="0" y="19765"/>
                        <a:pt x="30" y="19586"/>
                        <a:pt x="97" y="19416"/>
                      </a:cubicBezTo>
                      <a:cubicBezTo>
                        <a:pt x="721" y="17863"/>
                        <a:pt x="2341" y="15604"/>
                        <a:pt x="4429" y="14995"/>
                      </a:cubicBezTo>
                      <a:cubicBezTo>
                        <a:pt x="4711" y="14281"/>
                        <a:pt x="5120" y="13241"/>
                        <a:pt x="5506" y="12476"/>
                      </a:cubicBezTo>
                      <a:cubicBezTo>
                        <a:pt x="5439" y="11889"/>
                        <a:pt x="5417" y="11280"/>
                        <a:pt x="5417" y="10670"/>
                      </a:cubicBezTo>
                      <a:cubicBezTo>
                        <a:pt x="5417" y="8456"/>
                        <a:pt x="5885" y="6509"/>
                        <a:pt x="7297" y="5068"/>
                      </a:cubicBezTo>
                      <a:cubicBezTo>
                        <a:pt x="7958" y="4392"/>
                        <a:pt x="8775" y="3872"/>
                        <a:pt x="9749" y="3485"/>
                      </a:cubicBezTo>
                      <a:cubicBezTo>
                        <a:pt x="12074" y="1591"/>
                        <a:pt x="15388" y="0"/>
                        <a:pt x="19928" y="0"/>
                      </a:cubicBezTo>
                      <a:cubicBezTo>
                        <a:pt x="24476" y="0"/>
                        <a:pt x="27856" y="1591"/>
                        <a:pt x="30182" y="3485"/>
                      </a:cubicBezTo>
                      <a:cubicBezTo>
                        <a:pt x="31156" y="3872"/>
                        <a:pt x="31973" y="4392"/>
                        <a:pt x="32634" y="5068"/>
                      </a:cubicBezTo>
                      <a:cubicBezTo>
                        <a:pt x="34053" y="6509"/>
                        <a:pt x="34522" y="8456"/>
                        <a:pt x="34522" y="10670"/>
                      </a:cubicBezTo>
                      <a:cubicBezTo>
                        <a:pt x="34522" y="11280"/>
                        <a:pt x="34499" y="11889"/>
                        <a:pt x="34432" y="12476"/>
                      </a:cubicBezTo>
                      <a:cubicBezTo>
                        <a:pt x="34819" y="13241"/>
                        <a:pt x="35227" y="14281"/>
                        <a:pt x="35502" y="14995"/>
                      </a:cubicBezTo>
                      <a:cubicBezTo>
                        <a:pt x="37598" y="15604"/>
                        <a:pt x="39218" y="17863"/>
                        <a:pt x="39834" y="19416"/>
                      </a:cubicBezTo>
                      <a:cubicBezTo>
                        <a:pt x="39901" y="19586"/>
                        <a:pt x="39931" y="19765"/>
                        <a:pt x="39931" y="19951"/>
                      </a:cubicBezTo>
                      <a:lnTo>
                        <a:pt x="39931" y="24379"/>
                      </a:lnTo>
                      <a:cubicBezTo>
                        <a:pt x="39931" y="24587"/>
                        <a:pt x="39901" y="24795"/>
                        <a:pt x="39797" y="24973"/>
                      </a:cubicBezTo>
                      <a:close/>
                      <a:moveTo>
                        <a:pt x="21318" y="10128"/>
                      </a:moveTo>
                      <a:cubicBezTo>
                        <a:pt x="21251" y="9578"/>
                        <a:pt x="21214" y="9088"/>
                        <a:pt x="21214" y="8642"/>
                      </a:cubicBezTo>
                      <a:lnTo>
                        <a:pt x="21214" y="8612"/>
                      </a:lnTo>
                      <a:cubicBezTo>
                        <a:pt x="21214" y="7334"/>
                        <a:pt x="21496" y="6494"/>
                        <a:pt x="21942" y="5989"/>
                      </a:cubicBezTo>
                      <a:cubicBezTo>
                        <a:pt x="22514" y="5335"/>
                        <a:pt x="23681" y="4838"/>
                        <a:pt x="26155" y="5105"/>
                      </a:cubicBezTo>
                      <a:cubicBezTo>
                        <a:pt x="28659" y="5380"/>
                        <a:pt x="30056" y="5997"/>
                        <a:pt x="30851" y="6814"/>
                      </a:cubicBezTo>
                      <a:cubicBezTo>
                        <a:pt x="31624" y="7594"/>
                        <a:pt x="32025" y="8776"/>
                        <a:pt x="32025" y="10670"/>
                      </a:cubicBezTo>
                      <a:cubicBezTo>
                        <a:pt x="32025" y="12684"/>
                        <a:pt x="31735" y="13873"/>
                        <a:pt x="31096" y="14593"/>
                      </a:cubicBezTo>
                      <a:cubicBezTo>
                        <a:pt x="30487" y="15284"/>
                        <a:pt x="29291" y="15842"/>
                        <a:pt x="26675" y="15842"/>
                      </a:cubicBezTo>
                      <a:cubicBezTo>
                        <a:pt x="24669" y="15842"/>
                        <a:pt x="23517" y="15188"/>
                        <a:pt x="22782" y="14281"/>
                      </a:cubicBezTo>
                      <a:cubicBezTo>
                        <a:pt x="21986" y="13315"/>
                        <a:pt x="21548" y="11889"/>
                        <a:pt x="21318" y="10128"/>
                      </a:cubicBezTo>
                      <a:close/>
                      <a:moveTo>
                        <a:pt x="18613" y="10128"/>
                      </a:moveTo>
                      <a:cubicBezTo>
                        <a:pt x="18687" y="9578"/>
                        <a:pt x="18717" y="9088"/>
                        <a:pt x="18717" y="8642"/>
                      </a:cubicBezTo>
                      <a:lnTo>
                        <a:pt x="18717" y="8612"/>
                      </a:lnTo>
                      <a:cubicBezTo>
                        <a:pt x="18717" y="7334"/>
                        <a:pt x="18435" y="6494"/>
                        <a:pt x="17989" y="5989"/>
                      </a:cubicBezTo>
                      <a:cubicBezTo>
                        <a:pt x="17424" y="5335"/>
                        <a:pt x="16250" y="4838"/>
                        <a:pt x="13783" y="5105"/>
                      </a:cubicBezTo>
                      <a:cubicBezTo>
                        <a:pt x="11279" y="5380"/>
                        <a:pt x="9875" y="5997"/>
                        <a:pt x="9080" y="6814"/>
                      </a:cubicBezTo>
                      <a:cubicBezTo>
                        <a:pt x="8315" y="7594"/>
                        <a:pt x="7913" y="8776"/>
                        <a:pt x="7913" y="10670"/>
                      </a:cubicBezTo>
                      <a:cubicBezTo>
                        <a:pt x="7913" y="12684"/>
                        <a:pt x="8203" y="13873"/>
                        <a:pt x="8842" y="14593"/>
                      </a:cubicBezTo>
                      <a:cubicBezTo>
                        <a:pt x="9444" y="15284"/>
                        <a:pt x="10640" y="15842"/>
                        <a:pt x="13256" y="15842"/>
                      </a:cubicBezTo>
                      <a:cubicBezTo>
                        <a:pt x="15269" y="15842"/>
                        <a:pt x="16421" y="15188"/>
                        <a:pt x="17157" y="14281"/>
                      </a:cubicBezTo>
                      <a:cubicBezTo>
                        <a:pt x="17944" y="13315"/>
                        <a:pt x="18390" y="11889"/>
                        <a:pt x="18613" y="10128"/>
                      </a:cubicBezTo>
                      <a:close/>
                      <a:moveTo>
                        <a:pt x="20255" y="15009"/>
                      </a:moveTo>
                      <a:lnTo>
                        <a:pt x="20129" y="15009"/>
                      </a:lnTo>
                      <a:cubicBezTo>
                        <a:pt x="19980" y="15009"/>
                        <a:pt x="19750" y="15009"/>
                        <a:pt x="19683" y="15009"/>
                      </a:cubicBezTo>
                      <a:cubicBezTo>
                        <a:pt x="19505" y="15307"/>
                        <a:pt x="19312" y="15589"/>
                        <a:pt x="19089" y="15857"/>
                      </a:cubicBezTo>
                      <a:cubicBezTo>
                        <a:pt x="17811" y="17432"/>
                        <a:pt x="15901" y="18338"/>
                        <a:pt x="13256" y="18338"/>
                      </a:cubicBezTo>
                      <a:cubicBezTo>
                        <a:pt x="10388" y="18338"/>
                        <a:pt x="8285" y="17744"/>
                        <a:pt x="6970" y="16243"/>
                      </a:cubicBezTo>
                      <a:cubicBezTo>
                        <a:pt x="6895" y="16161"/>
                        <a:pt x="6829" y="16072"/>
                        <a:pt x="6829" y="16072"/>
                      </a:cubicBezTo>
                      <a:lnTo>
                        <a:pt x="6665" y="16243"/>
                      </a:lnTo>
                      <a:lnTo>
                        <a:pt x="6665" y="27195"/>
                      </a:lnTo>
                      <a:cubicBezTo>
                        <a:pt x="9050" y="28488"/>
                        <a:pt x="14170" y="30821"/>
                        <a:pt x="19965" y="30821"/>
                      </a:cubicBezTo>
                      <a:cubicBezTo>
                        <a:pt x="25761" y="30821"/>
                        <a:pt x="30888" y="28488"/>
                        <a:pt x="33273" y="27195"/>
                      </a:cubicBezTo>
                      <a:lnTo>
                        <a:pt x="33273" y="16243"/>
                      </a:lnTo>
                      <a:lnTo>
                        <a:pt x="33110" y="16072"/>
                      </a:lnTo>
                      <a:cubicBezTo>
                        <a:pt x="33110" y="16072"/>
                        <a:pt x="33058" y="16146"/>
                        <a:pt x="32969" y="16243"/>
                      </a:cubicBezTo>
                      <a:cubicBezTo>
                        <a:pt x="31646" y="17744"/>
                        <a:pt x="29543" y="18338"/>
                        <a:pt x="26675" y="18338"/>
                      </a:cubicBezTo>
                      <a:cubicBezTo>
                        <a:pt x="24037" y="18338"/>
                        <a:pt x="22120" y="17432"/>
                        <a:pt x="20842" y="15857"/>
                      </a:cubicBezTo>
                      <a:cubicBezTo>
                        <a:pt x="20627" y="15589"/>
                        <a:pt x="20434" y="15307"/>
                        <a:pt x="20255" y="15009"/>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1" name="Google Shape;1678;p69">
                  <a:extLst>
                    <a:ext uri="{FF2B5EF4-FFF2-40B4-BE49-F238E27FC236}">
                      <a16:creationId xmlns:a16="http://schemas.microsoft.com/office/drawing/2014/main" id="{EF398B07-5CA1-0F2F-AA11-5DCDBF959FD6}"/>
                    </a:ext>
                  </a:extLst>
                </p:cNvPr>
                <p:cNvSpPr/>
                <p:nvPr/>
              </p:nvSpPr>
              <p:spPr>
                <a:xfrm>
                  <a:off x="1456875" y="2479200"/>
                  <a:ext cx="658000" cy="683600"/>
                </a:xfrm>
                <a:custGeom>
                  <a:avLst/>
                  <a:gdLst/>
                  <a:ahLst/>
                  <a:cxnLst/>
                  <a:rect l="l" t="t" r="r" b="b"/>
                  <a:pathLst>
                    <a:path w="26320" h="27344" extrusionOk="0">
                      <a:moveTo>
                        <a:pt x="13472" y="0"/>
                      </a:moveTo>
                      <a:cubicBezTo>
                        <a:pt x="11443" y="0"/>
                        <a:pt x="9601" y="305"/>
                        <a:pt x="7944" y="922"/>
                      </a:cubicBezTo>
                      <a:cubicBezTo>
                        <a:pt x="6309" y="1531"/>
                        <a:pt x="4897" y="2415"/>
                        <a:pt x="3701" y="3589"/>
                      </a:cubicBezTo>
                      <a:cubicBezTo>
                        <a:pt x="2527" y="4763"/>
                        <a:pt x="1613" y="6190"/>
                        <a:pt x="952" y="7869"/>
                      </a:cubicBezTo>
                      <a:cubicBezTo>
                        <a:pt x="320" y="9556"/>
                        <a:pt x="1" y="11480"/>
                        <a:pt x="1" y="13657"/>
                      </a:cubicBezTo>
                      <a:cubicBezTo>
                        <a:pt x="1" y="15708"/>
                        <a:pt x="298" y="17573"/>
                        <a:pt x="877" y="19252"/>
                      </a:cubicBezTo>
                      <a:cubicBezTo>
                        <a:pt x="1487" y="20939"/>
                        <a:pt x="2356" y="22388"/>
                        <a:pt x="3478" y="23614"/>
                      </a:cubicBezTo>
                      <a:cubicBezTo>
                        <a:pt x="4622" y="24802"/>
                        <a:pt x="6019" y="25731"/>
                        <a:pt x="7654" y="26392"/>
                      </a:cubicBezTo>
                      <a:cubicBezTo>
                        <a:pt x="9289" y="27024"/>
                        <a:pt x="11139" y="27344"/>
                        <a:pt x="13212" y="27344"/>
                      </a:cubicBezTo>
                      <a:cubicBezTo>
                        <a:pt x="15188" y="27344"/>
                        <a:pt x="16987" y="27061"/>
                        <a:pt x="18592" y="26504"/>
                      </a:cubicBezTo>
                      <a:cubicBezTo>
                        <a:pt x="20204" y="25939"/>
                        <a:pt x="21586" y="25137"/>
                        <a:pt x="22730" y="24089"/>
                      </a:cubicBezTo>
                      <a:cubicBezTo>
                        <a:pt x="23875" y="23034"/>
                        <a:pt x="24759" y="21778"/>
                        <a:pt x="25368" y="20315"/>
                      </a:cubicBezTo>
                      <a:cubicBezTo>
                        <a:pt x="26000" y="18829"/>
                        <a:pt x="26319" y="17172"/>
                        <a:pt x="26319" y="15336"/>
                      </a:cubicBezTo>
                      <a:lnTo>
                        <a:pt x="26319" y="12773"/>
                      </a:lnTo>
                      <a:lnTo>
                        <a:pt x="13212" y="12773"/>
                      </a:lnTo>
                      <a:lnTo>
                        <a:pt x="13212" y="16837"/>
                      </a:lnTo>
                      <a:lnTo>
                        <a:pt x="20531" y="16837"/>
                      </a:lnTo>
                      <a:cubicBezTo>
                        <a:pt x="20434" y="17833"/>
                        <a:pt x="20152" y="18725"/>
                        <a:pt x="19691" y="19512"/>
                      </a:cubicBezTo>
                      <a:cubicBezTo>
                        <a:pt x="19104" y="20508"/>
                        <a:pt x="18265" y="21281"/>
                        <a:pt x="17165" y="21815"/>
                      </a:cubicBezTo>
                      <a:cubicBezTo>
                        <a:pt x="16095" y="22328"/>
                        <a:pt x="14809" y="22588"/>
                        <a:pt x="13323" y="22588"/>
                      </a:cubicBezTo>
                      <a:cubicBezTo>
                        <a:pt x="12179" y="22588"/>
                        <a:pt x="11139" y="22402"/>
                        <a:pt x="10210" y="22038"/>
                      </a:cubicBezTo>
                      <a:cubicBezTo>
                        <a:pt x="9311" y="21645"/>
                        <a:pt x="8531" y="21087"/>
                        <a:pt x="7869" y="20352"/>
                      </a:cubicBezTo>
                      <a:cubicBezTo>
                        <a:pt x="7216" y="19594"/>
                        <a:pt x="6710" y="18658"/>
                        <a:pt x="6369" y="17536"/>
                      </a:cubicBezTo>
                      <a:cubicBezTo>
                        <a:pt x="6027" y="16414"/>
                        <a:pt x="5856" y="15121"/>
                        <a:pt x="5856" y="13657"/>
                      </a:cubicBezTo>
                      <a:cubicBezTo>
                        <a:pt x="5856" y="11703"/>
                        <a:pt x="6160" y="10083"/>
                        <a:pt x="6770" y="8790"/>
                      </a:cubicBezTo>
                      <a:cubicBezTo>
                        <a:pt x="7409" y="7468"/>
                        <a:pt x="8300" y="6494"/>
                        <a:pt x="9445" y="5863"/>
                      </a:cubicBezTo>
                      <a:cubicBezTo>
                        <a:pt x="10589" y="5202"/>
                        <a:pt x="11934" y="4875"/>
                        <a:pt x="13472" y="4875"/>
                      </a:cubicBezTo>
                      <a:cubicBezTo>
                        <a:pt x="14616" y="4875"/>
                        <a:pt x="15642" y="5053"/>
                        <a:pt x="16548" y="5417"/>
                      </a:cubicBezTo>
                      <a:cubicBezTo>
                        <a:pt x="17447" y="5759"/>
                        <a:pt x="18190" y="6264"/>
                        <a:pt x="18777" y="6918"/>
                      </a:cubicBezTo>
                      <a:cubicBezTo>
                        <a:pt x="19387" y="7579"/>
                        <a:pt x="19788" y="8374"/>
                        <a:pt x="19988" y="9303"/>
                      </a:cubicBezTo>
                      <a:lnTo>
                        <a:pt x="25844" y="9303"/>
                      </a:lnTo>
                      <a:cubicBezTo>
                        <a:pt x="25650" y="7423"/>
                        <a:pt x="25011" y="5789"/>
                        <a:pt x="23941" y="4392"/>
                      </a:cubicBezTo>
                      <a:cubicBezTo>
                        <a:pt x="22886" y="3002"/>
                        <a:pt x="21474" y="1932"/>
                        <a:pt x="19691" y="1174"/>
                      </a:cubicBezTo>
                      <a:cubicBezTo>
                        <a:pt x="17938" y="394"/>
                        <a:pt x="15865" y="0"/>
                        <a:pt x="13472" y="0"/>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2" name="Google Shape;1679;p69">
                  <a:extLst>
                    <a:ext uri="{FF2B5EF4-FFF2-40B4-BE49-F238E27FC236}">
                      <a16:creationId xmlns:a16="http://schemas.microsoft.com/office/drawing/2014/main" id="{69F8E7DA-CA2E-48E6-E60A-1D7F43FB53C7}"/>
                    </a:ext>
                  </a:extLst>
                </p:cNvPr>
                <p:cNvSpPr/>
                <p:nvPr/>
              </p:nvSpPr>
              <p:spPr>
                <a:xfrm>
                  <a:off x="2168900" y="2664025"/>
                  <a:ext cx="134500" cy="490600"/>
                </a:xfrm>
                <a:custGeom>
                  <a:avLst/>
                  <a:gdLst/>
                  <a:ahLst/>
                  <a:cxnLst/>
                  <a:rect l="l" t="t" r="r" b="b"/>
                  <a:pathLst>
                    <a:path w="5380" h="19624" extrusionOk="0">
                      <a:moveTo>
                        <a:pt x="0" y="0"/>
                      </a:moveTo>
                      <a:lnTo>
                        <a:pt x="0" y="19624"/>
                      </a:lnTo>
                      <a:lnTo>
                        <a:pt x="5380" y="19624"/>
                      </a:lnTo>
                      <a:lnTo>
                        <a:pt x="5380" y="0"/>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3" name="Google Shape;1680;p69">
                  <a:extLst>
                    <a:ext uri="{FF2B5EF4-FFF2-40B4-BE49-F238E27FC236}">
                      <a16:creationId xmlns:a16="http://schemas.microsoft.com/office/drawing/2014/main" id="{9FE93A6A-89DB-BC62-DA39-C162AF070CB3}"/>
                    </a:ext>
                  </a:extLst>
                </p:cNvPr>
                <p:cNvSpPr/>
                <p:nvPr/>
              </p:nvSpPr>
              <p:spPr>
                <a:xfrm>
                  <a:off x="2168900" y="2487550"/>
                  <a:ext cx="134500" cy="113525"/>
                </a:xfrm>
                <a:custGeom>
                  <a:avLst/>
                  <a:gdLst/>
                  <a:ahLst/>
                  <a:cxnLst/>
                  <a:rect l="l" t="t" r="r" b="b"/>
                  <a:pathLst>
                    <a:path w="5380" h="4541" extrusionOk="0">
                      <a:moveTo>
                        <a:pt x="0" y="1"/>
                      </a:moveTo>
                      <a:lnTo>
                        <a:pt x="0" y="4541"/>
                      </a:lnTo>
                      <a:lnTo>
                        <a:pt x="5380" y="4541"/>
                      </a:lnTo>
                      <a:lnTo>
                        <a:pt x="5380" y="1"/>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4" name="Google Shape;1681;p69">
                  <a:extLst>
                    <a:ext uri="{FF2B5EF4-FFF2-40B4-BE49-F238E27FC236}">
                      <a16:creationId xmlns:a16="http://schemas.microsoft.com/office/drawing/2014/main" id="{FCEBBD70-2B2C-0BAF-E410-2E33B3A2D394}"/>
                    </a:ext>
                  </a:extLst>
                </p:cNvPr>
                <p:cNvSpPr/>
                <p:nvPr/>
              </p:nvSpPr>
              <p:spPr>
                <a:xfrm>
                  <a:off x="2340350" y="2517650"/>
                  <a:ext cx="320275" cy="636975"/>
                </a:xfrm>
                <a:custGeom>
                  <a:avLst/>
                  <a:gdLst/>
                  <a:ahLst/>
                  <a:cxnLst/>
                  <a:rect l="l" t="t" r="r" b="b"/>
                  <a:pathLst>
                    <a:path w="12811" h="25479" extrusionOk="0">
                      <a:moveTo>
                        <a:pt x="8858" y="0"/>
                      </a:moveTo>
                      <a:lnTo>
                        <a:pt x="3515" y="513"/>
                      </a:lnTo>
                      <a:lnTo>
                        <a:pt x="3515" y="5855"/>
                      </a:lnTo>
                      <a:lnTo>
                        <a:pt x="1" y="5855"/>
                      </a:lnTo>
                      <a:lnTo>
                        <a:pt x="1" y="10180"/>
                      </a:lnTo>
                      <a:lnTo>
                        <a:pt x="3515" y="10180"/>
                      </a:lnTo>
                      <a:lnTo>
                        <a:pt x="3515" y="20679"/>
                      </a:lnTo>
                      <a:cubicBezTo>
                        <a:pt x="3515" y="21660"/>
                        <a:pt x="3649" y="22514"/>
                        <a:pt x="3916" y="23242"/>
                      </a:cubicBezTo>
                      <a:cubicBezTo>
                        <a:pt x="4206" y="23948"/>
                        <a:pt x="4719" y="24498"/>
                        <a:pt x="5454" y="24892"/>
                      </a:cubicBezTo>
                      <a:cubicBezTo>
                        <a:pt x="6183" y="25278"/>
                        <a:pt x="7208" y="25479"/>
                        <a:pt x="8531" y="25479"/>
                      </a:cubicBezTo>
                      <a:lnTo>
                        <a:pt x="12811" y="25479"/>
                      </a:lnTo>
                      <a:lnTo>
                        <a:pt x="12811" y="21117"/>
                      </a:lnTo>
                      <a:lnTo>
                        <a:pt x="10433" y="21117"/>
                      </a:lnTo>
                      <a:cubicBezTo>
                        <a:pt x="9920" y="21117"/>
                        <a:pt x="9526" y="21021"/>
                        <a:pt x="9259" y="20827"/>
                      </a:cubicBezTo>
                      <a:cubicBezTo>
                        <a:pt x="8991" y="20634"/>
                        <a:pt x="8858" y="20240"/>
                        <a:pt x="8858" y="19653"/>
                      </a:cubicBezTo>
                      <a:lnTo>
                        <a:pt x="8858" y="10180"/>
                      </a:lnTo>
                      <a:lnTo>
                        <a:pt x="12811" y="10180"/>
                      </a:lnTo>
                      <a:lnTo>
                        <a:pt x="12811" y="5855"/>
                      </a:lnTo>
                      <a:lnTo>
                        <a:pt x="8858" y="5855"/>
                      </a:lnTo>
                      <a:lnTo>
                        <a:pt x="8858" y="0"/>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5" name="Google Shape;1682;p69">
                  <a:extLst>
                    <a:ext uri="{FF2B5EF4-FFF2-40B4-BE49-F238E27FC236}">
                      <a16:creationId xmlns:a16="http://schemas.microsoft.com/office/drawing/2014/main" id="{8D295B76-6788-7162-FE41-E4CFDA796BBA}"/>
                    </a:ext>
                  </a:extLst>
                </p:cNvPr>
                <p:cNvSpPr/>
                <p:nvPr/>
              </p:nvSpPr>
              <p:spPr>
                <a:xfrm>
                  <a:off x="2712625" y="2487550"/>
                  <a:ext cx="599275" cy="667075"/>
                </a:xfrm>
                <a:custGeom>
                  <a:avLst/>
                  <a:gdLst/>
                  <a:ahLst/>
                  <a:cxnLst/>
                  <a:rect l="l" t="t" r="r" b="b"/>
                  <a:pathLst>
                    <a:path w="23971" h="26683" extrusionOk="0">
                      <a:moveTo>
                        <a:pt x="0" y="1"/>
                      </a:moveTo>
                      <a:lnTo>
                        <a:pt x="0" y="26683"/>
                      </a:lnTo>
                      <a:lnTo>
                        <a:pt x="5707" y="26683"/>
                      </a:lnTo>
                      <a:lnTo>
                        <a:pt x="5707" y="15589"/>
                      </a:lnTo>
                      <a:lnTo>
                        <a:pt x="18264" y="15589"/>
                      </a:lnTo>
                      <a:lnTo>
                        <a:pt x="18264" y="26683"/>
                      </a:lnTo>
                      <a:lnTo>
                        <a:pt x="23970" y="26683"/>
                      </a:lnTo>
                      <a:lnTo>
                        <a:pt x="23970" y="1"/>
                      </a:lnTo>
                      <a:lnTo>
                        <a:pt x="18264" y="1"/>
                      </a:lnTo>
                      <a:lnTo>
                        <a:pt x="18264" y="10723"/>
                      </a:lnTo>
                      <a:lnTo>
                        <a:pt x="5707" y="10723"/>
                      </a:lnTo>
                      <a:lnTo>
                        <a:pt x="5707" y="1"/>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6" name="Google Shape;1683;p69">
                  <a:extLst>
                    <a:ext uri="{FF2B5EF4-FFF2-40B4-BE49-F238E27FC236}">
                      <a16:creationId xmlns:a16="http://schemas.microsoft.com/office/drawing/2014/main" id="{95029EB8-CA60-7430-5BD6-431944E84024}"/>
                    </a:ext>
                  </a:extLst>
                </p:cNvPr>
                <p:cNvSpPr/>
                <p:nvPr/>
              </p:nvSpPr>
              <p:spPr>
                <a:xfrm>
                  <a:off x="3371875" y="2664025"/>
                  <a:ext cx="469450" cy="498775"/>
                </a:xfrm>
                <a:custGeom>
                  <a:avLst/>
                  <a:gdLst/>
                  <a:ahLst/>
                  <a:cxnLst/>
                  <a:rect l="l" t="t" r="r" b="b"/>
                  <a:pathLst>
                    <a:path w="18778" h="19951" extrusionOk="0">
                      <a:moveTo>
                        <a:pt x="0" y="0"/>
                      </a:moveTo>
                      <a:lnTo>
                        <a:pt x="0" y="12231"/>
                      </a:lnTo>
                      <a:cubicBezTo>
                        <a:pt x="0" y="13888"/>
                        <a:pt x="253" y="15299"/>
                        <a:pt x="766" y="16473"/>
                      </a:cubicBezTo>
                      <a:cubicBezTo>
                        <a:pt x="1301" y="17617"/>
                        <a:pt x="2096" y="18487"/>
                        <a:pt x="3144" y="19074"/>
                      </a:cubicBezTo>
                      <a:cubicBezTo>
                        <a:pt x="4199" y="19661"/>
                        <a:pt x="5477" y="19951"/>
                        <a:pt x="6992" y="19951"/>
                      </a:cubicBezTo>
                      <a:cubicBezTo>
                        <a:pt x="8404" y="19951"/>
                        <a:pt x="9660" y="19624"/>
                        <a:pt x="10760" y="18962"/>
                      </a:cubicBezTo>
                      <a:cubicBezTo>
                        <a:pt x="11882" y="18279"/>
                        <a:pt x="12677" y="17305"/>
                        <a:pt x="13137" y="16035"/>
                      </a:cubicBezTo>
                      <a:lnTo>
                        <a:pt x="13397" y="16035"/>
                      </a:lnTo>
                      <a:lnTo>
                        <a:pt x="13613" y="19624"/>
                      </a:lnTo>
                      <a:lnTo>
                        <a:pt x="18777" y="19624"/>
                      </a:lnTo>
                      <a:lnTo>
                        <a:pt x="18777" y="0"/>
                      </a:lnTo>
                      <a:lnTo>
                        <a:pt x="13397" y="0"/>
                      </a:lnTo>
                      <a:lnTo>
                        <a:pt x="13397" y="10834"/>
                      </a:lnTo>
                      <a:cubicBezTo>
                        <a:pt x="13397" y="11688"/>
                        <a:pt x="13227" y="12483"/>
                        <a:pt x="12885" y="13219"/>
                      </a:cubicBezTo>
                      <a:cubicBezTo>
                        <a:pt x="12543" y="13925"/>
                        <a:pt x="12053" y="14497"/>
                        <a:pt x="11421" y="14935"/>
                      </a:cubicBezTo>
                      <a:cubicBezTo>
                        <a:pt x="10782" y="15374"/>
                        <a:pt x="10017" y="15596"/>
                        <a:pt x="9110" y="15596"/>
                      </a:cubicBezTo>
                      <a:cubicBezTo>
                        <a:pt x="8233" y="15596"/>
                        <a:pt x="7513" y="15411"/>
                        <a:pt x="6955" y="15047"/>
                      </a:cubicBezTo>
                      <a:cubicBezTo>
                        <a:pt x="6413" y="14653"/>
                        <a:pt x="6012" y="14103"/>
                        <a:pt x="5744" y="13397"/>
                      </a:cubicBezTo>
                      <a:cubicBezTo>
                        <a:pt x="5499" y="12691"/>
                        <a:pt x="5380" y="11822"/>
                        <a:pt x="5380" y="10797"/>
                      </a:cubicBezTo>
                      <a:lnTo>
                        <a:pt x="5380" y="0"/>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7" name="Google Shape;1684;p69">
                  <a:extLst>
                    <a:ext uri="{FF2B5EF4-FFF2-40B4-BE49-F238E27FC236}">
                      <a16:creationId xmlns:a16="http://schemas.microsoft.com/office/drawing/2014/main" id="{56CBE60B-464F-DD24-5EF1-0FC6439D433C}"/>
                    </a:ext>
                  </a:extLst>
                </p:cNvPr>
                <p:cNvSpPr/>
                <p:nvPr/>
              </p:nvSpPr>
              <p:spPr>
                <a:xfrm>
                  <a:off x="3906125" y="2487550"/>
                  <a:ext cx="493200" cy="676175"/>
                </a:xfrm>
                <a:custGeom>
                  <a:avLst/>
                  <a:gdLst/>
                  <a:ahLst/>
                  <a:cxnLst/>
                  <a:rect l="l" t="t" r="r" b="b"/>
                  <a:pathLst>
                    <a:path w="19728" h="27047" extrusionOk="0">
                      <a:moveTo>
                        <a:pt x="11896" y="27047"/>
                      </a:moveTo>
                      <a:cubicBezTo>
                        <a:pt x="10893" y="27047"/>
                        <a:pt x="9979" y="26891"/>
                        <a:pt x="9147" y="26571"/>
                      </a:cubicBezTo>
                      <a:cubicBezTo>
                        <a:pt x="8322" y="26252"/>
                        <a:pt x="7602" y="25813"/>
                        <a:pt x="6992" y="25256"/>
                      </a:cubicBezTo>
                      <a:cubicBezTo>
                        <a:pt x="6405" y="24691"/>
                        <a:pt x="5967" y="24030"/>
                        <a:pt x="5670" y="23280"/>
                      </a:cubicBezTo>
                      <a:lnTo>
                        <a:pt x="5380" y="23280"/>
                      </a:lnTo>
                      <a:lnTo>
                        <a:pt x="5157" y="26683"/>
                      </a:lnTo>
                      <a:lnTo>
                        <a:pt x="0" y="26683"/>
                      </a:lnTo>
                      <a:lnTo>
                        <a:pt x="0" y="1"/>
                      </a:lnTo>
                      <a:lnTo>
                        <a:pt x="5380" y="1"/>
                      </a:lnTo>
                      <a:lnTo>
                        <a:pt x="5380" y="10462"/>
                      </a:lnTo>
                      <a:lnTo>
                        <a:pt x="5670" y="10462"/>
                      </a:lnTo>
                      <a:cubicBezTo>
                        <a:pt x="6115" y="9341"/>
                        <a:pt x="6881" y="8441"/>
                        <a:pt x="7980" y="7758"/>
                      </a:cubicBezTo>
                      <a:cubicBezTo>
                        <a:pt x="9080" y="7052"/>
                        <a:pt x="10380" y="6695"/>
                        <a:pt x="11896" y="6695"/>
                      </a:cubicBezTo>
                      <a:cubicBezTo>
                        <a:pt x="13063" y="6695"/>
                        <a:pt x="14125" y="6918"/>
                        <a:pt x="15076" y="7357"/>
                      </a:cubicBezTo>
                      <a:cubicBezTo>
                        <a:pt x="16057" y="7773"/>
                        <a:pt x="16882" y="8404"/>
                        <a:pt x="17566" y="9259"/>
                      </a:cubicBezTo>
                      <a:cubicBezTo>
                        <a:pt x="18279" y="10113"/>
                        <a:pt x="18814" y="11176"/>
                        <a:pt x="19178" y="12439"/>
                      </a:cubicBezTo>
                      <a:cubicBezTo>
                        <a:pt x="19542" y="13709"/>
                        <a:pt x="19728" y="15188"/>
                        <a:pt x="19728" y="16867"/>
                      </a:cubicBezTo>
                      <a:cubicBezTo>
                        <a:pt x="19728" y="19119"/>
                        <a:pt x="19401" y="20991"/>
                        <a:pt x="18740" y="22507"/>
                      </a:cubicBezTo>
                      <a:cubicBezTo>
                        <a:pt x="18108" y="24023"/>
                        <a:pt x="17187" y="25152"/>
                        <a:pt x="15990" y="25910"/>
                      </a:cubicBezTo>
                      <a:cubicBezTo>
                        <a:pt x="14824" y="26668"/>
                        <a:pt x="13457" y="27047"/>
                        <a:pt x="11896" y="27047"/>
                      </a:cubicBezTo>
                      <a:close/>
                      <a:moveTo>
                        <a:pt x="9845" y="22693"/>
                      </a:moveTo>
                      <a:cubicBezTo>
                        <a:pt x="10722" y="22693"/>
                        <a:pt x="11495" y="22485"/>
                        <a:pt x="12149" y="22068"/>
                      </a:cubicBezTo>
                      <a:cubicBezTo>
                        <a:pt x="12810" y="21630"/>
                        <a:pt x="13323" y="20984"/>
                        <a:pt x="13687" y="20129"/>
                      </a:cubicBezTo>
                      <a:cubicBezTo>
                        <a:pt x="14051" y="19275"/>
                        <a:pt x="14237" y="18190"/>
                        <a:pt x="14237" y="16867"/>
                      </a:cubicBezTo>
                      <a:cubicBezTo>
                        <a:pt x="14237" y="15872"/>
                        <a:pt x="14125" y="15002"/>
                        <a:pt x="13910" y="14274"/>
                      </a:cubicBezTo>
                      <a:cubicBezTo>
                        <a:pt x="13709" y="13539"/>
                        <a:pt x="13419" y="12944"/>
                        <a:pt x="13033" y="12476"/>
                      </a:cubicBezTo>
                      <a:cubicBezTo>
                        <a:pt x="12639" y="11993"/>
                        <a:pt x="12179" y="11636"/>
                        <a:pt x="11636" y="11421"/>
                      </a:cubicBezTo>
                      <a:cubicBezTo>
                        <a:pt x="11101" y="11176"/>
                        <a:pt x="10507" y="11049"/>
                        <a:pt x="9845" y="11049"/>
                      </a:cubicBezTo>
                      <a:cubicBezTo>
                        <a:pt x="8872" y="11049"/>
                        <a:pt x="8055" y="11280"/>
                        <a:pt x="7393" y="11748"/>
                      </a:cubicBezTo>
                      <a:cubicBezTo>
                        <a:pt x="6732" y="12209"/>
                        <a:pt x="6234" y="12810"/>
                        <a:pt x="5893" y="13539"/>
                      </a:cubicBezTo>
                      <a:cubicBezTo>
                        <a:pt x="5573" y="14274"/>
                        <a:pt x="5417" y="15062"/>
                        <a:pt x="5417" y="15916"/>
                      </a:cubicBezTo>
                      <a:lnTo>
                        <a:pt x="5417" y="17826"/>
                      </a:lnTo>
                      <a:cubicBezTo>
                        <a:pt x="5417" y="18651"/>
                        <a:pt x="5573" y="19431"/>
                        <a:pt x="5893" y="20166"/>
                      </a:cubicBezTo>
                      <a:cubicBezTo>
                        <a:pt x="6234" y="20894"/>
                        <a:pt x="6732" y="21504"/>
                        <a:pt x="7393" y="21994"/>
                      </a:cubicBezTo>
                      <a:cubicBezTo>
                        <a:pt x="8055" y="22462"/>
                        <a:pt x="8872" y="22693"/>
                        <a:pt x="9845" y="22693"/>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8" name="Google Shape;1685;p69">
                  <a:extLst>
                    <a:ext uri="{FF2B5EF4-FFF2-40B4-BE49-F238E27FC236}">
                      <a16:creationId xmlns:a16="http://schemas.microsoft.com/office/drawing/2014/main" id="{8D5D21B6-2A4F-FD66-E368-881CB343883D}"/>
                    </a:ext>
                  </a:extLst>
                </p:cNvPr>
                <p:cNvSpPr/>
                <p:nvPr/>
              </p:nvSpPr>
              <p:spPr>
                <a:xfrm>
                  <a:off x="4567800" y="2479200"/>
                  <a:ext cx="638650" cy="683600"/>
                </a:xfrm>
                <a:custGeom>
                  <a:avLst/>
                  <a:gdLst/>
                  <a:ahLst/>
                  <a:cxnLst/>
                  <a:rect l="l" t="t" r="r" b="b"/>
                  <a:pathLst>
                    <a:path w="25546" h="27344" extrusionOk="0">
                      <a:moveTo>
                        <a:pt x="13249" y="0"/>
                      </a:moveTo>
                      <a:cubicBezTo>
                        <a:pt x="11272" y="0"/>
                        <a:pt x="9467" y="320"/>
                        <a:pt x="7832" y="951"/>
                      </a:cubicBezTo>
                      <a:cubicBezTo>
                        <a:pt x="6219" y="1568"/>
                        <a:pt x="4830" y="2467"/>
                        <a:pt x="3656" y="3663"/>
                      </a:cubicBezTo>
                      <a:cubicBezTo>
                        <a:pt x="2482" y="4837"/>
                        <a:pt x="1583" y="6264"/>
                        <a:pt x="951" y="7943"/>
                      </a:cubicBezTo>
                      <a:cubicBezTo>
                        <a:pt x="312" y="9630"/>
                        <a:pt x="0" y="11532"/>
                        <a:pt x="0" y="13657"/>
                      </a:cubicBezTo>
                      <a:cubicBezTo>
                        <a:pt x="0" y="15804"/>
                        <a:pt x="312" y="17714"/>
                        <a:pt x="951" y="19401"/>
                      </a:cubicBezTo>
                      <a:cubicBezTo>
                        <a:pt x="1583" y="21087"/>
                        <a:pt x="2482" y="22521"/>
                        <a:pt x="3656" y="23718"/>
                      </a:cubicBezTo>
                      <a:cubicBezTo>
                        <a:pt x="4830" y="24892"/>
                        <a:pt x="6219" y="25791"/>
                        <a:pt x="7832" y="26430"/>
                      </a:cubicBezTo>
                      <a:cubicBezTo>
                        <a:pt x="9467" y="27039"/>
                        <a:pt x="11272" y="27344"/>
                        <a:pt x="13249" y="27344"/>
                      </a:cubicBezTo>
                      <a:cubicBezTo>
                        <a:pt x="15493" y="27344"/>
                        <a:pt x="17491" y="26950"/>
                        <a:pt x="19245" y="26170"/>
                      </a:cubicBezTo>
                      <a:cubicBezTo>
                        <a:pt x="21006" y="25389"/>
                        <a:pt x="22433" y="24290"/>
                        <a:pt x="23532" y="22878"/>
                      </a:cubicBezTo>
                      <a:cubicBezTo>
                        <a:pt x="24654" y="21466"/>
                        <a:pt x="25323" y="19802"/>
                        <a:pt x="25546" y="17900"/>
                      </a:cubicBezTo>
                      <a:lnTo>
                        <a:pt x="20605" y="17900"/>
                      </a:lnTo>
                      <a:cubicBezTo>
                        <a:pt x="20404" y="18947"/>
                        <a:pt x="19966" y="19876"/>
                        <a:pt x="19282" y="20679"/>
                      </a:cubicBezTo>
                      <a:cubicBezTo>
                        <a:pt x="18598" y="21466"/>
                        <a:pt x="17744" y="22076"/>
                        <a:pt x="16726" y="22514"/>
                      </a:cubicBezTo>
                      <a:cubicBezTo>
                        <a:pt x="15701" y="22952"/>
                        <a:pt x="14541" y="23168"/>
                        <a:pt x="13249" y="23168"/>
                      </a:cubicBezTo>
                      <a:cubicBezTo>
                        <a:pt x="11978" y="23168"/>
                        <a:pt x="10834" y="22975"/>
                        <a:pt x="9808" y="22588"/>
                      </a:cubicBezTo>
                      <a:cubicBezTo>
                        <a:pt x="8805" y="22172"/>
                        <a:pt x="7951" y="21563"/>
                        <a:pt x="7245" y="20753"/>
                      </a:cubicBezTo>
                      <a:cubicBezTo>
                        <a:pt x="6539" y="19950"/>
                        <a:pt x="5989" y="18962"/>
                        <a:pt x="5595" y="17788"/>
                      </a:cubicBezTo>
                      <a:cubicBezTo>
                        <a:pt x="5209" y="16592"/>
                        <a:pt x="5008" y="15217"/>
                        <a:pt x="5008" y="13657"/>
                      </a:cubicBezTo>
                      <a:cubicBezTo>
                        <a:pt x="5008" y="11606"/>
                        <a:pt x="5343" y="9875"/>
                        <a:pt x="5997" y="8456"/>
                      </a:cubicBezTo>
                      <a:cubicBezTo>
                        <a:pt x="6680" y="7044"/>
                        <a:pt x="7631" y="5982"/>
                        <a:pt x="8857" y="5276"/>
                      </a:cubicBezTo>
                      <a:cubicBezTo>
                        <a:pt x="10098" y="4540"/>
                        <a:pt x="11562" y="4176"/>
                        <a:pt x="13249" y="4176"/>
                      </a:cubicBezTo>
                      <a:cubicBezTo>
                        <a:pt x="14564" y="4176"/>
                        <a:pt x="15723" y="4392"/>
                        <a:pt x="16726" y="4837"/>
                      </a:cubicBezTo>
                      <a:cubicBezTo>
                        <a:pt x="17744" y="5276"/>
                        <a:pt x="18591" y="5885"/>
                        <a:pt x="19245" y="6665"/>
                      </a:cubicBezTo>
                      <a:cubicBezTo>
                        <a:pt x="19929" y="7445"/>
                        <a:pt x="20382" y="8359"/>
                        <a:pt x="20605" y="9407"/>
                      </a:cubicBezTo>
                      <a:lnTo>
                        <a:pt x="25546" y="9407"/>
                      </a:lnTo>
                      <a:cubicBezTo>
                        <a:pt x="25278" y="7505"/>
                        <a:pt x="24595" y="5863"/>
                        <a:pt x="23495" y="4466"/>
                      </a:cubicBezTo>
                      <a:cubicBezTo>
                        <a:pt x="22418" y="3054"/>
                        <a:pt x="21006" y="1955"/>
                        <a:pt x="19245" y="1174"/>
                      </a:cubicBezTo>
                      <a:cubicBezTo>
                        <a:pt x="17491" y="394"/>
                        <a:pt x="15493" y="0"/>
                        <a:pt x="13249" y="0"/>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9" name="Google Shape;1686;p69">
                  <a:extLst>
                    <a:ext uri="{FF2B5EF4-FFF2-40B4-BE49-F238E27FC236}">
                      <a16:creationId xmlns:a16="http://schemas.microsoft.com/office/drawing/2014/main" id="{54BDC70C-CE2F-0EAB-75CC-194467AE0B3A}"/>
                    </a:ext>
                  </a:extLst>
                </p:cNvPr>
                <p:cNvSpPr/>
                <p:nvPr/>
              </p:nvSpPr>
              <p:spPr>
                <a:xfrm>
                  <a:off x="5225200" y="2658625"/>
                  <a:ext cx="481325" cy="504175"/>
                </a:xfrm>
                <a:custGeom>
                  <a:avLst/>
                  <a:gdLst/>
                  <a:ahLst/>
                  <a:cxnLst/>
                  <a:rect l="l" t="t" r="r" b="b"/>
                  <a:pathLst>
                    <a:path w="19253" h="20167" extrusionOk="0">
                      <a:moveTo>
                        <a:pt x="9660" y="20167"/>
                      </a:moveTo>
                      <a:cubicBezTo>
                        <a:pt x="8196" y="20167"/>
                        <a:pt x="6881" y="19944"/>
                        <a:pt x="5707" y="19505"/>
                      </a:cubicBezTo>
                      <a:cubicBezTo>
                        <a:pt x="4533" y="19045"/>
                        <a:pt x="3515" y="18376"/>
                        <a:pt x="2631" y="17492"/>
                      </a:cubicBezTo>
                      <a:cubicBezTo>
                        <a:pt x="1776" y="16615"/>
                        <a:pt x="1122" y="15552"/>
                        <a:pt x="654" y="14312"/>
                      </a:cubicBezTo>
                      <a:cubicBezTo>
                        <a:pt x="216" y="13063"/>
                        <a:pt x="0" y="11666"/>
                        <a:pt x="0" y="10099"/>
                      </a:cubicBezTo>
                      <a:cubicBezTo>
                        <a:pt x="0" y="8100"/>
                        <a:pt x="379" y="6346"/>
                        <a:pt x="1130" y="4831"/>
                      </a:cubicBezTo>
                      <a:cubicBezTo>
                        <a:pt x="1910" y="3315"/>
                        <a:pt x="3024" y="2133"/>
                        <a:pt x="4466" y="1279"/>
                      </a:cubicBezTo>
                      <a:cubicBezTo>
                        <a:pt x="5900" y="424"/>
                        <a:pt x="7631" y="1"/>
                        <a:pt x="9660" y="1"/>
                      </a:cubicBezTo>
                      <a:cubicBezTo>
                        <a:pt x="11101" y="1"/>
                        <a:pt x="12402" y="231"/>
                        <a:pt x="13576" y="692"/>
                      </a:cubicBezTo>
                      <a:cubicBezTo>
                        <a:pt x="14750" y="1160"/>
                        <a:pt x="15745" y="1829"/>
                        <a:pt x="16578" y="2706"/>
                      </a:cubicBezTo>
                      <a:cubicBezTo>
                        <a:pt x="17432" y="3590"/>
                        <a:pt x="18093" y="4645"/>
                        <a:pt x="18554" y="5893"/>
                      </a:cubicBezTo>
                      <a:cubicBezTo>
                        <a:pt x="19015" y="7112"/>
                        <a:pt x="19252" y="8516"/>
                        <a:pt x="19252" y="10099"/>
                      </a:cubicBezTo>
                      <a:cubicBezTo>
                        <a:pt x="19252" y="12075"/>
                        <a:pt x="18859" y="13821"/>
                        <a:pt x="18078" y="15337"/>
                      </a:cubicBezTo>
                      <a:cubicBezTo>
                        <a:pt x="17321" y="16845"/>
                        <a:pt x="16221" y="18034"/>
                        <a:pt x="14787" y="18889"/>
                      </a:cubicBezTo>
                      <a:cubicBezTo>
                        <a:pt x="13368" y="19736"/>
                        <a:pt x="11659" y="20167"/>
                        <a:pt x="9660" y="20167"/>
                      </a:cubicBezTo>
                      <a:close/>
                      <a:moveTo>
                        <a:pt x="9623" y="16399"/>
                      </a:moveTo>
                      <a:cubicBezTo>
                        <a:pt x="10626" y="16399"/>
                        <a:pt x="11503" y="16162"/>
                        <a:pt x="12260" y="15701"/>
                      </a:cubicBezTo>
                      <a:cubicBezTo>
                        <a:pt x="13018" y="15211"/>
                        <a:pt x="13598" y="14505"/>
                        <a:pt x="14014" y="13576"/>
                      </a:cubicBezTo>
                      <a:cubicBezTo>
                        <a:pt x="14430" y="12625"/>
                        <a:pt x="14638" y="11466"/>
                        <a:pt x="14638" y="10099"/>
                      </a:cubicBezTo>
                      <a:cubicBezTo>
                        <a:pt x="14638" y="9073"/>
                        <a:pt x="14519" y="8174"/>
                        <a:pt x="14274" y="7394"/>
                      </a:cubicBezTo>
                      <a:cubicBezTo>
                        <a:pt x="14051" y="6584"/>
                        <a:pt x="13724" y="5915"/>
                        <a:pt x="13286" y="5380"/>
                      </a:cubicBezTo>
                      <a:cubicBezTo>
                        <a:pt x="12847" y="4845"/>
                        <a:pt x="12320" y="4437"/>
                        <a:pt x="11711" y="4169"/>
                      </a:cubicBezTo>
                      <a:cubicBezTo>
                        <a:pt x="11101" y="3902"/>
                        <a:pt x="10418" y="3768"/>
                        <a:pt x="9660" y="3768"/>
                      </a:cubicBezTo>
                      <a:cubicBezTo>
                        <a:pt x="8657" y="3768"/>
                        <a:pt x="7773" y="4013"/>
                        <a:pt x="6985" y="4504"/>
                      </a:cubicBezTo>
                      <a:cubicBezTo>
                        <a:pt x="6234" y="4964"/>
                        <a:pt x="5647" y="5670"/>
                        <a:pt x="5231" y="6621"/>
                      </a:cubicBezTo>
                      <a:cubicBezTo>
                        <a:pt x="4815" y="7550"/>
                        <a:pt x="4607" y="8709"/>
                        <a:pt x="4607" y="10099"/>
                      </a:cubicBezTo>
                      <a:cubicBezTo>
                        <a:pt x="4607" y="11124"/>
                        <a:pt x="4719" y="12038"/>
                        <a:pt x="4942" y="12848"/>
                      </a:cubicBezTo>
                      <a:cubicBezTo>
                        <a:pt x="5179" y="13628"/>
                        <a:pt x="5521" y="14289"/>
                        <a:pt x="5967" y="14824"/>
                      </a:cubicBezTo>
                      <a:cubicBezTo>
                        <a:pt x="6405" y="15337"/>
                        <a:pt x="6925" y="15723"/>
                        <a:pt x="7535" y="15991"/>
                      </a:cubicBezTo>
                      <a:cubicBezTo>
                        <a:pt x="8174" y="16266"/>
                        <a:pt x="8865" y="16399"/>
                        <a:pt x="9623" y="16399"/>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0" name="Google Shape;1687;p69">
                  <a:extLst>
                    <a:ext uri="{FF2B5EF4-FFF2-40B4-BE49-F238E27FC236}">
                      <a16:creationId xmlns:a16="http://schemas.microsoft.com/office/drawing/2014/main" id="{9CFB671E-F1CF-0B10-5A6A-6B7D5C5E9103}"/>
                    </a:ext>
                  </a:extLst>
                </p:cNvPr>
                <p:cNvSpPr/>
                <p:nvPr/>
              </p:nvSpPr>
              <p:spPr>
                <a:xfrm>
                  <a:off x="5743650" y="2658625"/>
                  <a:ext cx="478550" cy="648700"/>
                </a:xfrm>
                <a:custGeom>
                  <a:avLst/>
                  <a:gdLst/>
                  <a:ahLst/>
                  <a:cxnLst/>
                  <a:rect l="l" t="t" r="r" b="b"/>
                  <a:pathLst>
                    <a:path w="19142" h="25948" extrusionOk="0">
                      <a:moveTo>
                        <a:pt x="38" y="365"/>
                      </a:moveTo>
                      <a:lnTo>
                        <a:pt x="1" y="25947"/>
                      </a:lnTo>
                      <a:lnTo>
                        <a:pt x="4578" y="25947"/>
                      </a:lnTo>
                      <a:lnTo>
                        <a:pt x="4578" y="16251"/>
                      </a:lnTo>
                      <a:lnTo>
                        <a:pt x="4867" y="16251"/>
                      </a:lnTo>
                      <a:cubicBezTo>
                        <a:pt x="5187" y="17031"/>
                        <a:pt x="5640" y="17729"/>
                        <a:pt x="6227" y="18339"/>
                      </a:cubicBezTo>
                      <a:cubicBezTo>
                        <a:pt x="6836" y="18918"/>
                        <a:pt x="7565" y="19386"/>
                        <a:pt x="8419" y="19728"/>
                      </a:cubicBezTo>
                      <a:cubicBezTo>
                        <a:pt x="9274" y="20048"/>
                        <a:pt x="10225" y="20204"/>
                        <a:pt x="11272" y="20204"/>
                      </a:cubicBezTo>
                      <a:cubicBezTo>
                        <a:pt x="12833" y="20204"/>
                        <a:pt x="14207" y="19825"/>
                        <a:pt x="15374" y="19067"/>
                      </a:cubicBezTo>
                      <a:cubicBezTo>
                        <a:pt x="16570" y="18287"/>
                        <a:pt x="17499" y="17150"/>
                        <a:pt x="18153" y="15664"/>
                      </a:cubicBezTo>
                      <a:cubicBezTo>
                        <a:pt x="18814" y="14148"/>
                        <a:pt x="19141" y="12298"/>
                        <a:pt x="19141" y="10099"/>
                      </a:cubicBezTo>
                      <a:cubicBezTo>
                        <a:pt x="19141" y="8442"/>
                        <a:pt x="18948" y="6993"/>
                        <a:pt x="18562" y="5745"/>
                      </a:cubicBezTo>
                      <a:cubicBezTo>
                        <a:pt x="18190" y="4474"/>
                        <a:pt x="17655" y="3419"/>
                        <a:pt x="16949" y="2564"/>
                      </a:cubicBezTo>
                      <a:cubicBezTo>
                        <a:pt x="16266" y="1710"/>
                        <a:pt x="15433" y="1071"/>
                        <a:pt x="14460" y="662"/>
                      </a:cubicBezTo>
                      <a:cubicBezTo>
                        <a:pt x="13509" y="216"/>
                        <a:pt x="12446" y="1"/>
                        <a:pt x="11272" y="1"/>
                      </a:cubicBezTo>
                      <a:cubicBezTo>
                        <a:pt x="9690" y="1"/>
                        <a:pt x="8337" y="365"/>
                        <a:pt x="7215" y="1101"/>
                      </a:cubicBezTo>
                      <a:cubicBezTo>
                        <a:pt x="6116" y="1829"/>
                        <a:pt x="5336" y="2780"/>
                        <a:pt x="4867" y="3954"/>
                      </a:cubicBezTo>
                      <a:lnTo>
                        <a:pt x="4578" y="3954"/>
                      </a:lnTo>
                      <a:lnTo>
                        <a:pt x="4429" y="365"/>
                      </a:lnTo>
                      <a:close/>
                      <a:moveTo>
                        <a:pt x="12157" y="15775"/>
                      </a:moveTo>
                      <a:cubicBezTo>
                        <a:pt x="11421" y="16236"/>
                        <a:pt x="10567" y="16466"/>
                        <a:pt x="9593" y="16466"/>
                      </a:cubicBezTo>
                      <a:cubicBezTo>
                        <a:pt x="8761" y="16466"/>
                        <a:pt x="8033" y="16325"/>
                        <a:pt x="7394" y="16028"/>
                      </a:cubicBezTo>
                      <a:cubicBezTo>
                        <a:pt x="6784" y="15716"/>
                        <a:pt x="6272" y="15307"/>
                        <a:pt x="5856" y="14824"/>
                      </a:cubicBezTo>
                      <a:cubicBezTo>
                        <a:pt x="5469" y="14312"/>
                        <a:pt x="5165" y="13739"/>
                        <a:pt x="4942" y="13100"/>
                      </a:cubicBezTo>
                      <a:cubicBezTo>
                        <a:pt x="4749" y="12469"/>
                        <a:pt x="4652" y="11808"/>
                        <a:pt x="4652" y="11124"/>
                      </a:cubicBezTo>
                      <a:lnTo>
                        <a:pt x="4652" y="9073"/>
                      </a:lnTo>
                      <a:cubicBezTo>
                        <a:pt x="4652" y="8152"/>
                        <a:pt x="4838" y="7283"/>
                        <a:pt x="5202" y="6480"/>
                      </a:cubicBezTo>
                      <a:cubicBezTo>
                        <a:pt x="5566" y="5670"/>
                        <a:pt x="6116" y="5016"/>
                        <a:pt x="6844" y="4504"/>
                      </a:cubicBezTo>
                      <a:cubicBezTo>
                        <a:pt x="7579" y="3991"/>
                        <a:pt x="8493" y="3731"/>
                        <a:pt x="9593" y="3731"/>
                      </a:cubicBezTo>
                      <a:cubicBezTo>
                        <a:pt x="10567" y="3731"/>
                        <a:pt x="11421" y="3961"/>
                        <a:pt x="12157" y="4429"/>
                      </a:cubicBezTo>
                      <a:cubicBezTo>
                        <a:pt x="12885" y="4890"/>
                        <a:pt x="13449" y="5596"/>
                        <a:pt x="13836" y="6554"/>
                      </a:cubicBezTo>
                      <a:cubicBezTo>
                        <a:pt x="14252" y="7476"/>
                        <a:pt x="14460" y="8665"/>
                        <a:pt x="14460" y="10099"/>
                      </a:cubicBezTo>
                      <a:cubicBezTo>
                        <a:pt x="14460" y="11518"/>
                        <a:pt x="14252" y="12699"/>
                        <a:pt x="13836" y="13650"/>
                      </a:cubicBezTo>
                      <a:cubicBezTo>
                        <a:pt x="13449" y="14579"/>
                        <a:pt x="12885" y="15285"/>
                        <a:pt x="12157" y="15775"/>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1" name="Google Shape;1688;p69">
                  <a:extLst>
                    <a:ext uri="{FF2B5EF4-FFF2-40B4-BE49-F238E27FC236}">
                      <a16:creationId xmlns:a16="http://schemas.microsoft.com/office/drawing/2014/main" id="{F58593AB-3DBD-B7AC-DD34-3A52A07ED778}"/>
                    </a:ext>
                  </a:extLst>
                </p:cNvPr>
                <p:cNvSpPr/>
                <p:nvPr/>
              </p:nvSpPr>
              <p:spPr>
                <a:xfrm>
                  <a:off x="6268050" y="2667750"/>
                  <a:ext cx="114450" cy="486875"/>
                </a:xfrm>
                <a:custGeom>
                  <a:avLst/>
                  <a:gdLst/>
                  <a:ahLst/>
                  <a:cxnLst/>
                  <a:rect l="l" t="t" r="r" b="b"/>
                  <a:pathLst>
                    <a:path w="4578" h="19475" extrusionOk="0">
                      <a:moveTo>
                        <a:pt x="0" y="0"/>
                      </a:moveTo>
                      <a:lnTo>
                        <a:pt x="0" y="19475"/>
                      </a:lnTo>
                      <a:lnTo>
                        <a:pt x="4578" y="19475"/>
                      </a:lnTo>
                      <a:lnTo>
                        <a:pt x="4578" y="0"/>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2" name="Google Shape;1689;p69">
                  <a:extLst>
                    <a:ext uri="{FF2B5EF4-FFF2-40B4-BE49-F238E27FC236}">
                      <a16:creationId xmlns:a16="http://schemas.microsoft.com/office/drawing/2014/main" id="{A65D8047-67D5-8572-AFC2-C4A0C2FA4C1C}"/>
                    </a:ext>
                  </a:extLst>
                </p:cNvPr>
                <p:cNvSpPr/>
                <p:nvPr/>
              </p:nvSpPr>
              <p:spPr>
                <a:xfrm>
                  <a:off x="6268050" y="2487550"/>
                  <a:ext cx="114450" cy="111675"/>
                </a:xfrm>
                <a:custGeom>
                  <a:avLst/>
                  <a:gdLst/>
                  <a:ahLst/>
                  <a:cxnLst/>
                  <a:rect l="l" t="t" r="r" b="b"/>
                  <a:pathLst>
                    <a:path w="4578" h="4467" extrusionOk="0">
                      <a:moveTo>
                        <a:pt x="0" y="1"/>
                      </a:moveTo>
                      <a:lnTo>
                        <a:pt x="0" y="4466"/>
                      </a:lnTo>
                      <a:lnTo>
                        <a:pt x="4578" y="4466"/>
                      </a:lnTo>
                      <a:lnTo>
                        <a:pt x="4578" y="1"/>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3" name="Google Shape;1690;p69">
                  <a:extLst>
                    <a:ext uri="{FF2B5EF4-FFF2-40B4-BE49-F238E27FC236}">
                      <a16:creationId xmlns:a16="http://schemas.microsoft.com/office/drawing/2014/main" id="{1500F920-ED29-7076-D208-688EBA978592}"/>
                    </a:ext>
                  </a:extLst>
                </p:cNvPr>
                <p:cNvSpPr/>
                <p:nvPr/>
              </p:nvSpPr>
              <p:spPr>
                <a:xfrm>
                  <a:off x="6441725" y="2487550"/>
                  <a:ext cx="114275" cy="667075"/>
                </a:xfrm>
                <a:custGeom>
                  <a:avLst/>
                  <a:gdLst/>
                  <a:ahLst/>
                  <a:cxnLst/>
                  <a:rect l="l" t="t" r="r" b="b"/>
                  <a:pathLst>
                    <a:path w="4571" h="26683" extrusionOk="0">
                      <a:moveTo>
                        <a:pt x="1" y="1"/>
                      </a:moveTo>
                      <a:lnTo>
                        <a:pt x="1" y="26683"/>
                      </a:lnTo>
                      <a:lnTo>
                        <a:pt x="4571" y="26683"/>
                      </a:lnTo>
                      <a:lnTo>
                        <a:pt x="4571" y="1"/>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4" name="Google Shape;1691;p69">
                  <a:extLst>
                    <a:ext uri="{FF2B5EF4-FFF2-40B4-BE49-F238E27FC236}">
                      <a16:creationId xmlns:a16="http://schemas.microsoft.com/office/drawing/2014/main" id="{A8C62685-97BA-8370-67C7-E5425B3CA51D}"/>
                    </a:ext>
                  </a:extLst>
                </p:cNvPr>
                <p:cNvSpPr/>
                <p:nvPr/>
              </p:nvSpPr>
              <p:spPr>
                <a:xfrm>
                  <a:off x="6594250" y="2658625"/>
                  <a:ext cx="481325" cy="504175"/>
                </a:xfrm>
                <a:custGeom>
                  <a:avLst/>
                  <a:gdLst/>
                  <a:ahLst/>
                  <a:cxnLst/>
                  <a:rect l="l" t="t" r="r" b="b"/>
                  <a:pathLst>
                    <a:path w="19253" h="20167" extrusionOk="0">
                      <a:moveTo>
                        <a:pt x="9667" y="20167"/>
                      </a:moveTo>
                      <a:cubicBezTo>
                        <a:pt x="8203" y="20167"/>
                        <a:pt x="6881" y="19944"/>
                        <a:pt x="5714" y="19505"/>
                      </a:cubicBezTo>
                      <a:cubicBezTo>
                        <a:pt x="4540" y="19045"/>
                        <a:pt x="3515" y="18376"/>
                        <a:pt x="2638" y="17492"/>
                      </a:cubicBezTo>
                      <a:cubicBezTo>
                        <a:pt x="1784" y="16615"/>
                        <a:pt x="1122" y="15552"/>
                        <a:pt x="662" y="14312"/>
                      </a:cubicBezTo>
                      <a:cubicBezTo>
                        <a:pt x="223" y="13063"/>
                        <a:pt x="0" y="11666"/>
                        <a:pt x="0" y="10099"/>
                      </a:cubicBezTo>
                      <a:cubicBezTo>
                        <a:pt x="0" y="8100"/>
                        <a:pt x="379" y="6346"/>
                        <a:pt x="1137" y="4831"/>
                      </a:cubicBezTo>
                      <a:cubicBezTo>
                        <a:pt x="1917" y="3315"/>
                        <a:pt x="3024" y="2133"/>
                        <a:pt x="4466" y="1279"/>
                      </a:cubicBezTo>
                      <a:cubicBezTo>
                        <a:pt x="5907" y="424"/>
                        <a:pt x="7639" y="1"/>
                        <a:pt x="9667" y="1"/>
                      </a:cubicBezTo>
                      <a:cubicBezTo>
                        <a:pt x="11101" y="1"/>
                        <a:pt x="12409" y="231"/>
                        <a:pt x="13583" y="692"/>
                      </a:cubicBezTo>
                      <a:cubicBezTo>
                        <a:pt x="14750" y="1160"/>
                        <a:pt x="15753" y="1829"/>
                        <a:pt x="16585" y="2706"/>
                      </a:cubicBezTo>
                      <a:cubicBezTo>
                        <a:pt x="17439" y="3590"/>
                        <a:pt x="18093" y="4645"/>
                        <a:pt x="18561" y="5893"/>
                      </a:cubicBezTo>
                      <a:cubicBezTo>
                        <a:pt x="19022" y="7112"/>
                        <a:pt x="19252" y="8516"/>
                        <a:pt x="19252" y="10099"/>
                      </a:cubicBezTo>
                      <a:cubicBezTo>
                        <a:pt x="19252" y="12075"/>
                        <a:pt x="18866" y="13821"/>
                        <a:pt x="18086" y="15337"/>
                      </a:cubicBezTo>
                      <a:cubicBezTo>
                        <a:pt x="17328" y="16845"/>
                        <a:pt x="16228" y="18034"/>
                        <a:pt x="14787" y="18889"/>
                      </a:cubicBezTo>
                      <a:cubicBezTo>
                        <a:pt x="13375" y="19736"/>
                        <a:pt x="11666" y="20167"/>
                        <a:pt x="9667" y="20167"/>
                      </a:cubicBezTo>
                      <a:close/>
                      <a:moveTo>
                        <a:pt x="9630" y="16399"/>
                      </a:moveTo>
                      <a:cubicBezTo>
                        <a:pt x="10626" y="16399"/>
                        <a:pt x="11510" y="16162"/>
                        <a:pt x="12260" y="15701"/>
                      </a:cubicBezTo>
                      <a:cubicBezTo>
                        <a:pt x="13018" y="15211"/>
                        <a:pt x="13605" y="14505"/>
                        <a:pt x="14021" y="13576"/>
                      </a:cubicBezTo>
                      <a:cubicBezTo>
                        <a:pt x="14437" y="12625"/>
                        <a:pt x="14645" y="11466"/>
                        <a:pt x="14645" y="10099"/>
                      </a:cubicBezTo>
                      <a:cubicBezTo>
                        <a:pt x="14645" y="9073"/>
                        <a:pt x="14519" y="8174"/>
                        <a:pt x="14274" y="7394"/>
                      </a:cubicBezTo>
                      <a:cubicBezTo>
                        <a:pt x="14058" y="6584"/>
                        <a:pt x="13724" y="5915"/>
                        <a:pt x="13286" y="5380"/>
                      </a:cubicBezTo>
                      <a:cubicBezTo>
                        <a:pt x="12847" y="4845"/>
                        <a:pt x="12327" y="4437"/>
                        <a:pt x="11710" y="4169"/>
                      </a:cubicBezTo>
                      <a:cubicBezTo>
                        <a:pt x="11101" y="3902"/>
                        <a:pt x="10418" y="3768"/>
                        <a:pt x="9667" y="3768"/>
                      </a:cubicBezTo>
                      <a:cubicBezTo>
                        <a:pt x="8664" y="3768"/>
                        <a:pt x="7772" y="4013"/>
                        <a:pt x="6992" y="4504"/>
                      </a:cubicBezTo>
                      <a:cubicBezTo>
                        <a:pt x="6234" y="4964"/>
                        <a:pt x="5647" y="5670"/>
                        <a:pt x="5239" y="6621"/>
                      </a:cubicBezTo>
                      <a:cubicBezTo>
                        <a:pt x="4823" y="7550"/>
                        <a:pt x="4614" y="8709"/>
                        <a:pt x="4614" y="10099"/>
                      </a:cubicBezTo>
                      <a:cubicBezTo>
                        <a:pt x="4614" y="11124"/>
                        <a:pt x="4726" y="12038"/>
                        <a:pt x="4941" y="12848"/>
                      </a:cubicBezTo>
                      <a:cubicBezTo>
                        <a:pt x="5187" y="13628"/>
                        <a:pt x="5528" y="14289"/>
                        <a:pt x="5967" y="14824"/>
                      </a:cubicBezTo>
                      <a:cubicBezTo>
                        <a:pt x="6405" y="15337"/>
                        <a:pt x="6933" y="15723"/>
                        <a:pt x="7542" y="15991"/>
                      </a:cubicBezTo>
                      <a:cubicBezTo>
                        <a:pt x="8174" y="16266"/>
                        <a:pt x="8872" y="16399"/>
                        <a:pt x="9630" y="16399"/>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5" name="Google Shape;1692;p69">
                  <a:extLst>
                    <a:ext uri="{FF2B5EF4-FFF2-40B4-BE49-F238E27FC236}">
                      <a16:creationId xmlns:a16="http://schemas.microsoft.com/office/drawing/2014/main" id="{A31E7223-B2C1-AE36-FEFF-D48450B3937E}"/>
                    </a:ext>
                  </a:extLst>
                </p:cNvPr>
                <p:cNvSpPr/>
                <p:nvPr/>
              </p:nvSpPr>
              <p:spPr>
                <a:xfrm>
                  <a:off x="7068125" y="2518575"/>
                  <a:ext cx="306525" cy="636050"/>
                </a:xfrm>
                <a:custGeom>
                  <a:avLst/>
                  <a:gdLst/>
                  <a:ahLst/>
                  <a:cxnLst/>
                  <a:rect l="l" t="t" r="r" b="b"/>
                  <a:pathLst>
                    <a:path w="12261" h="25442" extrusionOk="0">
                      <a:moveTo>
                        <a:pt x="8122" y="1"/>
                      </a:moveTo>
                      <a:lnTo>
                        <a:pt x="3582" y="476"/>
                      </a:lnTo>
                      <a:lnTo>
                        <a:pt x="3582" y="5967"/>
                      </a:lnTo>
                      <a:lnTo>
                        <a:pt x="0" y="5967"/>
                      </a:lnTo>
                      <a:lnTo>
                        <a:pt x="0" y="9667"/>
                      </a:lnTo>
                      <a:lnTo>
                        <a:pt x="3582" y="9667"/>
                      </a:lnTo>
                      <a:lnTo>
                        <a:pt x="3582" y="21013"/>
                      </a:lnTo>
                      <a:cubicBezTo>
                        <a:pt x="3582" y="21935"/>
                        <a:pt x="3715" y="22730"/>
                        <a:pt x="3983" y="23391"/>
                      </a:cubicBezTo>
                      <a:cubicBezTo>
                        <a:pt x="4258" y="24045"/>
                        <a:pt x="4718" y="24557"/>
                        <a:pt x="5380" y="24929"/>
                      </a:cubicBezTo>
                      <a:cubicBezTo>
                        <a:pt x="6063" y="25271"/>
                        <a:pt x="7000" y="25442"/>
                        <a:pt x="8196" y="25442"/>
                      </a:cubicBezTo>
                      <a:lnTo>
                        <a:pt x="12260" y="25442"/>
                      </a:lnTo>
                      <a:lnTo>
                        <a:pt x="12260" y="21704"/>
                      </a:lnTo>
                      <a:lnTo>
                        <a:pt x="9771" y="21704"/>
                      </a:lnTo>
                      <a:cubicBezTo>
                        <a:pt x="9206" y="21704"/>
                        <a:pt x="8790" y="21608"/>
                        <a:pt x="8523" y="21414"/>
                      </a:cubicBezTo>
                      <a:cubicBezTo>
                        <a:pt x="8255" y="21192"/>
                        <a:pt x="8122" y="20775"/>
                        <a:pt x="8122" y="20166"/>
                      </a:cubicBezTo>
                      <a:lnTo>
                        <a:pt x="8122" y="9667"/>
                      </a:lnTo>
                      <a:lnTo>
                        <a:pt x="12260" y="9667"/>
                      </a:lnTo>
                      <a:lnTo>
                        <a:pt x="12260" y="5967"/>
                      </a:lnTo>
                      <a:lnTo>
                        <a:pt x="8122" y="5967"/>
                      </a:lnTo>
                      <a:lnTo>
                        <a:pt x="8122" y="1"/>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grpSp>
          <p:sp>
            <p:nvSpPr>
              <p:cNvPr id="17" name="TextBox 16">
                <a:extLst>
                  <a:ext uri="{FF2B5EF4-FFF2-40B4-BE49-F238E27FC236}">
                    <a16:creationId xmlns:a16="http://schemas.microsoft.com/office/drawing/2014/main" id="{5C351C38-03B7-82AB-E0D3-D8ED8ADCA198}"/>
                  </a:ext>
                </a:extLst>
              </p:cNvPr>
              <p:cNvSpPr txBox="1"/>
              <p:nvPr/>
            </p:nvSpPr>
            <p:spPr>
              <a:xfrm>
                <a:off x="21815651" y="8900390"/>
                <a:ext cx="13692210" cy="2708051"/>
              </a:xfrm>
              <a:prstGeom prst="rect">
                <a:avLst/>
              </a:prstGeom>
              <a:noFill/>
            </p:spPr>
            <p:txBody>
              <a:bodyPr wrap="non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5266" b="1" i="0" u="none" strike="noStrike" kern="1200" cap="none" spc="0" normalizeH="0" baseline="0" noProof="0">
                    <a:ln>
                      <a:noFill/>
                    </a:ln>
                    <a:solidFill>
                      <a:srgbClr val="FFFFFF"/>
                    </a:solidFill>
                    <a:effectLst/>
                    <a:uLnTx/>
                    <a:uFillTx/>
                    <a:latin typeface="Aptos" pitchFamily="2" charset="77"/>
                    <a:ea typeface="+mn-ea"/>
                    <a:cs typeface="Aptos" pitchFamily="2" charset="77"/>
                  </a:rPr>
                  <a:t>Coding agent</a:t>
                </a:r>
              </a:p>
            </p:txBody>
          </p:sp>
        </p:grpSp>
      </p:grpSp>
    </p:spTree>
    <p:extLst>
      <p:ext uri="{BB962C8B-B14F-4D97-AF65-F5344CB8AC3E}">
        <p14:creationId xmlns:p14="http://schemas.microsoft.com/office/powerpoint/2010/main" val="324969480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97896-EDB4-BEF7-053D-B114B0342338}"/>
            </a:ext>
          </a:extLst>
        </p:cNvPr>
        <p:cNvGrpSpPr/>
        <p:nvPr/>
      </p:nvGrpSpPr>
      <p:grpSpPr>
        <a:xfrm>
          <a:off x="0" y="0"/>
          <a:ext cx="0" cy="0"/>
          <a:chOff x="0" y="0"/>
          <a:chExt cx="0" cy="0"/>
        </a:xfrm>
      </p:grpSpPr>
      <p:pic>
        <p:nvPicPr>
          <p:cNvPr id="7" name="Picture Placeholder 6" descr="A cartoon animal and duck&#10;&#10;AI-generated content may be incorrect.">
            <a:extLst>
              <a:ext uri="{FF2B5EF4-FFF2-40B4-BE49-F238E27FC236}">
                <a16:creationId xmlns:a16="http://schemas.microsoft.com/office/drawing/2014/main" id="{A91798B2-7FF1-6862-76C8-A2C37DCC4282}"/>
              </a:ext>
            </a:extLst>
          </p:cNvPr>
          <p:cNvPicPr>
            <a:picLocks noGrp="1" noChangeAspect="1"/>
          </p:cNvPicPr>
          <p:nvPr>
            <p:ph type="pic" sz="quarter" idx="32"/>
          </p:nvPr>
        </p:nvPicPr>
        <p:blipFill>
          <a:blip r:embed="rId3" cstate="screen">
            <a:extLst>
              <a:ext uri="{28A0092B-C50C-407E-A947-70E740481C1C}">
                <a14:useLocalDpi xmlns:a14="http://schemas.microsoft.com/office/drawing/2010/main"/>
              </a:ext>
            </a:extLst>
          </a:blip>
          <a:srcRect/>
          <a:stretch>
            <a:fillRect/>
          </a:stretch>
        </p:blipFill>
        <p:spPr/>
      </p:pic>
      <p:sp>
        <p:nvSpPr>
          <p:cNvPr id="3" name="Text Placeholder 2">
            <a:extLst>
              <a:ext uri="{FF2B5EF4-FFF2-40B4-BE49-F238E27FC236}">
                <a16:creationId xmlns:a16="http://schemas.microsoft.com/office/drawing/2014/main" id="{6B835633-B072-BDDC-9EE4-9CABD44846BD}"/>
              </a:ext>
            </a:extLst>
          </p:cNvPr>
          <p:cNvSpPr>
            <a:spLocks noGrp="1"/>
          </p:cNvSpPr>
          <p:nvPr>
            <p:ph type="body" sz="quarter" idx="26"/>
          </p:nvPr>
        </p:nvSpPr>
        <p:spPr>
          <a:xfrm>
            <a:off x="260361" y="1634042"/>
            <a:ext cx="5058657" cy="1470108"/>
          </a:xfrm>
        </p:spPr>
        <p:txBody>
          <a:bodyPr/>
          <a:lstStyle/>
          <a:p>
            <a:r>
              <a:rPr lang="en-US" sz="2800">
                <a:solidFill>
                  <a:schemeClr val="tx1">
                    <a:lumMod val="95000"/>
                  </a:schemeClr>
                </a:solidFill>
              </a:rPr>
              <a:t>…while your developers focus on the most complex and high-value work</a:t>
            </a:r>
          </a:p>
        </p:txBody>
      </p:sp>
      <p:sp>
        <p:nvSpPr>
          <p:cNvPr id="5" name="Title 4">
            <a:extLst>
              <a:ext uri="{FF2B5EF4-FFF2-40B4-BE49-F238E27FC236}">
                <a16:creationId xmlns:a16="http://schemas.microsoft.com/office/drawing/2014/main" id="{A928F11C-4F26-4816-956E-291C97F41F3E}"/>
              </a:ext>
            </a:extLst>
          </p:cNvPr>
          <p:cNvSpPr>
            <a:spLocks noGrp="1"/>
          </p:cNvSpPr>
          <p:nvPr>
            <p:ph type="title"/>
          </p:nvPr>
        </p:nvSpPr>
        <p:spPr>
          <a:xfrm>
            <a:off x="260362" y="573198"/>
            <a:ext cx="5329526" cy="880393"/>
          </a:xfrm>
        </p:spPr>
        <p:txBody>
          <a:bodyPr>
            <a:noAutofit/>
          </a:bodyPr>
          <a:lstStyle/>
          <a:p>
            <a:r>
              <a:rPr lang="en-US" sz="4400"/>
              <a:t>Copilot works in the background</a:t>
            </a:r>
          </a:p>
        </p:txBody>
      </p:sp>
      <p:sp>
        <p:nvSpPr>
          <p:cNvPr id="8" name="Text Placeholder 2">
            <a:extLst>
              <a:ext uri="{FF2B5EF4-FFF2-40B4-BE49-F238E27FC236}">
                <a16:creationId xmlns:a16="http://schemas.microsoft.com/office/drawing/2014/main" id="{D239A103-4158-9CEE-10BA-EC42FCBADE50}"/>
              </a:ext>
            </a:extLst>
          </p:cNvPr>
          <p:cNvSpPr txBox="1">
            <a:spLocks/>
          </p:cNvSpPr>
          <p:nvPr/>
        </p:nvSpPr>
        <p:spPr>
          <a:xfrm>
            <a:off x="260361" y="5034967"/>
            <a:ext cx="5058657" cy="1470108"/>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rgbClr val="B6BFB8"/>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400"/>
              <a:t>Building new features ✅</a:t>
            </a:r>
          </a:p>
          <a:p>
            <a:r>
              <a:rPr lang="en-US" sz="2400"/>
              <a:t>Fixing bugs ✅</a:t>
            </a:r>
          </a:p>
          <a:p>
            <a:r>
              <a:rPr lang="en-US" sz="2400"/>
              <a:t>Improving test coverage ✅</a:t>
            </a:r>
          </a:p>
          <a:p>
            <a:r>
              <a:rPr lang="en-US" sz="2400"/>
              <a:t>Addressing tech debt ✅</a:t>
            </a:r>
          </a:p>
          <a:p>
            <a:r>
              <a:rPr lang="en-US" sz="2400"/>
              <a:t>Improving documentation ✅</a:t>
            </a:r>
          </a:p>
        </p:txBody>
      </p:sp>
    </p:spTree>
    <p:extLst>
      <p:ext uri="{BB962C8B-B14F-4D97-AF65-F5344CB8AC3E}">
        <p14:creationId xmlns:p14="http://schemas.microsoft.com/office/powerpoint/2010/main" val="4046002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leanShot 2025-10-16 at 07.51.00">
            <a:hlinkClick r:id="" action="ppaction://media"/>
            <a:extLst>
              <a:ext uri="{FF2B5EF4-FFF2-40B4-BE49-F238E27FC236}">
                <a16:creationId xmlns:a16="http://schemas.microsoft.com/office/drawing/2014/main" id="{B87F0DE4-BCB3-F030-8D32-B3BC23240F1E}"/>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862339" y="181012"/>
            <a:ext cx="8467322" cy="6495975"/>
          </a:xfrm>
          <a:prstGeom prst="rect">
            <a:avLst/>
          </a:prstGeom>
        </p:spPr>
      </p:pic>
    </p:spTree>
    <p:extLst>
      <p:ext uri="{BB962C8B-B14F-4D97-AF65-F5344CB8AC3E}">
        <p14:creationId xmlns:p14="http://schemas.microsoft.com/office/powerpoint/2010/main" val="2614247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812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leanShot 2025-10-14 at 13.03.49">
            <a:hlinkClick r:id="" action="ppaction://media"/>
            <a:extLst>
              <a:ext uri="{FF2B5EF4-FFF2-40B4-BE49-F238E27FC236}">
                <a16:creationId xmlns:a16="http://schemas.microsoft.com/office/drawing/2014/main" id="{527D20D3-E7F0-88F0-4BB5-C081B3ED3F2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81515" y="156211"/>
            <a:ext cx="9628969" cy="6545577"/>
          </a:xfrm>
          <a:prstGeom prst="rect">
            <a:avLst/>
          </a:prstGeom>
        </p:spPr>
      </p:pic>
    </p:spTree>
    <p:extLst>
      <p:ext uri="{BB962C8B-B14F-4D97-AF65-F5344CB8AC3E}">
        <p14:creationId xmlns:p14="http://schemas.microsoft.com/office/powerpoint/2010/main" val="1454665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727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86A4FDB-F59E-59F5-7569-3B8CC925A2DE}"/>
              </a:ext>
            </a:extLst>
          </p:cNvPr>
          <p:cNvSpPr>
            <a:spLocks noGrp="1"/>
          </p:cNvSpPr>
          <p:nvPr>
            <p:ph type="body" sz="quarter" idx="26"/>
          </p:nvPr>
        </p:nvSpPr>
        <p:spPr>
          <a:xfrm>
            <a:off x="4637524" y="1223793"/>
            <a:ext cx="3239551" cy="457200"/>
          </a:xfrm>
        </p:spPr>
        <p:txBody>
          <a:bodyPr/>
          <a:lstStyle/>
          <a:p>
            <a:r>
              <a:rPr lang="en-US"/>
              <a:t>GitHub</a:t>
            </a:r>
          </a:p>
        </p:txBody>
      </p:sp>
      <p:sp>
        <p:nvSpPr>
          <p:cNvPr id="3" name="Text Placeholder 2">
            <a:extLst>
              <a:ext uri="{FF2B5EF4-FFF2-40B4-BE49-F238E27FC236}">
                <a16:creationId xmlns:a16="http://schemas.microsoft.com/office/drawing/2014/main" id="{910C41F0-8350-9125-D167-32C5CD7BDB14}"/>
              </a:ext>
            </a:extLst>
          </p:cNvPr>
          <p:cNvSpPr>
            <a:spLocks noGrp="1"/>
          </p:cNvSpPr>
          <p:nvPr>
            <p:ph type="body" sz="quarter" idx="27"/>
          </p:nvPr>
        </p:nvSpPr>
        <p:spPr>
          <a:xfrm>
            <a:off x="4637525" y="1698742"/>
            <a:ext cx="3239550" cy="914400"/>
          </a:xfrm>
        </p:spPr>
        <p:txBody>
          <a:bodyPr/>
          <a:lstStyle/>
          <a:p>
            <a:r>
              <a:rPr lang="en-US"/>
              <a:t>Delegate tasks to Copilot with the agents panel or assign an issue to Copilot</a:t>
            </a:r>
          </a:p>
        </p:txBody>
      </p:sp>
      <p:sp>
        <p:nvSpPr>
          <p:cNvPr id="5" name="Text Placeholder 4">
            <a:extLst>
              <a:ext uri="{FF2B5EF4-FFF2-40B4-BE49-F238E27FC236}">
                <a16:creationId xmlns:a16="http://schemas.microsoft.com/office/drawing/2014/main" id="{904D1BFB-C1FD-63AF-A4FC-C49466B91DBC}"/>
              </a:ext>
            </a:extLst>
          </p:cNvPr>
          <p:cNvSpPr>
            <a:spLocks noGrp="1"/>
          </p:cNvSpPr>
          <p:nvPr>
            <p:ph type="body" sz="quarter" idx="29"/>
          </p:nvPr>
        </p:nvSpPr>
        <p:spPr>
          <a:xfrm>
            <a:off x="4637524" y="2900634"/>
            <a:ext cx="3239551" cy="457200"/>
          </a:xfrm>
        </p:spPr>
        <p:txBody>
          <a:bodyPr/>
          <a:lstStyle/>
          <a:p>
            <a:r>
              <a:rPr lang="en-US"/>
              <a:t>GitHub CLI</a:t>
            </a:r>
          </a:p>
        </p:txBody>
      </p:sp>
      <p:sp>
        <p:nvSpPr>
          <p:cNvPr id="6" name="Text Placeholder 5">
            <a:extLst>
              <a:ext uri="{FF2B5EF4-FFF2-40B4-BE49-F238E27FC236}">
                <a16:creationId xmlns:a16="http://schemas.microsoft.com/office/drawing/2014/main" id="{255F8290-5244-23A0-E378-2C1E245B05CF}"/>
              </a:ext>
            </a:extLst>
          </p:cNvPr>
          <p:cNvSpPr>
            <a:spLocks noGrp="1"/>
          </p:cNvSpPr>
          <p:nvPr>
            <p:ph type="body" sz="quarter" idx="30"/>
          </p:nvPr>
        </p:nvSpPr>
        <p:spPr>
          <a:xfrm>
            <a:off x="4637525" y="3375583"/>
            <a:ext cx="3239550" cy="914400"/>
          </a:xfrm>
        </p:spPr>
        <p:txBody>
          <a:bodyPr/>
          <a:lstStyle/>
          <a:p>
            <a:r>
              <a:rPr lang="en-US"/>
              <a:t>Kick off agents from your terminal with </a:t>
            </a:r>
            <a:r>
              <a:rPr lang="en-US" err="1">
                <a:latin typeface="Courier New" panose="02070309020205020404" pitchFamily="49" charset="0"/>
                <a:cs typeface="Courier New" panose="02070309020205020404" pitchFamily="49" charset="0"/>
              </a:rPr>
              <a:t>gh</a:t>
            </a:r>
            <a:r>
              <a:rPr lang="en-US">
                <a:latin typeface="Courier New" panose="02070309020205020404" pitchFamily="49" charset="0"/>
                <a:cs typeface="Courier New" panose="02070309020205020404" pitchFamily="49" charset="0"/>
              </a:rPr>
              <a:t> agent-task</a:t>
            </a:r>
            <a:r>
              <a:rPr lang="en-US"/>
              <a:t>, and </a:t>
            </a:r>
            <a:r>
              <a:rPr lang="en-US" err="1">
                <a:latin typeface="Courier New" panose="02070309020205020404" pitchFamily="49" charset="0"/>
                <a:cs typeface="Courier New" panose="02070309020205020404" pitchFamily="49" charset="0"/>
              </a:rPr>
              <a:t>gh</a:t>
            </a:r>
            <a:r>
              <a:rPr lang="en-US">
                <a:latin typeface="Courier New" panose="02070309020205020404" pitchFamily="49" charset="0"/>
                <a:cs typeface="Courier New" panose="02070309020205020404" pitchFamily="49" charset="0"/>
              </a:rPr>
              <a:t> issue edit</a:t>
            </a:r>
            <a:r>
              <a:rPr lang="en-US"/>
              <a:t> </a:t>
            </a:r>
          </a:p>
        </p:txBody>
      </p:sp>
      <p:sp>
        <p:nvSpPr>
          <p:cNvPr id="8" name="Text Placeholder 7">
            <a:extLst>
              <a:ext uri="{FF2B5EF4-FFF2-40B4-BE49-F238E27FC236}">
                <a16:creationId xmlns:a16="http://schemas.microsoft.com/office/drawing/2014/main" id="{FC47DE3B-CB20-B40A-31D4-5DF93857A9F7}"/>
              </a:ext>
            </a:extLst>
          </p:cNvPr>
          <p:cNvSpPr>
            <a:spLocks noGrp="1"/>
          </p:cNvSpPr>
          <p:nvPr>
            <p:ph type="body" sz="quarter" idx="32"/>
          </p:nvPr>
        </p:nvSpPr>
        <p:spPr>
          <a:xfrm>
            <a:off x="8332207" y="1223793"/>
            <a:ext cx="3239551" cy="457200"/>
          </a:xfrm>
        </p:spPr>
        <p:txBody>
          <a:bodyPr/>
          <a:lstStyle/>
          <a:p>
            <a:r>
              <a:rPr lang="en-US"/>
              <a:t>GitHub Mobile</a:t>
            </a:r>
          </a:p>
        </p:txBody>
      </p:sp>
      <p:sp>
        <p:nvSpPr>
          <p:cNvPr id="9" name="Text Placeholder 8">
            <a:extLst>
              <a:ext uri="{FF2B5EF4-FFF2-40B4-BE49-F238E27FC236}">
                <a16:creationId xmlns:a16="http://schemas.microsoft.com/office/drawing/2014/main" id="{A22B97D9-11FF-056F-DD0D-59D658015448}"/>
              </a:ext>
            </a:extLst>
          </p:cNvPr>
          <p:cNvSpPr>
            <a:spLocks noGrp="1"/>
          </p:cNvSpPr>
          <p:nvPr>
            <p:ph type="body" sz="quarter" idx="33"/>
          </p:nvPr>
        </p:nvSpPr>
        <p:spPr>
          <a:xfrm>
            <a:off x="8332208" y="1698742"/>
            <a:ext cx="3239550" cy="914400"/>
          </a:xfrm>
        </p:spPr>
        <p:txBody>
          <a:bodyPr/>
          <a:lstStyle/>
          <a:p>
            <a:r>
              <a:rPr lang="en-US"/>
              <a:t>Hand tasks to Copilot to track progress while you’re on the move</a:t>
            </a:r>
          </a:p>
        </p:txBody>
      </p:sp>
      <p:sp>
        <p:nvSpPr>
          <p:cNvPr id="11" name="Text Placeholder 10">
            <a:extLst>
              <a:ext uri="{FF2B5EF4-FFF2-40B4-BE49-F238E27FC236}">
                <a16:creationId xmlns:a16="http://schemas.microsoft.com/office/drawing/2014/main" id="{C884CD7B-B9A7-8366-5E16-5297669118FB}"/>
              </a:ext>
            </a:extLst>
          </p:cNvPr>
          <p:cNvSpPr>
            <a:spLocks noGrp="1"/>
          </p:cNvSpPr>
          <p:nvPr>
            <p:ph type="body" sz="quarter" idx="35"/>
          </p:nvPr>
        </p:nvSpPr>
        <p:spPr>
          <a:xfrm>
            <a:off x="8332207" y="2900634"/>
            <a:ext cx="3239551" cy="457200"/>
          </a:xfrm>
        </p:spPr>
        <p:txBody>
          <a:bodyPr/>
          <a:lstStyle/>
          <a:p>
            <a:r>
              <a:rPr lang="en-US"/>
              <a:t>IDEs</a:t>
            </a:r>
          </a:p>
        </p:txBody>
      </p:sp>
      <p:sp>
        <p:nvSpPr>
          <p:cNvPr id="12" name="Text Placeholder 11">
            <a:extLst>
              <a:ext uri="{FF2B5EF4-FFF2-40B4-BE49-F238E27FC236}">
                <a16:creationId xmlns:a16="http://schemas.microsoft.com/office/drawing/2014/main" id="{4CE8B4C1-FA12-F1FF-991C-9A27EB951B11}"/>
              </a:ext>
            </a:extLst>
          </p:cNvPr>
          <p:cNvSpPr>
            <a:spLocks noGrp="1"/>
          </p:cNvSpPr>
          <p:nvPr>
            <p:ph type="body" sz="quarter" idx="36"/>
          </p:nvPr>
        </p:nvSpPr>
        <p:spPr>
          <a:xfrm>
            <a:off x="8332208" y="3375583"/>
            <a:ext cx="3239550" cy="914400"/>
          </a:xfrm>
        </p:spPr>
        <p:txBody>
          <a:bodyPr/>
          <a:lstStyle/>
          <a:p>
            <a:r>
              <a:rPr lang="en-US"/>
              <a:t>Start background tasks without context switching from </a:t>
            </a:r>
            <a:r>
              <a:rPr lang="en-US" b="1"/>
              <a:t>VS Code </a:t>
            </a:r>
            <a:r>
              <a:rPr lang="en-US"/>
              <a:t>and </a:t>
            </a:r>
            <a:r>
              <a:rPr lang="en-US" b="1"/>
              <a:t>JetBrains IDEs</a:t>
            </a:r>
            <a:endParaRPr lang="en-US" b="1">
              <a:solidFill>
                <a:schemeClr val="tx1">
                  <a:lumMod val="65000"/>
                </a:schemeClr>
              </a:solidFill>
            </a:endParaRPr>
          </a:p>
        </p:txBody>
      </p:sp>
      <p:sp>
        <p:nvSpPr>
          <p:cNvPr id="14" name="Title 13">
            <a:extLst>
              <a:ext uri="{FF2B5EF4-FFF2-40B4-BE49-F238E27FC236}">
                <a16:creationId xmlns:a16="http://schemas.microsoft.com/office/drawing/2014/main" id="{47E2259B-A61A-7FB9-69E0-6EF0EF014A26}"/>
              </a:ext>
            </a:extLst>
          </p:cNvPr>
          <p:cNvSpPr>
            <a:spLocks noGrp="1"/>
          </p:cNvSpPr>
          <p:nvPr>
            <p:ph type="ctrTitle"/>
          </p:nvPr>
        </p:nvSpPr>
        <p:spPr>
          <a:xfrm>
            <a:off x="720437" y="2155942"/>
            <a:ext cx="3461954" cy="3515101"/>
          </a:xfrm>
        </p:spPr>
        <p:txBody>
          <a:bodyPr/>
          <a:lstStyle/>
          <a:p>
            <a:r>
              <a:rPr lang="en-US" sz="4000"/>
              <a:t>Available wherever your team codes and collaborates</a:t>
            </a:r>
          </a:p>
        </p:txBody>
      </p:sp>
      <p:sp>
        <p:nvSpPr>
          <p:cNvPr id="20" name="Text Placeholder 1">
            <a:extLst>
              <a:ext uri="{FF2B5EF4-FFF2-40B4-BE49-F238E27FC236}">
                <a16:creationId xmlns:a16="http://schemas.microsoft.com/office/drawing/2014/main" id="{AB03841D-1B8A-F573-2E51-E8BAA327C768}"/>
              </a:ext>
            </a:extLst>
          </p:cNvPr>
          <p:cNvSpPr txBox="1">
            <a:spLocks/>
          </p:cNvSpPr>
          <p:nvPr/>
        </p:nvSpPr>
        <p:spPr>
          <a:xfrm>
            <a:off x="4637524" y="4496383"/>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Workplace chat apps</a:t>
            </a:r>
          </a:p>
        </p:txBody>
      </p:sp>
      <p:sp>
        <p:nvSpPr>
          <p:cNvPr id="21" name="Text Placeholder 2">
            <a:extLst>
              <a:ext uri="{FF2B5EF4-FFF2-40B4-BE49-F238E27FC236}">
                <a16:creationId xmlns:a16="http://schemas.microsoft.com/office/drawing/2014/main" id="{BBCB436B-C756-F075-021A-BA93EDF16165}"/>
              </a:ext>
            </a:extLst>
          </p:cNvPr>
          <p:cNvSpPr txBox="1">
            <a:spLocks/>
          </p:cNvSpPr>
          <p:nvPr/>
        </p:nvSpPr>
        <p:spPr>
          <a:xfrm>
            <a:off x="4637525" y="4983364"/>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Collaborate with Copilot in </a:t>
            </a:r>
            <a:r>
              <a:rPr lang="en-US" b="1"/>
              <a:t>Slack</a:t>
            </a:r>
            <a:r>
              <a:rPr lang="en-US"/>
              <a:t> and </a:t>
            </a:r>
            <a:r>
              <a:rPr lang="en-US" b="1"/>
              <a:t>Teams</a:t>
            </a:r>
            <a:r>
              <a:rPr lang="en-US"/>
              <a:t> with a simple @mention</a:t>
            </a:r>
          </a:p>
        </p:txBody>
      </p:sp>
      <p:sp>
        <p:nvSpPr>
          <p:cNvPr id="22" name="Text Placeholder 7">
            <a:extLst>
              <a:ext uri="{FF2B5EF4-FFF2-40B4-BE49-F238E27FC236}">
                <a16:creationId xmlns:a16="http://schemas.microsoft.com/office/drawing/2014/main" id="{CEE5E115-6A83-62FE-9CF7-ED4AFAE1A5B8}"/>
              </a:ext>
            </a:extLst>
          </p:cNvPr>
          <p:cNvSpPr txBox="1">
            <a:spLocks/>
          </p:cNvSpPr>
          <p:nvPr/>
        </p:nvSpPr>
        <p:spPr>
          <a:xfrm>
            <a:off x="8332207" y="4496383"/>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Project management tools</a:t>
            </a:r>
          </a:p>
        </p:txBody>
      </p:sp>
      <p:sp>
        <p:nvSpPr>
          <p:cNvPr id="23" name="Text Placeholder 8">
            <a:extLst>
              <a:ext uri="{FF2B5EF4-FFF2-40B4-BE49-F238E27FC236}">
                <a16:creationId xmlns:a16="http://schemas.microsoft.com/office/drawing/2014/main" id="{9F380F47-2B7C-CBE5-86F0-6298A3F4529E}"/>
              </a:ext>
            </a:extLst>
          </p:cNvPr>
          <p:cNvSpPr txBox="1">
            <a:spLocks/>
          </p:cNvSpPr>
          <p:nvPr/>
        </p:nvSpPr>
        <p:spPr>
          <a:xfrm>
            <a:off x="8332208" y="4983364"/>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Assign issues to Copilot from </a:t>
            </a:r>
            <a:r>
              <a:rPr lang="en-US" b="1"/>
              <a:t>Azure Boards</a:t>
            </a:r>
            <a:r>
              <a:rPr lang="en-US"/>
              <a:t>, </a:t>
            </a:r>
            <a:r>
              <a:rPr lang="en-US" b="1"/>
              <a:t>Jira</a:t>
            </a:r>
            <a:r>
              <a:rPr lang="en-US"/>
              <a:t> (coming soon) and </a:t>
            </a:r>
            <a:r>
              <a:rPr lang="en-US" b="1"/>
              <a:t>Linear</a:t>
            </a:r>
          </a:p>
        </p:txBody>
      </p:sp>
    </p:spTree>
    <p:extLst>
      <p:ext uri="{BB962C8B-B14F-4D97-AF65-F5344CB8AC3E}">
        <p14:creationId xmlns:p14="http://schemas.microsoft.com/office/powerpoint/2010/main" val="5607443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A4F2D-4D5C-64EE-7061-AD3087C6A2E7}"/>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298E5F80-9E81-39F6-F8ED-2A91EC7209F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Rounded Rectangle 24">
            <a:extLst>
              <a:ext uri="{FF2B5EF4-FFF2-40B4-BE49-F238E27FC236}">
                <a16:creationId xmlns:a16="http://schemas.microsoft.com/office/drawing/2014/main" id="{9DDD15AA-32A0-96A7-84BC-53E6F0D8C6CC}"/>
              </a:ext>
            </a:extLst>
          </p:cNvPr>
          <p:cNvSpPr/>
          <p:nvPr/>
        </p:nvSpPr>
        <p:spPr>
          <a:xfrm>
            <a:off x="-375939" y="481255"/>
            <a:ext cx="4379976" cy="5468112"/>
          </a:xfrm>
          <a:prstGeom prst="roundRect">
            <a:avLst>
              <a:gd name="adj" fmla="val 2235"/>
            </a:avLst>
          </a:prstGeom>
          <a:solidFill>
            <a:schemeClr val="tx2">
              <a:alpha val="50000"/>
            </a:schemeClr>
          </a:solidFill>
          <a:ln w="25400">
            <a:gradFill flip="none" rotWithShape="1">
              <a:gsLst>
                <a:gs pos="0">
                  <a:schemeClr val="bg1">
                    <a:alpha val="50000"/>
                  </a:schemeClr>
                </a:gs>
                <a:gs pos="51000">
                  <a:schemeClr val="tx2">
                    <a:alpha val="25000"/>
                  </a:schemeClr>
                </a:gs>
                <a:gs pos="100000">
                  <a:schemeClr val="bg1">
                    <a:alpha val="5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Title 5">
            <a:extLst>
              <a:ext uri="{FF2B5EF4-FFF2-40B4-BE49-F238E27FC236}">
                <a16:creationId xmlns:a16="http://schemas.microsoft.com/office/drawing/2014/main" id="{61CFE05D-FE84-EB9B-A7A8-9FE07F2BB7F2}"/>
              </a:ext>
            </a:extLst>
          </p:cNvPr>
          <p:cNvSpPr>
            <a:spLocks noGrp="1"/>
          </p:cNvSpPr>
          <p:nvPr>
            <p:ph type="title"/>
          </p:nvPr>
        </p:nvSpPr>
        <p:spPr>
          <a:xfrm>
            <a:off x="6506874" y="2621117"/>
            <a:ext cx="5329526" cy="2007338"/>
          </a:xfrm>
        </p:spPr>
        <p:txBody>
          <a:bodyPr/>
          <a:lstStyle/>
          <a:p>
            <a:r>
              <a:rPr lang="en-US" spc="-150">
                <a:cs typeface="Aptos" pitchFamily="2" charset="77"/>
              </a:rPr>
              <a:t>Ask Copilot to make changes to any PR</a:t>
            </a:r>
          </a:p>
        </p:txBody>
      </p:sp>
      <p:grpSp>
        <p:nvGrpSpPr>
          <p:cNvPr id="20" name="Group 19">
            <a:extLst>
              <a:ext uri="{FF2B5EF4-FFF2-40B4-BE49-F238E27FC236}">
                <a16:creationId xmlns:a16="http://schemas.microsoft.com/office/drawing/2014/main" id="{75D5CBE8-9E9E-52D1-4B8A-7590C24C93BC}"/>
              </a:ext>
            </a:extLst>
          </p:cNvPr>
          <p:cNvGrpSpPr/>
          <p:nvPr/>
        </p:nvGrpSpPr>
        <p:grpSpPr>
          <a:xfrm>
            <a:off x="6506873" y="1969299"/>
            <a:ext cx="2613064" cy="415936"/>
            <a:chOff x="19520619" y="5907897"/>
            <a:chExt cx="7839192" cy="1247808"/>
          </a:xfrm>
        </p:grpSpPr>
        <p:sp>
          <p:nvSpPr>
            <p:cNvPr id="10" name="Rounded Rectangle 9">
              <a:extLst>
                <a:ext uri="{FF2B5EF4-FFF2-40B4-BE49-F238E27FC236}">
                  <a16:creationId xmlns:a16="http://schemas.microsoft.com/office/drawing/2014/main" id="{9C2235DF-9B79-3994-750E-D92D614C53F9}"/>
                </a:ext>
              </a:extLst>
            </p:cNvPr>
            <p:cNvSpPr/>
            <p:nvPr/>
          </p:nvSpPr>
          <p:spPr>
            <a:xfrm>
              <a:off x="19520619" y="5907897"/>
              <a:ext cx="7839192"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itchFamily="2" charset="77"/>
                  <a:ea typeface="+mn-ea"/>
                  <a:cs typeface="+mn-cs"/>
                </a:rPr>
                <a:t>Copilot coding agent</a:t>
              </a:r>
            </a:p>
          </p:txBody>
        </p:sp>
        <p:sp>
          <p:nvSpPr>
            <p:cNvPr id="4" name="Google Shape;420;p27">
              <a:extLst>
                <a:ext uri="{FF2B5EF4-FFF2-40B4-BE49-F238E27FC236}">
                  <a16:creationId xmlns:a16="http://schemas.microsoft.com/office/drawing/2014/main" id="{CC28435D-D301-5C25-0F14-BE88A4ECE273}"/>
                </a:ext>
              </a:extLst>
            </p:cNvPr>
            <p:cNvSpPr/>
            <p:nvPr/>
          </p:nvSpPr>
          <p:spPr>
            <a:xfrm>
              <a:off x="19997094" y="6250059"/>
              <a:ext cx="525732" cy="563484"/>
            </a:xfrm>
            <a:custGeom>
              <a:avLst/>
              <a:gdLst/>
              <a:ahLst/>
              <a:cxnLst/>
              <a:rect l="l" t="t" r="r" b="b"/>
              <a:pathLst>
                <a:path w="2211" h="2370" extrusionOk="0">
                  <a:moveTo>
                    <a:pt x="549" y="0"/>
                  </a:moveTo>
                  <a:cubicBezTo>
                    <a:pt x="600" y="0"/>
                    <a:pt x="633" y="34"/>
                    <a:pt x="633" y="76"/>
                  </a:cubicBezTo>
                  <a:lnTo>
                    <a:pt x="633" y="321"/>
                  </a:lnTo>
                  <a:lnTo>
                    <a:pt x="1578" y="321"/>
                  </a:lnTo>
                  <a:lnTo>
                    <a:pt x="1578" y="76"/>
                  </a:lnTo>
                  <a:cubicBezTo>
                    <a:pt x="1578" y="34"/>
                    <a:pt x="1612" y="0"/>
                    <a:pt x="1662" y="0"/>
                  </a:cubicBezTo>
                  <a:cubicBezTo>
                    <a:pt x="1704" y="0"/>
                    <a:pt x="1738" y="34"/>
                    <a:pt x="1738" y="76"/>
                  </a:cubicBezTo>
                  <a:lnTo>
                    <a:pt x="1738" y="321"/>
                  </a:lnTo>
                  <a:lnTo>
                    <a:pt x="2025" y="321"/>
                  </a:lnTo>
                  <a:cubicBezTo>
                    <a:pt x="2126" y="321"/>
                    <a:pt x="2210" y="397"/>
                    <a:pt x="2210" y="498"/>
                  </a:cubicBezTo>
                  <a:lnTo>
                    <a:pt x="2210" y="2184"/>
                  </a:lnTo>
                  <a:cubicBezTo>
                    <a:pt x="2210" y="2286"/>
                    <a:pt x="2126" y="2370"/>
                    <a:pt x="2025" y="2370"/>
                  </a:cubicBezTo>
                  <a:lnTo>
                    <a:pt x="186" y="2370"/>
                  </a:lnTo>
                  <a:cubicBezTo>
                    <a:pt x="85" y="2370"/>
                    <a:pt x="1" y="2286"/>
                    <a:pt x="1" y="2184"/>
                  </a:cubicBezTo>
                  <a:lnTo>
                    <a:pt x="1" y="498"/>
                  </a:lnTo>
                  <a:cubicBezTo>
                    <a:pt x="1" y="397"/>
                    <a:pt x="85" y="321"/>
                    <a:pt x="186" y="321"/>
                  </a:cubicBezTo>
                  <a:lnTo>
                    <a:pt x="473" y="321"/>
                  </a:lnTo>
                  <a:lnTo>
                    <a:pt x="473" y="76"/>
                  </a:lnTo>
                  <a:cubicBezTo>
                    <a:pt x="473" y="34"/>
                    <a:pt x="507" y="0"/>
                    <a:pt x="549" y="0"/>
                  </a:cubicBezTo>
                  <a:close/>
                  <a:moveTo>
                    <a:pt x="186" y="472"/>
                  </a:moveTo>
                  <a:cubicBezTo>
                    <a:pt x="170" y="472"/>
                    <a:pt x="161" y="489"/>
                    <a:pt x="161" y="498"/>
                  </a:cubicBezTo>
                  <a:lnTo>
                    <a:pt x="161" y="844"/>
                  </a:lnTo>
                  <a:lnTo>
                    <a:pt x="2059" y="844"/>
                  </a:lnTo>
                  <a:lnTo>
                    <a:pt x="2059" y="498"/>
                  </a:lnTo>
                  <a:cubicBezTo>
                    <a:pt x="2059" y="489"/>
                    <a:pt x="2042" y="472"/>
                    <a:pt x="2025" y="472"/>
                  </a:cubicBezTo>
                  <a:close/>
                  <a:moveTo>
                    <a:pt x="2059" y="1004"/>
                  </a:moveTo>
                  <a:lnTo>
                    <a:pt x="161" y="1004"/>
                  </a:lnTo>
                  <a:lnTo>
                    <a:pt x="161" y="2184"/>
                  </a:lnTo>
                  <a:cubicBezTo>
                    <a:pt x="161" y="2201"/>
                    <a:pt x="170" y="2218"/>
                    <a:pt x="186" y="2218"/>
                  </a:cubicBezTo>
                  <a:lnTo>
                    <a:pt x="2025" y="2218"/>
                  </a:lnTo>
                  <a:cubicBezTo>
                    <a:pt x="2042" y="2218"/>
                    <a:pt x="2059" y="2201"/>
                    <a:pt x="2059" y="2184"/>
                  </a:cubicBezTo>
                  <a:close/>
                </a:path>
              </a:pathLst>
            </a:custGeom>
            <a:solidFill>
              <a:schemeClr val="tx1"/>
            </a:solid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lang="en-US" sz="4200"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31" name="Rounded Rectangle 30">
            <a:extLst>
              <a:ext uri="{FF2B5EF4-FFF2-40B4-BE49-F238E27FC236}">
                <a16:creationId xmlns:a16="http://schemas.microsoft.com/office/drawing/2014/main" id="{F1741970-8F5E-69DB-24C0-2F6678849DC7}"/>
              </a:ext>
            </a:extLst>
          </p:cNvPr>
          <p:cNvSpPr/>
          <p:nvPr/>
        </p:nvSpPr>
        <p:spPr>
          <a:xfrm>
            <a:off x="1119718" y="1630978"/>
            <a:ext cx="4590288" cy="4745736"/>
          </a:xfrm>
          <a:prstGeom prst="roundRect">
            <a:avLst>
              <a:gd name="adj" fmla="val 2235"/>
            </a:avLst>
          </a:prstGeom>
          <a:solidFill>
            <a:schemeClr val="tx2">
              <a:alpha val="50000"/>
            </a:schemeClr>
          </a:solidFill>
          <a:ln w="25400">
            <a:gradFill flip="none" rotWithShape="1">
              <a:gsLst>
                <a:gs pos="0">
                  <a:schemeClr val="bg1">
                    <a:alpha val="50000"/>
                  </a:schemeClr>
                </a:gs>
                <a:gs pos="51000">
                  <a:schemeClr val="tx2">
                    <a:alpha val="25000"/>
                  </a:schemeClr>
                </a:gs>
                <a:gs pos="100000">
                  <a:schemeClr val="bg1">
                    <a:alpha val="5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ext Placeholder 6">
            <a:extLst>
              <a:ext uri="{FF2B5EF4-FFF2-40B4-BE49-F238E27FC236}">
                <a16:creationId xmlns:a16="http://schemas.microsoft.com/office/drawing/2014/main" id="{999A816A-2F96-7D55-2EF1-472B91C725B5}"/>
              </a:ext>
            </a:extLst>
          </p:cNvPr>
          <p:cNvSpPr txBox="1">
            <a:spLocks/>
          </p:cNvSpPr>
          <p:nvPr/>
        </p:nvSpPr>
        <p:spPr>
          <a:xfrm>
            <a:off x="6506874" y="3846391"/>
            <a:ext cx="5329526" cy="1564127"/>
          </a:xfrm>
          <a:prstGeom prst="rect">
            <a:avLst/>
          </a:prstGeom>
        </p:spPr>
        <p:txBody>
          <a:bodyPr anchor="t" anchorCtr="0">
            <a:noAutofit/>
          </a:bodyPr>
          <a:lstStyle>
            <a:lvl1pPr marL="0" marR="0" indent="0" algn="l" defTabSz="914309" rtl="0" eaLnBrk="1" fontAlgn="auto" latinLnBrk="0" hangingPunct="1">
              <a:lnSpc>
                <a:spcPct val="90000"/>
              </a:lnSpc>
              <a:spcBef>
                <a:spcPts val="1000"/>
              </a:spcBef>
              <a:spcAft>
                <a:spcPts val="0"/>
              </a:spcAft>
              <a:buClrTx/>
              <a:buSzTx/>
              <a:buFont typeface="Arial" panose="020B0604020202020204" pitchFamily="34" charset="0"/>
              <a:buNone/>
              <a:tabLst/>
              <a:defRPr sz="1800" b="0" i="0" kern="1200">
                <a:solidFill>
                  <a:srgbClr val="B6BFB8"/>
                </a:solidFill>
                <a:latin typeface="Aptos" pitchFamily="2" charset="77"/>
                <a:ea typeface="+mn-ea"/>
                <a:cs typeface="Arial" panose="020B0604020202020204" pitchFamily="34" charset="0"/>
              </a:defRPr>
            </a:lvl1pPr>
            <a:lvl2pPr marL="457154" indent="0" algn="l" defTabSz="91430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309" indent="0" algn="l" defTabSz="91430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463" indent="0" algn="l" defTabSz="91430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617" indent="0" algn="l" defTabSz="91430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349"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Copilot is no longer limited to opening new PRs. Mention @copilot in an existing PR to have Copilot make changes.</a:t>
            </a:r>
          </a:p>
        </p:txBody>
      </p:sp>
      <p:pic>
        <p:nvPicPr>
          <p:cNvPr id="1026" name="Picture 2">
            <a:extLst>
              <a:ext uri="{FF2B5EF4-FFF2-40B4-BE49-F238E27FC236}">
                <a16:creationId xmlns:a16="http://schemas.microsoft.com/office/drawing/2014/main" id="{EB6A2FD2-25FF-C59A-6B7F-8D12534D7041}"/>
              </a:ext>
            </a:extLst>
          </p:cNvPr>
          <p:cNvPicPr>
            <a:picLocks noGrp="1" noChangeAspect="1" noChangeArrowheads="1"/>
          </p:cNvPicPr>
          <p:nvPr>
            <p:ph type="pic" sz="quarter" idx="33"/>
          </p:nvPr>
        </p:nvPicPr>
        <p:blipFill rotWithShape="1">
          <a:blip r:embed="rId3" cstate="screen">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6707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C02FA-2C16-27DA-566B-10FC3F8D04D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7533BC-CB72-E2B3-0445-16B3714AC2D9}"/>
              </a:ext>
            </a:extLst>
          </p:cNvPr>
          <p:cNvSpPr>
            <a:spLocks noGrp="1"/>
          </p:cNvSpPr>
          <p:nvPr>
            <p:ph type="title"/>
          </p:nvPr>
        </p:nvSpPr>
        <p:spPr>
          <a:xfrm>
            <a:off x="380678" y="2884262"/>
            <a:ext cx="5329526" cy="1614615"/>
          </a:xfrm>
        </p:spPr>
        <p:txBody>
          <a:bodyPr/>
          <a:lstStyle/>
          <a:p>
            <a:r>
              <a:rPr lang="en-US" spc="-150" dirty="0">
                <a:cs typeface="Aptos" pitchFamily="2" charset="77"/>
              </a:rPr>
              <a:t>Start Copilot coding agent tasks from Teams or Slack</a:t>
            </a:r>
          </a:p>
        </p:txBody>
      </p:sp>
      <p:sp>
        <p:nvSpPr>
          <p:cNvPr id="7" name="Text Placeholder 6">
            <a:extLst>
              <a:ext uri="{FF2B5EF4-FFF2-40B4-BE49-F238E27FC236}">
                <a16:creationId xmlns:a16="http://schemas.microsoft.com/office/drawing/2014/main" id="{29AEAC1D-8FA5-0FC4-5A01-3FBAE91B756A}"/>
              </a:ext>
            </a:extLst>
          </p:cNvPr>
          <p:cNvSpPr>
            <a:spLocks noGrp="1"/>
          </p:cNvSpPr>
          <p:nvPr>
            <p:ph type="body" sz="quarter" idx="26"/>
          </p:nvPr>
        </p:nvSpPr>
        <p:spPr>
          <a:xfrm>
            <a:off x="380678" y="4077204"/>
            <a:ext cx="5329526" cy="1564127"/>
          </a:xfrm>
        </p:spPr>
        <p:txBody>
          <a:bodyPr anchor="t"/>
          <a:lstStyle/>
          <a:p>
            <a:r>
              <a:rPr lang="en-US"/>
              <a:t>Go from collaboration to code without skipping a beat. Just mention @GitHub in any conversation.</a:t>
            </a:r>
          </a:p>
        </p:txBody>
      </p:sp>
      <p:sp>
        <p:nvSpPr>
          <p:cNvPr id="10" name="Rounded Rectangle 9">
            <a:extLst>
              <a:ext uri="{FF2B5EF4-FFF2-40B4-BE49-F238E27FC236}">
                <a16:creationId xmlns:a16="http://schemas.microsoft.com/office/drawing/2014/main" id="{1A48CF59-0EE1-8859-3E6F-64487328F5AD}"/>
              </a:ext>
            </a:extLst>
          </p:cNvPr>
          <p:cNvSpPr/>
          <p:nvPr/>
        </p:nvSpPr>
        <p:spPr>
          <a:xfrm>
            <a:off x="380679" y="2247491"/>
            <a:ext cx="2242206" cy="415936"/>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itchFamily="2" charset="77"/>
                <a:ea typeface="+mn-ea"/>
                <a:cs typeface="+mn-cs"/>
              </a:rPr>
              <a:t>Slack integration</a:t>
            </a:r>
          </a:p>
        </p:txBody>
      </p:sp>
      <p:grpSp>
        <p:nvGrpSpPr>
          <p:cNvPr id="16" name="Google Shape;407;p27">
            <a:extLst>
              <a:ext uri="{FF2B5EF4-FFF2-40B4-BE49-F238E27FC236}">
                <a16:creationId xmlns:a16="http://schemas.microsoft.com/office/drawing/2014/main" id="{D9E99144-6A92-502D-BB27-F17B15E17F36}"/>
              </a:ext>
            </a:extLst>
          </p:cNvPr>
          <p:cNvGrpSpPr/>
          <p:nvPr/>
        </p:nvGrpSpPr>
        <p:grpSpPr>
          <a:xfrm>
            <a:off x="535308" y="2360955"/>
            <a:ext cx="175242" cy="175226"/>
            <a:chOff x="3192175" y="1099503"/>
            <a:chExt cx="52725" cy="52725"/>
          </a:xfrm>
          <a:solidFill>
            <a:schemeClr val="tx1"/>
          </a:solidFill>
        </p:grpSpPr>
        <p:sp>
          <p:nvSpPr>
            <p:cNvPr id="17" name="Google Shape;408;p27">
              <a:extLst>
                <a:ext uri="{FF2B5EF4-FFF2-40B4-BE49-F238E27FC236}">
                  <a16:creationId xmlns:a16="http://schemas.microsoft.com/office/drawing/2014/main" id="{4BFC3B1A-BD58-258F-201D-D73541C308AE}"/>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8" name="Google Shape;409;p27">
              <a:extLst>
                <a:ext uri="{FF2B5EF4-FFF2-40B4-BE49-F238E27FC236}">
                  <a16:creationId xmlns:a16="http://schemas.microsoft.com/office/drawing/2014/main" id="{CDA260BF-7B95-6BBF-3A20-AC07293574B3}"/>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9" name="Google Shape;410;p27">
              <a:extLst>
                <a:ext uri="{FF2B5EF4-FFF2-40B4-BE49-F238E27FC236}">
                  <a16:creationId xmlns:a16="http://schemas.microsoft.com/office/drawing/2014/main" id="{BD02938C-0F9C-4845-095E-B7E8BD45D25B}"/>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grpSp>
      <p:pic>
        <p:nvPicPr>
          <p:cNvPr id="2050" name="Picture 2">
            <a:extLst>
              <a:ext uri="{FF2B5EF4-FFF2-40B4-BE49-F238E27FC236}">
                <a16:creationId xmlns:a16="http://schemas.microsoft.com/office/drawing/2014/main" id="{53F95794-B272-B3AE-96ED-092FC3A0F4E8}"/>
              </a:ext>
            </a:extLst>
          </p:cNvPr>
          <p:cNvPicPr>
            <a:picLocks noGrp="1" noChangeAspect="1" noChangeArrowheads="1"/>
          </p:cNvPicPr>
          <p:nvPr>
            <p:ph type="pic" sz="quarter" idx="32"/>
          </p:nvPr>
        </p:nvPicPr>
        <p:blipFill rotWithShape="1">
          <a:blip r:embed="rId3" cstate="screen">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6877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A9ECC-C3A5-995E-2E7F-A97C7537CB9C}"/>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6375EB95-FFE8-B418-DB06-9D67DE9B705F}"/>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5" name="Rounded Rectangle 24">
            <a:extLst>
              <a:ext uri="{FF2B5EF4-FFF2-40B4-BE49-F238E27FC236}">
                <a16:creationId xmlns:a16="http://schemas.microsoft.com/office/drawing/2014/main" id="{04ABF964-F036-60BB-F062-DB3FB9984F3E}"/>
              </a:ext>
            </a:extLst>
          </p:cNvPr>
          <p:cNvSpPr/>
          <p:nvPr/>
        </p:nvSpPr>
        <p:spPr>
          <a:xfrm>
            <a:off x="-375939" y="481255"/>
            <a:ext cx="4379976" cy="5468112"/>
          </a:xfrm>
          <a:prstGeom prst="roundRect">
            <a:avLst>
              <a:gd name="adj" fmla="val 2235"/>
            </a:avLst>
          </a:prstGeom>
          <a:solidFill>
            <a:schemeClr val="tx2">
              <a:alpha val="50000"/>
            </a:schemeClr>
          </a:solidFill>
          <a:ln w="25400">
            <a:gradFill flip="none" rotWithShape="1">
              <a:gsLst>
                <a:gs pos="0">
                  <a:schemeClr val="bg1">
                    <a:alpha val="50000"/>
                  </a:schemeClr>
                </a:gs>
                <a:gs pos="51000">
                  <a:schemeClr val="tx2">
                    <a:alpha val="25000"/>
                  </a:schemeClr>
                </a:gs>
                <a:gs pos="100000">
                  <a:schemeClr val="bg1">
                    <a:alpha val="5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6" name="Picture Placeholder 25" descr="A screenshot of a computer&#10;&#10;AI-generated content may be incorrect.">
            <a:extLst>
              <a:ext uri="{FF2B5EF4-FFF2-40B4-BE49-F238E27FC236}">
                <a16:creationId xmlns:a16="http://schemas.microsoft.com/office/drawing/2014/main" id="{0113B2C0-652C-4610-CFB3-1DEA35B38360}"/>
              </a:ext>
            </a:extLst>
          </p:cNvPr>
          <p:cNvPicPr>
            <a:picLocks noGrp="1" noChangeAspect="1"/>
          </p:cNvPicPr>
          <p:nvPr>
            <p:ph type="pic" sz="quarter" idx="33"/>
          </p:nvPr>
        </p:nvPicPr>
        <p:blipFill>
          <a:blip r:embed="rId3" cstate="screen">
            <a:extLst>
              <a:ext uri="{28A0092B-C50C-407E-A947-70E740481C1C}">
                <a14:useLocalDpi xmlns:a14="http://schemas.microsoft.com/office/drawing/2010/main"/>
              </a:ext>
            </a:extLst>
          </a:blip>
          <a:srcRect/>
          <a:stretch>
            <a:fillRect/>
          </a:stretch>
        </p:blipFill>
        <p:spPr>
          <a:xfrm>
            <a:off x="-331864" y="525279"/>
            <a:ext cx="4291827" cy="5377136"/>
          </a:xfrm>
          <a:prstGeom prst="roundRect">
            <a:avLst>
              <a:gd name="adj" fmla="val 2037"/>
            </a:avLst>
          </a:prstGeom>
          <a:ln>
            <a:solidFill>
              <a:schemeClr val="tx2"/>
            </a:solidFill>
          </a:ln>
        </p:spPr>
      </p:pic>
      <p:sp>
        <p:nvSpPr>
          <p:cNvPr id="6" name="Title 5">
            <a:extLst>
              <a:ext uri="{FF2B5EF4-FFF2-40B4-BE49-F238E27FC236}">
                <a16:creationId xmlns:a16="http://schemas.microsoft.com/office/drawing/2014/main" id="{7EFBEF01-DA58-BF3A-30EC-F922E9165C8E}"/>
              </a:ext>
            </a:extLst>
          </p:cNvPr>
          <p:cNvSpPr>
            <a:spLocks noGrp="1"/>
          </p:cNvSpPr>
          <p:nvPr>
            <p:ph type="title"/>
          </p:nvPr>
        </p:nvSpPr>
        <p:spPr>
          <a:xfrm>
            <a:off x="6506874" y="2705339"/>
            <a:ext cx="5329526" cy="2007338"/>
          </a:xfrm>
        </p:spPr>
        <p:txBody>
          <a:bodyPr/>
          <a:lstStyle/>
          <a:p>
            <a:r>
              <a:rPr lang="en-US" spc="-150">
                <a:cs typeface="Aptos" pitchFamily="2" charset="77"/>
              </a:rPr>
              <a:t>Assign Linear issues to Copilot</a:t>
            </a:r>
          </a:p>
        </p:txBody>
      </p:sp>
      <p:grpSp>
        <p:nvGrpSpPr>
          <p:cNvPr id="20" name="Group 19">
            <a:extLst>
              <a:ext uri="{FF2B5EF4-FFF2-40B4-BE49-F238E27FC236}">
                <a16:creationId xmlns:a16="http://schemas.microsoft.com/office/drawing/2014/main" id="{ADDD9929-7244-F0F7-91F8-ED7B43AC2816}"/>
              </a:ext>
            </a:extLst>
          </p:cNvPr>
          <p:cNvGrpSpPr/>
          <p:nvPr/>
        </p:nvGrpSpPr>
        <p:grpSpPr>
          <a:xfrm>
            <a:off x="6506873" y="1969299"/>
            <a:ext cx="2288211" cy="415936"/>
            <a:chOff x="19520619" y="5907897"/>
            <a:chExt cx="6864633" cy="1247808"/>
          </a:xfrm>
        </p:grpSpPr>
        <p:sp>
          <p:nvSpPr>
            <p:cNvPr id="10" name="Rounded Rectangle 9">
              <a:extLst>
                <a:ext uri="{FF2B5EF4-FFF2-40B4-BE49-F238E27FC236}">
                  <a16:creationId xmlns:a16="http://schemas.microsoft.com/office/drawing/2014/main" id="{4689413C-A4CF-16A6-74F3-5BED3FDB1510}"/>
                </a:ext>
              </a:extLst>
            </p:cNvPr>
            <p:cNvSpPr/>
            <p:nvPr/>
          </p:nvSpPr>
          <p:spPr>
            <a:xfrm>
              <a:off x="19520619" y="5907897"/>
              <a:ext cx="6864633"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itchFamily="2" charset="77"/>
                  <a:ea typeface="+mn-ea"/>
                  <a:cs typeface="+mn-cs"/>
                </a:rPr>
                <a:t>Linear integration</a:t>
              </a:r>
            </a:p>
          </p:txBody>
        </p:sp>
        <p:sp>
          <p:nvSpPr>
            <p:cNvPr id="4" name="Google Shape;420;p27">
              <a:extLst>
                <a:ext uri="{FF2B5EF4-FFF2-40B4-BE49-F238E27FC236}">
                  <a16:creationId xmlns:a16="http://schemas.microsoft.com/office/drawing/2014/main" id="{3642D74E-D75B-0801-5AD5-B771A5333EFD}"/>
                </a:ext>
              </a:extLst>
            </p:cNvPr>
            <p:cNvSpPr/>
            <p:nvPr/>
          </p:nvSpPr>
          <p:spPr>
            <a:xfrm>
              <a:off x="19997094" y="6250059"/>
              <a:ext cx="525732" cy="563484"/>
            </a:xfrm>
            <a:custGeom>
              <a:avLst/>
              <a:gdLst/>
              <a:ahLst/>
              <a:cxnLst/>
              <a:rect l="l" t="t" r="r" b="b"/>
              <a:pathLst>
                <a:path w="2211" h="2370" extrusionOk="0">
                  <a:moveTo>
                    <a:pt x="549" y="0"/>
                  </a:moveTo>
                  <a:cubicBezTo>
                    <a:pt x="600" y="0"/>
                    <a:pt x="633" y="34"/>
                    <a:pt x="633" y="76"/>
                  </a:cubicBezTo>
                  <a:lnTo>
                    <a:pt x="633" y="321"/>
                  </a:lnTo>
                  <a:lnTo>
                    <a:pt x="1578" y="321"/>
                  </a:lnTo>
                  <a:lnTo>
                    <a:pt x="1578" y="76"/>
                  </a:lnTo>
                  <a:cubicBezTo>
                    <a:pt x="1578" y="34"/>
                    <a:pt x="1612" y="0"/>
                    <a:pt x="1662" y="0"/>
                  </a:cubicBezTo>
                  <a:cubicBezTo>
                    <a:pt x="1704" y="0"/>
                    <a:pt x="1738" y="34"/>
                    <a:pt x="1738" y="76"/>
                  </a:cubicBezTo>
                  <a:lnTo>
                    <a:pt x="1738" y="321"/>
                  </a:lnTo>
                  <a:lnTo>
                    <a:pt x="2025" y="321"/>
                  </a:lnTo>
                  <a:cubicBezTo>
                    <a:pt x="2126" y="321"/>
                    <a:pt x="2210" y="397"/>
                    <a:pt x="2210" y="498"/>
                  </a:cubicBezTo>
                  <a:lnTo>
                    <a:pt x="2210" y="2184"/>
                  </a:lnTo>
                  <a:cubicBezTo>
                    <a:pt x="2210" y="2286"/>
                    <a:pt x="2126" y="2370"/>
                    <a:pt x="2025" y="2370"/>
                  </a:cubicBezTo>
                  <a:lnTo>
                    <a:pt x="186" y="2370"/>
                  </a:lnTo>
                  <a:cubicBezTo>
                    <a:pt x="85" y="2370"/>
                    <a:pt x="1" y="2286"/>
                    <a:pt x="1" y="2184"/>
                  </a:cubicBezTo>
                  <a:lnTo>
                    <a:pt x="1" y="498"/>
                  </a:lnTo>
                  <a:cubicBezTo>
                    <a:pt x="1" y="397"/>
                    <a:pt x="85" y="321"/>
                    <a:pt x="186" y="321"/>
                  </a:cubicBezTo>
                  <a:lnTo>
                    <a:pt x="473" y="321"/>
                  </a:lnTo>
                  <a:lnTo>
                    <a:pt x="473" y="76"/>
                  </a:lnTo>
                  <a:cubicBezTo>
                    <a:pt x="473" y="34"/>
                    <a:pt x="507" y="0"/>
                    <a:pt x="549" y="0"/>
                  </a:cubicBezTo>
                  <a:close/>
                  <a:moveTo>
                    <a:pt x="186" y="472"/>
                  </a:moveTo>
                  <a:cubicBezTo>
                    <a:pt x="170" y="472"/>
                    <a:pt x="161" y="489"/>
                    <a:pt x="161" y="498"/>
                  </a:cubicBezTo>
                  <a:lnTo>
                    <a:pt x="161" y="844"/>
                  </a:lnTo>
                  <a:lnTo>
                    <a:pt x="2059" y="844"/>
                  </a:lnTo>
                  <a:lnTo>
                    <a:pt x="2059" y="498"/>
                  </a:lnTo>
                  <a:cubicBezTo>
                    <a:pt x="2059" y="489"/>
                    <a:pt x="2042" y="472"/>
                    <a:pt x="2025" y="472"/>
                  </a:cubicBezTo>
                  <a:close/>
                  <a:moveTo>
                    <a:pt x="2059" y="1004"/>
                  </a:moveTo>
                  <a:lnTo>
                    <a:pt x="161" y="1004"/>
                  </a:lnTo>
                  <a:lnTo>
                    <a:pt x="161" y="2184"/>
                  </a:lnTo>
                  <a:cubicBezTo>
                    <a:pt x="161" y="2201"/>
                    <a:pt x="170" y="2218"/>
                    <a:pt x="186" y="2218"/>
                  </a:cubicBezTo>
                  <a:lnTo>
                    <a:pt x="2025" y="2218"/>
                  </a:lnTo>
                  <a:cubicBezTo>
                    <a:pt x="2042" y="2218"/>
                    <a:pt x="2059" y="2201"/>
                    <a:pt x="2059" y="2184"/>
                  </a:cubicBezTo>
                  <a:close/>
                </a:path>
              </a:pathLst>
            </a:custGeom>
            <a:solidFill>
              <a:schemeClr val="tx1"/>
            </a:solid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lang="en-US" sz="4200" b="0" i="0" u="none" strike="noStrike" kern="0" cap="none" spc="0" normalizeH="0" baseline="0" noProof="0">
                <a:ln>
                  <a:noFill/>
                </a:ln>
                <a:solidFill>
                  <a:srgbClr val="000000"/>
                </a:solidFill>
                <a:effectLst/>
                <a:uLnTx/>
                <a:uFillTx/>
                <a:latin typeface="Arial"/>
                <a:ea typeface="+mn-ea"/>
                <a:cs typeface="Arial"/>
                <a:sym typeface="Arial"/>
              </a:endParaRPr>
            </a:p>
          </p:txBody>
        </p:sp>
      </p:grpSp>
      <p:sp>
        <p:nvSpPr>
          <p:cNvPr id="31" name="Rounded Rectangle 30">
            <a:extLst>
              <a:ext uri="{FF2B5EF4-FFF2-40B4-BE49-F238E27FC236}">
                <a16:creationId xmlns:a16="http://schemas.microsoft.com/office/drawing/2014/main" id="{E7BD3C21-D588-DC1D-728D-FAE772E10FDE}"/>
              </a:ext>
            </a:extLst>
          </p:cNvPr>
          <p:cNvSpPr/>
          <p:nvPr/>
        </p:nvSpPr>
        <p:spPr>
          <a:xfrm>
            <a:off x="1119718" y="1630978"/>
            <a:ext cx="4590288" cy="4745736"/>
          </a:xfrm>
          <a:prstGeom prst="roundRect">
            <a:avLst>
              <a:gd name="adj" fmla="val 2235"/>
            </a:avLst>
          </a:prstGeom>
          <a:solidFill>
            <a:schemeClr val="tx2">
              <a:alpha val="50000"/>
            </a:schemeClr>
          </a:solidFill>
          <a:ln w="25400">
            <a:gradFill flip="none" rotWithShape="1">
              <a:gsLst>
                <a:gs pos="0">
                  <a:schemeClr val="bg1">
                    <a:alpha val="50000"/>
                  </a:schemeClr>
                </a:gs>
                <a:gs pos="51000">
                  <a:schemeClr val="tx2">
                    <a:alpha val="25000"/>
                  </a:schemeClr>
                </a:gs>
                <a:gs pos="100000">
                  <a:schemeClr val="bg1">
                    <a:alpha val="5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 name="Picture Placeholder 25">
            <a:extLst>
              <a:ext uri="{FF2B5EF4-FFF2-40B4-BE49-F238E27FC236}">
                <a16:creationId xmlns:a16="http://schemas.microsoft.com/office/drawing/2014/main" id="{8952EEC7-F931-C101-CFD6-537B9B6E34E3}"/>
              </a:ext>
            </a:extLst>
          </p:cNvPr>
          <p:cNvPicPr>
            <a:picLocks noChangeAspect="1"/>
          </p:cNvPicPr>
          <p:nvPr/>
        </p:nvPicPr>
        <p:blipFill>
          <a:blip r:embed="rId4" cstate="screen">
            <a:extLst>
              <a:ext uri="{28A0092B-C50C-407E-A947-70E740481C1C}">
                <a14:useLocalDpi xmlns:a14="http://schemas.microsoft.com/office/drawing/2010/main"/>
              </a:ext>
            </a:extLst>
          </a:blip>
          <a:srcRect/>
          <a:stretch/>
        </p:blipFill>
        <p:spPr>
          <a:xfrm>
            <a:off x="1167550" y="1675146"/>
            <a:ext cx="4494624" cy="4657400"/>
          </a:xfrm>
          <a:prstGeom prst="roundRect">
            <a:avLst>
              <a:gd name="adj" fmla="val 1748"/>
            </a:avLst>
          </a:prstGeom>
          <a:solidFill>
            <a:schemeClr val="accent1"/>
          </a:solidFill>
          <a:ln>
            <a:solidFill>
              <a:schemeClr val="tx2"/>
            </a:solidFill>
          </a:ln>
        </p:spPr>
      </p:pic>
      <p:sp>
        <p:nvSpPr>
          <p:cNvPr id="7" name="Text Placeholder 6">
            <a:extLst>
              <a:ext uri="{FF2B5EF4-FFF2-40B4-BE49-F238E27FC236}">
                <a16:creationId xmlns:a16="http://schemas.microsoft.com/office/drawing/2014/main" id="{911D416D-F7EB-E5F4-96D0-F9F8F2773791}"/>
              </a:ext>
            </a:extLst>
          </p:cNvPr>
          <p:cNvSpPr txBox="1">
            <a:spLocks/>
          </p:cNvSpPr>
          <p:nvPr/>
        </p:nvSpPr>
        <p:spPr>
          <a:xfrm>
            <a:off x="6506874" y="3930613"/>
            <a:ext cx="5329526" cy="1564127"/>
          </a:xfrm>
          <a:prstGeom prst="rect">
            <a:avLst/>
          </a:prstGeom>
        </p:spPr>
        <p:txBody>
          <a:bodyPr anchor="t" anchorCtr="0">
            <a:noAutofit/>
          </a:bodyPr>
          <a:lstStyle>
            <a:lvl1pPr marL="0" marR="0" indent="0" algn="l" defTabSz="914309" rtl="0" eaLnBrk="1" fontAlgn="auto" latinLnBrk="0" hangingPunct="1">
              <a:lnSpc>
                <a:spcPct val="90000"/>
              </a:lnSpc>
              <a:spcBef>
                <a:spcPts val="1000"/>
              </a:spcBef>
              <a:spcAft>
                <a:spcPts val="0"/>
              </a:spcAft>
              <a:buClrTx/>
              <a:buSzTx/>
              <a:buFont typeface="Arial" panose="020B0604020202020204" pitchFamily="34" charset="0"/>
              <a:buNone/>
              <a:tabLst/>
              <a:defRPr sz="1800" b="0" i="0" kern="1200">
                <a:solidFill>
                  <a:srgbClr val="B6BFB8"/>
                </a:solidFill>
                <a:latin typeface="Aptos" pitchFamily="2" charset="77"/>
                <a:ea typeface="+mn-ea"/>
                <a:cs typeface="Arial" panose="020B0604020202020204" pitchFamily="34" charset="0"/>
              </a:defRPr>
            </a:lvl1pPr>
            <a:lvl2pPr marL="457154" indent="0" algn="l" defTabSz="91430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309" indent="0" algn="l" defTabSz="91430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463" indent="0" algn="l" defTabSz="91430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617" indent="0" algn="l" defTabSz="914309"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349"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Hand Linear issues to Copilot in one click, with updates and logs streaming back to Linear</a:t>
            </a:r>
          </a:p>
        </p:txBody>
      </p:sp>
    </p:spTree>
    <p:extLst>
      <p:ext uri="{BB962C8B-B14F-4D97-AF65-F5344CB8AC3E}">
        <p14:creationId xmlns:p14="http://schemas.microsoft.com/office/powerpoint/2010/main" val="22829288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Picture Placeholder 36">
            <a:extLst>
              <a:ext uri="{FF2B5EF4-FFF2-40B4-BE49-F238E27FC236}">
                <a16:creationId xmlns:a16="http://schemas.microsoft.com/office/drawing/2014/main" id="{3F28FA20-8D0C-EE7D-09D1-6D60F56FFBF8}"/>
              </a:ext>
            </a:extLst>
          </p:cNvPr>
          <p:cNvSpPr>
            <a:spLocks noGrp="1"/>
          </p:cNvSpPr>
          <p:nvPr>
            <p:ph type="pic" sz="quarter" idx="32"/>
          </p:nvPr>
        </p:nvSpPr>
        <p:spPr>
          <a:solidFill>
            <a:schemeClr val="accent1"/>
          </a:solidFill>
        </p:spPr>
        <p:txBody>
          <a:bodyPr/>
          <a:lstStyle/>
          <a:p>
            <a:endParaRPr lang="en-US"/>
          </a:p>
        </p:txBody>
      </p:sp>
      <p:sp>
        <p:nvSpPr>
          <p:cNvPr id="26" name="Rounded Rectangle 25">
            <a:extLst>
              <a:ext uri="{FF2B5EF4-FFF2-40B4-BE49-F238E27FC236}">
                <a16:creationId xmlns:a16="http://schemas.microsoft.com/office/drawing/2014/main" id="{2DA8E8E2-E6EB-2AFF-B2E0-1887617FB9E4}"/>
              </a:ext>
            </a:extLst>
          </p:cNvPr>
          <p:cNvSpPr/>
          <p:nvPr/>
        </p:nvSpPr>
        <p:spPr>
          <a:xfrm>
            <a:off x="6375059" y="1166928"/>
            <a:ext cx="7671816" cy="6729984"/>
          </a:xfrm>
          <a:prstGeom prst="roundRect">
            <a:avLst>
              <a:gd name="adj" fmla="val 1732"/>
            </a:avLst>
          </a:prstGeom>
          <a:solidFill>
            <a:schemeClr val="tx2">
              <a:alpha val="50000"/>
            </a:schemeClr>
          </a:solidFill>
          <a:ln w="25400">
            <a:gradFill flip="none" rotWithShape="1">
              <a:gsLst>
                <a:gs pos="0">
                  <a:schemeClr val="bg1">
                    <a:alpha val="50000"/>
                  </a:schemeClr>
                </a:gs>
                <a:gs pos="51000">
                  <a:schemeClr val="tx2">
                    <a:alpha val="25000"/>
                  </a:schemeClr>
                </a:gs>
                <a:gs pos="100000">
                  <a:schemeClr val="bg1">
                    <a:alpha val="5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6" name="Title 5">
            <a:extLst>
              <a:ext uri="{FF2B5EF4-FFF2-40B4-BE49-F238E27FC236}">
                <a16:creationId xmlns:a16="http://schemas.microsoft.com/office/drawing/2014/main" id="{F8B14E0E-0DCF-974F-810B-4ED67A8712BE}"/>
              </a:ext>
            </a:extLst>
          </p:cNvPr>
          <p:cNvSpPr>
            <a:spLocks noGrp="1"/>
          </p:cNvSpPr>
          <p:nvPr>
            <p:ph type="title"/>
          </p:nvPr>
        </p:nvSpPr>
        <p:spPr>
          <a:xfrm>
            <a:off x="380678" y="2452070"/>
            <a:ext cx="5329526" cy="1614615"/>
          </a:xfrm>
        </p:spPr>
        <p:txBody>
          <a:bodyPr/>
          <a:lstStyle/>
          <a:p>
            <a:r>
              <a:rPr lang="en-US" spc="-150">
                <a:cs typeface="Aptos" pitchFamily="2" charset="77"/>
              </a:rPr>
              <a:t>Manage, monitor, steer and review agent sessions, all in one place</a:t>
            </a:r>
          </a:p>
        </p:txBody>
      </p:sp>
      <p:sp>
        <p:nvSpPr>
          <p:cNvPr id="7" name="Text Placeholder 6">
            <a:extLst>
              <a:ext uri="{FF2B5EF4-FFF2-40B4-BE49-F238E27FC236}">
                <a16:creationId xmlns:a16="http://schemas.microsoft.com/office/drawing/2014/main" id="{CA29445C-93F5-FBA4-E111-5A976DDB20B7}"/>
              </a:ext>
            </a:extLst>
          </p:cNvPr>
          <p:cNvSpPr>
            <a:spLocks noGrp="1"/>
          </p:cNvSpPr>
          <p:nvPr>
            <p:ph type="body" sz="quarter" idx="26"/>
          </p:nvPr>
        </p:nvSpPr>
        <p:spPr>
          <a:xfrm>
            <a:off x="380678" y="4300754"/>
            <a:ext cx="5329526" cy="1564127"/>
          </a:xfrm>
        </p:spPr>
        <p:txBody>
          <a:bodyPr anchor="t"/>
          <a:lstStyle/>
          <a:p>
            <a:r>
              <a:rPr lang="en-US"/>
              <a:t>Jump between sessions, see what’s changed, track Copilot’s progress, and step in with course-corrections as needed.</a:t>
            </a:r>
          </a:p>
        </p:txBody>
      </p:sp>
      <p:sp>
        <p:nvSpPr>
          <p:cNvPr id="10" name="Rounded Rectangle 9">
            <a:extLst>
              <a:ext uri="{FF2B5EF4-FFF2-40B4-BE49-F238E27FC236}">
                <a16:creationId xmlns:a16="http://schemas.microsoft.com/office/drawing/2014/main" id="{28243185-498A-B729-35AF-EF35A1753D12}"/>
              </a:ext>
            </a:extLst>
          </p:cNvPr>
          <p:cNvSpPr/>
          <p:nvPr/>
        </p:nvSpPr>
        <p:spPr>
          <a:xfrm>
            <a:off x="380999" y="1716030"/>
            <a:ext cx="1628275" cy="415936"/>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itchFamily="2" charset="77"/>
                <a:ea typeface="+mn-ea"/>
                <a:cs typeface="+mn-cs"/>
              </a:rPr>
              <a:t>Agent HQ</a:t>
            </a:r>
          </a:p>
        </p:txBody>
      </p:sp>
      <p:grpSp>
        <p:nvGrpSpPr>
          <p:cNvPr id="16" name="Google Shape;407;p27">
            <a:extLst>
              <a:ext uri="{FF2B5EF4-FFF2-40B4-BE49-F238E27FC236}">
                <a16:creationId xmlns:a16="http://schemas.microsoft.com/office/drawing/2014/main" id="{60A3332F-CBCC-EEF9-BA1F-2F2DFC841A55}"/>
              </a:ext>
            </a:extLst>
          </p:cNvPr>
          <p:cNvGrpSpPr/>
          <p:nvPr/>
        </p:nvGrpSpPr>
        <p:grpSpPr>
          <a:xfrm>
            <a:off x="539825" y="1818801"/>
            <a:ext cx="175242" cy="175226"/>
            <a:chOff x="3192175" y="1099503"/>
            <a:chExt cx="52725" cy="52725"/>
          </a:xfrm>
          <a:solidFill>
            <a:schemeClr val="tx1"/>
          </a:solidFill>
        </p:grpSpPr>
        <p:sp>
          <p:nvSpPr>
            <p:cNvPr id="17" name="Google Shape;408;p27">
              <a:extLst>
                <a:ext uri="{FF2B5EF4-FFF2-40B4-BE49-F238E27FC236}">
                  <a16:creationId xmlns:a16="http://schemas.microsoft.com/office/drawing/2014/main" id="{14EEF04E-BF08-ADFF-035D-8BCD62B68438}"/>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8" name="Google Shape;409;p27">
              <a:extLst>
                <a:ext uri="{FF2B5EF4-FFF2-40B4-BE49-F238E27FC236}">
                  <a16:creationId xmlns:a16="http://schemas.microsoft.com/office/drawing/2014/main" id="{E448C1A6-DECB-938F-9A83-7C2EFF66B659}"/>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9" name="Google Shape;410;p27">
              <a:extLst>
                <a:ext uri="{FF2B5EF4-FFF2-40B4-BE49-F238E27FC236}">
                  <a16:creationId xmlns:a16="http://schemas.microsoft.com/office/drawing/2014/main" id="{316361C5-695F-C2A2-0201-F64D88DB023D}"/>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grpSp>
      <p:pic>
        <p:nvPicPr>
          <p:cNvPr id="5" name="Picture 4" descr="Screenshot of a computer screen&#10;&#10;AI-generated content may be incorrect.">
            <a:extLst>
              <a:ext uri="{FF2B5EF4-FFF2-40B4-BE49-F238E27FC236}">
                <a16:creationId xmlns:a16="http://schemas.microsoft.com/office/drawing/2014/main" id="{07A2A722-B716-DB72-6164-C6631C984C47}"/>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417385" y="1216471"/>
            <a:ext cx="7583544" cy="6635601"/>
          </a:xfrm>
          <a:prstGeom prst="rect">
            <a:avLst/>
          </a:prstGeom>
        </p:spPr>
      </p:pic>
      <p:sp>
        <p:nvSpPr>
          <p:cNvPr id="9" name="Rounded Rectangle 8">
            <a:extLst>
              <a:ext uri="{FF2B5EF4-FFF2-40B4-BE49-F238E27FC236}">
                <a16:creationId xmlns:a16="http://schemas.microsoft.com/office/drawing/2014/main" id="{DE6E7E39-A3C7-1420-1B32-F00A93DCF78B}"/>
              </a:ext>
            </a:extLst>
          </p:cNvPr>
          <p:cNvSpPr/>
          <p:nvPr/>
        </p:nvSpPr>
        <p:spPr>
          <a:xfrm>
            <a:off x="7370739" y="333808"/>
            <a:ext cx="7671816" cy="6729984"/>
          </a:xfrm>
          <a:prstGeom prst="roundRect">
            <a:avLst>
              <a:gd name="adj" fmla="val 1732"/>
            </a:avLst>
          </a:prstGeom>
          <a:solidFill>
            <a:schemeClr val="tx2">
              <a:alpha val="50000"/>
            </a:schemeClr>
          </a:solidFill>
          <a:ln w="25400">
            <a:gradFill flip="none" rotWithShape="1">
              <a:gsLst>
                <a:gs pos="0">
                  <a:schemeClr val="bg1">
                    <a:alpha val="50000"/>
                  </a:schemeClr>
                </a:gs>
                <a:gs pos="51000">
                  <a:schemeClr val="tx2">
                    <a:alpha val="25000"/>
                  </a:schemeClr>
                </a:gs>
                <a:gs pos="100000">
                  <a:schemeClr val="bg1">
                    <a:alpha val="5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15" name="Picture 14" descr="Screens screenshot of a computer program&#10;&#10;AI-generated content may be incorrect.">
            <a:extLst>
              <a:ext uri="{FF2B5EF4-FFF2-40B4-BE49-F238E27FC236}">
                <a16:creationId xmlns:a16="http://schemas.microsoft.com/office/drawing/2014/main" id="{F4B057AD-EA87-32A5-B24A-CFDFB15649C9}"/>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414875" y="381001"/>
            <a:ext cx="7583544" cy="6635601"/>
          </a:xfrm>
          <a:prstGeom prst="rect">
            <a:avLst/>
          </a:prstGeom>
        </p:spPr>
      </p:pic>
    </p:spTree>
    <p:extLst>
      <p:ext uri="{BB962C8B-B14F-4D97-AF65-F5344CB8AC3E}">
        <p14:creationId xmlns:p14="http://schemas.microsoft.com/office/powerpoint/2010/main" val="15464780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F605F-78C9-4903-E239-7A1664E17EB8}"/>
            </a:ext>
          </a:extLst>
        </p:cNvPr>
        <p:cNvGrpSpPr/>
        <p:nvPr/>
      </p:nvGrpSpPr>
      <p:grpSpPr>
        <a:xfrm>
          <a:off x="0" y="0"/>
          <a:ext cx="0" cy="0"/>
          <a:chOff x="0" y="0"/>
          <a:chExt cx="0" cy="0"/>
        </a:xfrm>
      </p:grpSpPr>
      <p:pic>
        <p:nvPicPr>
          <p:cNvPr id="13" name="Picture Placeholder 12" descr="A screenshot of a chat&#10;&#10;AI-generated content may be incorrect.">
            <a:extLst>
              <a:ext uri="{FF2B5EF4-FFF2-40B4-BE49-F238E27FC236}">
                <a16:creationId xmlns:a16="http://schemas.microsoft.com/office/drawing/2014/main" id="{2D56206F-5824-B68C-4C39-5DB70119BC58}"/>
              </a:ext>
            </a:extLst>
          </p:cNvPr>
          <p:cNvPicPr>
            <a:picLocks noGrp="1" noChangeAspect="1"/>
          </p:cNvPicPr>
          <p:nvPr>
            <p:ph type="pic" sz="quarter" idx="32"/>
          </p:nvPr>
        </p:nvPicPr>
        <p:blipFill>
          <a:blip r:embed="rId3" cstate="screen">
            <a:extLst>
              <a:ext uri="{28A0092B-C50C-407E-A947-70E740481C1C}">
                <a14:useLocalDpi xmlns:a14="http://schemas.microsoft.com/office/drawing/2010/main"/>
              </a:ext>
            </a:extLst>
          </a:blip>
          <a:srcRect l="-130" t="-37926" b="-28421"/>
          <a:stretch>
            <a:fillRect/>
          </a:stretch>
        </p:blipFill>
        <p:spPr>
          <a:xfrm>
            <a:off x="6088063" y="0"/>
            <a:ext cx="6103938" cy="6858000"/>
          </a:xfrm>
          <a:prstGeom prst="rect">
            <a:avLst/>
          </a:prstGeom>
        </p:spPr>
      </p:pic>
      <p:sp>
        <p:nvSpPr>
          <p:cNvPr id="6" name="Title 5">
            <a:extLst>
              <a:ext uri="{FF2B5EF4-FFF2-40B4-BE49-F238E27FC236}">
                <a16:creationId xmlns:a16="http://schemas.microsoft.com/office/drawing/2014/main" id="{22652D7E-1EEE-42AE-B7E2-38BD076DA0D3}"/>
              </a:ext>
            </a:extLst>
          </p:cNvPr>
          <p:cNvSpPr>
            <a:spLocks noGrp="1"/>
          </p:cNvSpPr>
          <p:nvPr>
            <p:ph type="title"/>
          </p:nvPr>
        </p:nvSpPr>
        <p:spPr>
          <a:xfrm>
            <a:off x="380678" y="2452070"/>
            <a:ext cx="5329526" cy="1614615"/>
          </a:xfrm>
        </p:spPr>
        <p:txBody>
          <a:bodyPr/>
          <a:lstStyle/>
          <a:p>
            <a:r>
              <a:rPr lang="en-US" spc="-150">
                <a:cs typeface="Aptos" pitchFamily="2" charset="77"/>
              </a:rPr>
              <a:t>Stay secure while you move faster</a:t>
            </a:r>
          </a:p>
        </p:txBody>
      </p:sp>
      <p:sp>
        <p:nvSpPr>
          <p:cNvPr id="7" name="Text Placeholder 6">
            <a:extLst>
              <a:ext uri="{FF2B5EF4-FFF2-40B4-BE49-F238E27FC236}">
                <a16:creationId xmlns:a16="http://schemas.microsoft.com/office/drawing/2014/main" id="{199A461E-7562-3FF4-F069-F614B18DFE93}"/>
              </a:ext>
            </a:extLst>
          </p:cNvPr>
          <p:cNvSpPr>
            <a:spLocks noGrp="1"/>
          </p:cNvSpPr>
          <p:nvPr>
            <p:ph type="body" sz="quarter" idx="26"/>
          </p:nvPr>
        </p:nvSpPr>
        <p:spPr>
          <a:xfrm>
            <a:off x="423004" y="3624922"/>
            <a:ext cx="5329526" cy="1564127"/>
          </a:xfrm>
        </p:spPr>
        <p:txBody>
          <a:bodyPr anchor="t"/>
          <a:lstStyle/>
          <a:p>
            <a:r>
              <a:rPr lang="en-US"/>
              <a:t>Copilot checks its work automatically before asking for review, using the power of CodeQL, Secret Scanning, the GitHub Advisory Database and Copilot code review</a:t>
            </a:r>
          </a:p>
        </p:txBody>
      </p:sp>
      <p:sp>
        <p:nvSpPr>
          <p:cNvPr id="10" name="Rounded Rectangle 9">
            <a:extLst>
              <a:ext uri="{FF2B5EF4-FFF2-40B4-BE49-F238E27FC236}">
                <a16:creationId xmlns:a16="http://schemas.microsoft.com/office/drawing/2014/main" id="{93E69BB2-3A5A-3656-B54D-7F51B9FD9EC7}"/>
              </a:ext>
            </a:extLst>
          </p:cNvPr>
          <p:cNvSpPr/>
          <p:nvPr/>
        </p:nvSpPr>
        <p:spPr>
          <a:xfrm>
            <a:off x="381000" y="1908537"/>
            <a:ext cx="2065588" cy="415936"/>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itchFamily="2" charset="77"/>
                <a:ea typeface="+mn-ea"/>
                <a:cs typeface="+mn-cs"/>
              </a:rPr>
              <a:t>Validation tools</a:t>
            </a:r>
          </a:p>
        </p:txBody>
      </p:sp>
      <p:grpSp>
        <p:nvGrpSpPr>
          <p:cNvPr id="16" name="Google Shape;407;p27">
            <a:extLst>
              <a:ext uri="{FF2B5EF4-FFF2-40B4-BE49-F238E27FC236}">
                <a16:creationId xmlns:a16="http://schemas.microsoft.com/office/drawing/2014/main" id="{2D755B76-C08B-C747-95B3-21B1F3F9673F}"/>
              </a:ext>
            </a:extLst>
          </p:cNvPr>
          <p:cNvGrpSpPr/>
          <p:nvPr/>
        </p:nvGrpSpPr>
        <p:grpSpPr>
          <a:xfrm>
            <a:off x="539825" y="2011308"/>
            <a:ext cx="175242" cy="175226"/>
            <a:chOff x="3192175" y="1099503"/>
            <a:chExt cx="52725" cy="52725"/>
          </a:xfrm>
          <a:solidFill>
            <a:schemeClr val="tx1"/>
          </a:solidFill>
        </p:grpSpPr>
        <p:sp>
          <p:nvSpPr>
            <p:cNvPr id="17" name="Google Shape;408;p27">
              <a:extLst>
                <a:ext uri="{FF2B5EF4-FFF2-40B4-BE49-F238E27FC236}">
                  <a16:creationId xmlns:a16="http://schemas.microsoft.com/office/drawing/2014/main" id="{8EAEC49F-28BD-CE30-D833-E64C8B43C9BA}"/>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8" name="Google Shape;409;p27">
              <a:extLst>
                <a:ext uri="{FF2B5EF4-FFF2-40B4-BE49-F238E27FC236}">
                  <a16:creationId xmlns:a16="http://schemas.microsoft.com/office/drawing/2014/main" id="{38CA8F85-F8F9-B72E-C960-8A1426499D7D}"/>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sp>
          <p:nvSpPr>
            <p:cNvPr id="19" name="Google Shape;410;p27">
              <a:extLst>
                <a:ext uri="{FF2B5EF4-FFF2-40B4-BE49-F238E27FC236}">
                  <a16:creationId xmlns:a16="http://schemas.microsoft.com/office/drawing/2014/main" id="{9A097C70-AC39-7A59-979B-7A4EBEB853D3}"/>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C1116"/>
                </a:solidFill>
                <a:effectLst/>
                <a:uLnTx/>
                <a:uFillTx/>
                <a:latin typeface="Arial"/>
                <a:ea typeface="+mn-ea"/>
                <a:cs typeface="Arial"/>
                <a:sym typeface="Arial"/>
              </a:endParaRPr>
            </a:p>
          </p:txBody>
        </p:sp>
      </p:grpSp>
    </p:spTree>
    <p:extLst>
      <p:ext uri="{BB962C8B-B14F-4D97-AF65-F5344CB8AC3E}">
        <p14:creationId xmlns:p14="http://schemas.microsoft.com/office/powerpoint/2010/main" val="984709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BB87A9-021E-68D8-6820-0E204379D5B5}"/>
            </a:ext>
          </a:extLst>
        </p:cNvPr>
        <p:cNvGrpSpPr/>
        <p:nvPr/>
      </p:nvGrpSpPr>
      <p:grpSpPr>
        <a:xfrm>
          <a:off x="0" y="0"/>
          <a:ext cx="0" cy="0"/>
          <a:chOff x="0" y="0"/>
          <a:chExt cx="0" cy="0"/>
        </a:xfrm>
      </p:grpSpPr>
      <p:sp>
        <p:nvSpPr>
          <p:cNvPr id="21" name="Rounded Rectangle 20">
            <a:extLst>
              <a:ext uri="{FF2B5EF4-FFF2-40B4-BE49-F238E27FC236}">
                <a16:creationId xmlns:a16="http://schemas.microsoft.com/office/drawing/2014/main" id="{0A23C384-870D-2DAD-99C9-AB19D81A4C26}"/>
              </a:ext>
            </a:extLst>
          </p:cNvPr>
          <p:cNvSpPr/>
          <p:nvPr/>
        </p:nvSpPr>
        <p:spPr>
          <a:xfrm>
            <a:off x="1571244" y="2475991"/>
            <a:ext cx="9049512" cy="9604248"/>
          </a:xfrm>
          <a:prstGeom prst="roundRect">
            <a:avLst>
              <a:gd name="adj" fmla="val 1660"/>
            </a:avLst>
          </a:prstGeom>
          <a:solidFill>
            <a:schemeClr val="tx1">
              <a:alpha val="20000"/>
            </a:schemeClr>
          </a:solidFill>
          <a:ln w="25400">
            <a:gradFill flip="none" rotWithShape="1">
              <a:gsLst>
                <a:gs pos="0">
                  <a:schemeClr val="tx1">
                    <a:alpha val="25000"/>
                  </a:schemeClr>
                </a:gs>
                <a:gs pos="51000">
                  <a:schemeClr val="bg2">
                    <a:alpha val="75000"/>
                  </a:schemeClr>
                </a:gs>
                <a:gs pos="100000">
                  <a:schemeClr val="tx1">
                    <a:alpha val="25000"/>
                  </a:schemeClr>
                </a:gs>
              </a:gsLst>
              <a:lin ang="27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20" name="Picture 19" descr="A screenshot of a computer&#10;&#10;AI-generated content may be incorrect.">
            <a:extLst>
              <a:ext uri="{FF2B5EF4-FFF2-40B4-BE49-F238E27FC236}">
                <a16:creationId xmlns:a16="http://schemas.microsoft.com/office/drawing/2014/main" id="{C826085F-1DF7-4FEE-50B3-A8923E55E913}"/>
              </a:ext>
            </a:extLst>
          </p:cNvPr>
          <p:cNvPicPr>
            <a:picLocks noChangeAspect="1"/>
          </p:cNvPicPr>
          <p:nvPr/>
        </p:nvPicPr>
        <p:blipFill>
          <a:blip r:embed="rId3" cstate="screen">
            <a:extLst>
              <a:ext uri="{BEBA8EAE-BF5A-486C-A8C5-ECC9F3942E4B}">
                <a14:imgProps xmlns:a14="http://schemas.microsoft.com/office/drawing/2010/main">
                  <a14:imgLayer r:embed="rId4">
                    <a14:imgEffect>
                      <a14:artisticBlur radius="5"/>
                    </a14:imgEffect>
                  </a14:imgLayer>
                </a14:imgProps>
              </a:ext>
              <a:ext uri="{28A0092B-C50C-407E-A947-70E740481C1C}">
                <a14:useLocalDpi xmlns:a14="http://schemas.microsoft.com/office/drawing/2010/main"/>
              </a:ext>
            </a:extLst>
          </a:blip>
          <a:stretch>
            <a:fillRect/>
          </a:stretch>
        </p:blipFill>
        <p:spPr>
          <a:xfrm>
            <a:off x="1617406" y="2521059"/>
            <a:ext cx="8957188" cy="9514113"/>
          </a:xfrm>
          <a:prstGeom prst="roundRect">
            <a:avLst>
              <a:gd name="adj" fmla="val 1396"/>
            </a:avLst>
          </a:prstGeom>
          <a:ln w="25400">
            <a:solidFill>
              <a:schemeClr val="tx2"/>
            </a:solidFill>
          </a:ln>
        </p:spPr>
      </p:pic>
      <p:sp>
        <p:nvSpPr>
          <p:cNvPr id="6" name="Title 5">
            <a:extLst>
              <a:ext uri="{FF2B5EF4-FFF2-40B4-BE49-F238E27FC236}">
                <a16:creationId xmlns:a16="http://schemas.microsoft.com/office/drawing/2014/main" id="{77E0F8F8-E351-F7FA-3AEC-BBD44AF6A0F9}"/>
              </a:ext>
            </a:extLst>
          </p:cNvPr>
          <p:cNvSpPr>
            <a:spLocks noGrp="1"/>
          </p:cNvSpPr>
          <p:nvPr>
            <p:ph type="title"/>
          </p:nvPr>
        </p:nvSpPr>
        <p:spPr>
          <a:xfrm>
            <a:off x="0" y="1156226"/>
            <a:ext cx="12188952" cy="1127328"/>
          </a:xfrm>
        </p:spPr>
        <p:txBody>
          <a:bodyPr/>
          <a:lstStyle/>
          <a:p>
            <a:r>
              <a:rPr lang="en-US" spc="-150">
                <a:cs typeface="Aptos" pitchFamily="2" charset="77"/>
              </a:rPr>
              <a:t>Have Copilot review code, then hand updates to </a:t>
            </a:r>
            <a:br>
              <a:rPr lang="en-US" spc="-150">
                <a:cs typeface="Aptos" pitchFamily="2" charset="77"/>
              </a:rPr>
            </a:br>
            <a:r>
              <a:rPr lang="en-US" spc="-150">
                <a:cs typeface="Aptos" pitchFamily="2" charset="77"/>
              </a:rPr>
              <a:t>coding agent for implementation</a:t>
            </a:r>
          </a:p>
        </p:txBody>
      </p:sp>
      <p:grpSp>
        <p:nvGrpSpPr>
          <p:cNvPr id="2" name="Group 1">
            <a:extLst>
              <a:ext uri="{FF2B5EF4-FFF2-40B4-BE49-F238E27FC236}">
                <a16:creationId xmlns:a16="http://schemas.microsoft.com/office/drawing/2014/main" id="{6C01CC8A-9D0F-8254-ABEE-DF4C416F3BEE}"/>
              </a:ext>
            </a:extLst>
          </p:cNvPr>
          <p:cNvGrpSpPr/>
          <p:nvPr/>
        </p:nvGrpSpPr>
        <p:grpSpPr>
          <a:xfrm>
            <a:off x="4876013" y="584200"/>
            <a:ext cx="2439974" cy="415936"/>
            <a:chOff x="14628038" y="1752600"/>
            <a:chExt cx="7319923" cy="1247808"/>
          </a:xfrm>
        </p:grpSpPr>
        <p:sp>
          <p:nvSpPr>
            <p:cNvPr id="10" name="Rounded Rectangle 9">
              <a:extLst>
                <a:ext uri="{FF2B5EF4-FFF2-40B4-BE49-F238E27FC236}">
                  <a16:creationId xmlns:a16="http://schemas.microsoft.com/office/drawing/2014/main" id="{7C16DBB1-ABD9-F00D-0B44-F9DEA297FB2D}"/>
                </a:ext>
              </a:extLst>
            </p:cNvPr>
            <p:cNvSpPr/>
            <p:nvPr/>
          </p:nvSpPr>
          <p:spPr>
            <a:xfrm>
              <a:off x="14628038" y="1752600"/>
              <a:ext cx="7319923"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Aptos" pitchFamily="2" charset="77"/>
                  <a:ea typeface="+mn-ea"/>
                  <a:cs typeface="+mn-cs"/>
                </a:rPr>
                <a:t>Copilot code review</a:t>
              </a:r>
            </a:p>
          </p:txBody>
        </p:sp>
        <p:grpSp>
          <p:nvGrpSpPr>
            <p:cNvPr id="22" name="Google Shape;395;p27">
              <a:extLst>
                <a:ext uri="{FF2B5EF4-FFF2-40B4-BE49-F238E27FC236}">
                  <a16:creationId xmlns:a16="http://schemas.microsoft.com/office/drawing/2014/main" id="{A2CE82D0-ECC1-A40D-66AA-E0BB01ED3731}"/>
                </a:ext>
              </a:extLst>
            </p:cNvPr>
            <p:cNvGrpSpPr/>
            <p:nvPr/>
          </p:nvGrpSpPr>
          <p:grpSpPr>
            <a:xfrm>
              <a:off x="15078804" y="2113691"/>
              <a:ext cx="525716" cy="525626"/>
              <a:chOff x="3861525" y="1766575"/>
              <a:chExt cx="60750" cy="60750"/>
            </a:xfrm>
            <a:solidFill>
              <a:schemeClr val="tx1"/>
            </a:solidFill>
          </p:grpSpPr>
          <p:sp>
            <p:nvSpPr>
              <p:cNvPr id="23" name="Google Shape;396;p27">
                <a:extLst>
                  <a:ext uri="{FF2B5EF4-FFF2-40B4-BE49-F238E27FC236}">
                    <a16:creationId xmlns:a16="http://schemas.microsoft.com/office/drawing/2014/main" id="{070C5571-A243-25D9-28E7-C976EABD0546}"/>
                  </a:ext>
                </a:extLst>
              </p:cNvPr>
              <p:cNvSpPr/>
              <p:nvPr/>
            </p:nvSpPr>
            <p:spPr>
              <a:xfrm>
                <a:off x="3875025" y="1785075"/>
                <a:ext cx="26800" cy="19050"/>
              </a:xfrm>
              <a:custGeom>
                <a:avLst/>
                <a:gdLst/>
                <a:ahLst/>
                <a:cxnLst/>
                <a:rect l="l" t="t" r="r" b="b"/>
                <a:pathLst>
                  <a:path w="1072" h="762" extrusionOk="0">
                    <a:moveTo>
                      <a:pt x="986" y="1"/>
                    </a:moveTo>
                    <a:cubicBezTo>
                      <a:pt x="966" y="1"/>
                      <a:pt x="945" y="7"/>
                      <a:pt x="928" y="20"/>
                    </a:cubicBezTo>
                    <a:lnTo>
                      <a:pt x="380" y="568"/>
                    </a:lnTo>
                    <a:lnTo>
                      <a:pt x="144" y="340"/>
                    </a:lnTo>
                    <a:cubicBezTo>
                      <a:pt x="127" y="323"/>
                      <a:pt x="108" y="315"/>
                      <a:pt x="89" y="315"/>
                    </a:cubicBezTo>
                    <a:cubicBezTo>
                      <a:pt x="70" y="315"/>
                      <a:pt x="51" y="323"/>
                      <a:pt x="34" y="340"/>
                    </a:cubicBezTo>
                    <a:cubicBezTo>
                      <a:pt x="1" y="365"/>
                      <a:pt x="1" y="416"/>
                      <a:pt x="34" y="450"/>
                    </a:cubicBezTo>
                    <a:lnTo>
                      <a:pt x="321" y="737"/>
                    </a:lnTo>
                    <a:cubicBezTo>
                      <a:pt x="338" y="753"/>
                      <a:pt x="359" y="762"/>
                      <a:pt x="380" y="762"/>
                    </a:cubicBezTo>
                    <a:cubicBezTo>
                      <a:pt x="401" y="762"/>
                      <a:pt x="422" y="753"/>
                      <a:pt x="439" y="737"/>
                    </a:cubicBezTo>
                    <a:lnTo>
                      <a:pt x="1038" y="138"/>
                    </a:lnTo>
                    <a:cubicBezTo>
                      <a:pt x="1072" y="104"/>
                      <a:pt x="1072" y="53"/>
                      <a:pt x="1038" y="20"/>
                    </a:cubicBezTo>
                    <a:cubicBezTo>
                      <a:pt x="1025" y="7"/>
                      <a:pt x="1006" y="1"/>
                      <a:pt x="986" y="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00000"/>
                  </a:solidFill>
                  <a:effectLst/>
                  <a:uLnTx/>
                  <a:uFillTx/>
                  <a:latin typeface="Arial"/>
                  <a:ea typeface="+mn-ea"/>
                  <a:cs typeface="Arial"/>
                  <a:sym typeface="Arial"/>
                </a:endParaRPr>
              </a:p>
            </p:txBody>
          </p:sp>
          <p:sp>
            <p:nvSpPr>
              <p:cNvPr id="24" name="Google Shape;397;p27">
                <a:extLst>
                  <a:ext uri="{FF2B5EF4-FFF2-40B4-BE49-F238E27FC236}">
                    <a16:creationId xmlns:a16="http://schemas.microsoft.com/office/drawing/2014/main" id="{A2590501-A05C-AB80-10AC-D9F75F942893}"/>
                  </a:ext>
                </a:extLst>
              </p:cNvPr>
              <p:cNvSpPr/>
              <p:nvPr/>
            </p:nvSpPr>
            <p:spPr>
              <a:xfrm>
                <a:off x="3861525" y="1766575"/>
                <a:ext cx="60750" cy="60750"/>
              </a:xfrm>
              <a:custGeom>
                <a:avLst/>
                <a:gdLst/>
                <a:ahLst/>
                <a:cxnLst/>
                <a:rect l="l" t="t" r="r" b="b"/>
                <a:pathLst>
                  <a:path w="2430" h="2430" extrusionOk="0">
                    <a:moveTo>
                      <a:pt x="1" y="1105"/>
                    </a:moveTo>
                    <a:cubicBezTo>
                      <a:pt x="1" y="498"/>
                      <a:pt x="490" y="1"/>
                      <a:pt x="1106" y="1"/>
                    </a:cubicBezTo>
                    <a:cubicBezTo>
                      <a:pt x="1713" y="1"/>
                      <a:pt x="2210" y="498"/>
                      <a:pt x="2210" y="1105"/>
                    </a:cubicBezTo>
                    <a:cubicBezTo>
                      <a:pt x="2210" y="1384"/>
                      <a:pt x="2109" y="1637"/>
                      <a:pt x="1940" y="1831"/>
                    </a:cubicBezTo>
                    <a:lnTo>
                      <a:pt x="2396" y="2295"/>
                    </a:lnTo>
                    <a:cubicBezTo>
                      <a:pt x="2430" y="2320"/>
                      <a:pt x="2430" y="2370"/>
                      <a:pt x="2396" y="2404"/>
                    </a:cubicBezTo>
                    <a:cubicBezTo>
                      <a:pt x="2371" y="2429"/>
                      <a:pt x="2320" y="2429"/>
                      <a:pt x="2286" y="2404"/>
                    </a:cubicBezTo>
                    <a:lnTo>
                      <a:pt x="1831" y="1940"/>
                    </a:lnTo>
                    <a:cubicBezTo>
                      <a:pt x="1637" y="2109"/>
                      <a:pt x="1384" y="2219"/>
                      <a:pt x="1106" y="2219"/>
                    </a:cubicBezTo>
                    <a:cubicBezTo>
                      <a:pt x="490" y="2219"/>
                      <a:pt x="1" y="1721"/>
                      <a:pt x="1" y="1105"/>
                    </a:cubicBezTo>
                    <a:close/>
                    <a:moveTo>
                      <a:pt x="1106" y="161"/>
                    </a:moveTo>
                    <a:cubicBezTo>
                      <a:pt x="583" y="161"/>
                      <a:pt x="153" y="583"/>
                      <a:pt x="153" y="1105"/>
                    </a:cubicBezTo>
                    <a:cubicBezTo>
                      <a:pt x="153" y="1628"/>
                      <a:pt x="583" y="2058"/>
                      <a:pt x="1106" y="2058"/>
                    </a:cubicBezTo>
                    <a:cubicBezTo>
                      <a:pt x="1628" y="2058"/>
                      <a:pt x="2050" y="1628"/>
                      <a:pt x="2050" y="1105"/>
                    </a:cubicBezTo>
                    <a:cubicBezTo>
                      <a:pt x="2050" y="583"/>
                      <a:pt x="1628" y="161"/>
                      <a:pt x="1106" y="161"/>
                    </a:cubicBezTo>
                    <a:close/>
                  </a:path>
                </a:pathLst>
              </a:custGeom>
              <a:grpFill/>
              <a:ln>
                <a:noFill/>
              </a:ln>
            </p:spPr>
            <p:txBody>
              <a:bodyPr spcFirstLastPara="1" wrap="square" lIns="91425" tIns="91425" rIns="91425" bIns="91425" anchor="ctr" anchorCtr="0">
                <a:noAutofit/>
              </a:bodyPr>
              <a:lstStyle/>
              <a:p>
                <a:pPr marL="0" marR="0" lvl="0" indent="0" algn="l" defTabSz="304740" rtl="0" eaLnBrk="1" fontAlgn="auto" latinLnBrk="0" hangingPunct="1">
                  <a:lnSpc>
                    <a:spcPct val="100000"/>
                  </a:lnSpc>
                  <a:spcBef>
                    <a:spcPts val="0"/>
                  </a:spcBef>
                  <a:spcAft>
                    <a:spcPts val="0"/>
                  </a:spcAft>
                  <a:buClr>
                    <a:srgbClr val="000000"/>
                  </a:buClr>
                  <a:buSzTx/>
                  <a:buFontTx/>
                  <a:buNone/>
                  <a:tabLst/>
                  <a:defRPr/>
                </a:pPr>
                <a:endParaRPr kumimoji="0" sz="4200" b="0" i="0" u="none" strike="noStrike" kern="0" cap="none" spc="0" normalizeH="0" baseline="0" noProof="0">
                  <a:ln>
                    <a:noFill/>
                  </a:ln>
                  <a:solidFill>
                    <a:srgbClr val="000000"/>
                  </a:solidFill>
                  <a:effectLst/>
                  <a:uLnTx/>
                  <a:uFillTx/>
                  <a:latin typeface="Arial"/>
                  <a:ea typeface="+mn-ea"/>
                  <a:cs typeface="Arial"/>
                  <a:sym typeface="Arial"/>
                </a:endParaRPr>
              </a:p>
            </p:txBody>
          </p:sp>
        </p:grpSp>
      </p:grpSp>
      <p:grpSp>
        <p:nvGrpSpPr>
          <p:cNvPr id="31" name="Group 30">
            <a:extLst>
              <a:ext uri="{FF2B5EF4-FFF2-40B4-BE49-F238E27FC236}">
                <a16:creationId xmlns:a16="http://schemas.microsoft.com/office/drawing/2014/main" id="{560A1E51-C3E1-673B-C8A3-8B57357F4523}"/>
              </a:ext>
            </a:extLst>
          </p:cNvPr>
          <p:cNvGrpSpPr/>
          <p:nvPr/>
        </p:nvGrpSpPr>
        <p:grpSpPr>
          <a:xfrm>
            <a:off x="2689860" y="3886985"/>
            <a:ext cx="6812280" cy="566928"/>
            <a:chOff x="8069580" y="11660954"/>
            <a:chExt cx="20436840" cy="1700784"/>
          </a:xfrm>
        </p:grpSpPr>
        <p:sp>
          <p:nvSpPr>
            <p:cNvPr id="26" name="Rounded Rectangle 25">
              <a:extLst>
                <a:ext uri="{FF2B5EF4-FFF2-40B4-BE49-F238E27FC236}">
                  <a16:creationId xmlns:a16="http://schemas.microsoft.com/office/drawing/2014/main" id="{73729EF1-1200-CB38-EE95-879131A14D24}"/>
                </a:ext>
              </a:extLst>
            </p:cNvPr>
            <p:cNvSpPr/>
            <p:nvPr/>
          </p:nvSpPr>
          <p:spPr>
            <a:xfrm>
              <a:off x="8069580" y="11660954"/>
              <a:ext cx="20436840" cy="1700784"/>
            </a:xfrm>
            <a:prstGeom prst="roundRect">
              <a:avLst>
                <a:gd name="adj" fmla="val 28461"/>
              </a:avLst>
            </a:prstGeom>
            <a:solidFill>
              <a:schemeClr val="bg2">
                <a:alpha val="50000"/>
              </a:schemeClr>
            </a:solidFill>
            <a:ln w="25400">
              <a:gradFill flip="none" rotWithShape="1">
                <a:gsLst>
                  <a:gs pos="0">
                    <a:schemeClr val="tx2">
                      <a:alpha val="25000"/>
                    </a:schemeClr>
                  </a:gs>
                  <a:gs pos="51000">
                    <a:schemeClr val="tx2">
                      <a:alpha val="50000"/>
                    </a:schemeClr>
                  </a:gs>
                  <a:gs pos="100000">
                    <a:schemeClr val="tx2">
                      <a:alpha val="25000"/>
                    </a:schemeClr>
                  </a:gs>
                </a:gsLst>
                <a:lin ang="2700000" scaled="1"/>
                <a:tileRect/>
              </a:gradFill>
            </a:ln>
            <a:effectLst>
              <a:outerShdw blurRad="381000" dist="3810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309" rtl="0" eaLnBrk="1" fontAlgn="auto" latinLnBrk="0" hangingPunct="1">
                <a:lnSpc>
                  <a:spcPct val="100000"/>
                </a:lnSpc>
                <a:spcBef>
                  <a:spcPts val="0"/>
                </a:spcBef>
                <a:spcAft>
                  <a:spcPts val="0"/>
                </a:spcAft>
                <a:buClrTx/>
                <a:buSzTx/>
                <a:buFontTx/>
                <a:buNone/>
                <a:tabLst/>
                <a:defRPr/>
              </a:pPr>
              <a:endParaRPr kumimoji="0" lang="en-US"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70D48503-379B-2680-0675-6B2F4FD7762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208199" y="11799254"/>
              <a:ext cx="20159603" cy="1424185"/>
            </a:xfrm>
            <a:prstGeom prst="roundRect">
              <a:avLst>
                <a:gd name="adj" fmla="val 24497"/>
              </a:avLst>
            </a:prstGeom>
            <a:ln w="25400">
              <a:solidFill>
                <a:schemeClr val="bg2"/>
              </a:solidFill>
            </a:ln>
            <a:effectLst>
              <a:outerShdw blurRad="381000" dist="381000" dir="5400000" algn="t" rotWithShape="0">
                <a:prstClr val="black">
                  <a:alpha val="10000"/>
                </a:prstClr>
              </a:outerShdw>
            </a:effectLst>
          </p:spPr>
        </p:pic>
      </p:grpSp>
    </p:spTree>
    <p:extLst>
      <p:ext uri="{BB962C8B-B14F-4D97-AF65-F5344CB8AC3E}">
        <p14:creationId xmlns:p14="http://schemas.microsoft.com/office/powerpoint/2010/main" val="7306690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5EB75-94D5-DE84-0164-8796693B86C9}"/>
              </a:ext>
            </a:extLst>
          </p:cNvPr>
          <p:cNvSpPr>
            <a:spLocks noGrp="1"/>
          </p:cNvSpPr>
          <p:nvPr>
            <p:ph type="ctrTitle"/>
          </p:nvPr>
        </p:nvSpPr>
        <p:spPr/>
        <p:txBody>
          <a:bodyPr/>
          <a:lstStyle/>
          <a:p>
            <a:r>
              <a:rPr lang="en-US"/>
              <a:t>Customizing coding agent</a:t>
            </a:r>
          </a:p>
        </p:txBody>
      </p:sp>
      <p:sp>
        <p:nvSpPr>
          <p:cNvPr id="3" name="Text Placeholder 2">
            <a:extLst>
              <a:ext uri="{FF2B5EF4-FFF2-40B4-BE49-F238E27FC236}">
                <a16:creationId xmlns:a16="http://schemas.microsoft.com/office/drawing/2014/main" id="{701A732A-C89E-1FE1-68D2-6A9DC825F8FE}"/>
              </a:ext>
            </a:extLst>
          </p:cNvPr>
          <p:cNvSpPr>
            <a:spLocks noGrp="1"/>
          </p:cNvSpPr>
          <p:nvPr>
            <p:ph type="body" sz="quarter" idx="25"/>
          </p:nvPr>
        </p:nvSpPr>
        <p:spPr/>
        <p:txBody>
          <a:bodyPr/>
          <a:lstStyle/>
          <a:p>
            <a:endParaRPr lang="en-US"/>
          </a:p>
        </p:txBody>
      </p:sp>
      <p:sp>
        <p:nvSpPr>
          <p:cNvPr id="4" name="Text Placeholder 3">
            <a:extLst>
              <a:ext uri="{FF2B5EF4-FFF2-40B4-BE49-F238E27FC236}">
                <a16:creationId xmlns:a16="http://schemas.microsoft.com/office/drawing/2014/main" id="{AC8D2048-A581-47CC-156A-00E7808C3611}"/>
              </a:ext>
            </a:extLst>
          </p:cNvPr>
          <p:cNvSpPr>
            <a:spLocks noGrp="1"/>
          </p:cNvSpPr>
          <p:nvPr>
            <p:ph type="body" sz="quarter" idx="26"/>
          </p:nvPr>
        </p:nvSpPr>
        <p:spPr/>
        <p:txBody>
          <a:bodyPr/>
          <a:lstStyle/>
          <a:p>
            <a:endParaRPr lang="en-US"/>
          </a:p>
        </p:txBody>
      </p:sp>
      <p:sp>
        <p:nvSpPr>
          <p:cNvPr id="5" name="Text Placeholder 4">
            <a:extLst>
              <a:ext uri="{FF2B5EF4-FFF2-40B4-BE49-F238E27FC236}">
                <a16:creationId xmlns:a16="http://schemas.microsoft.com/office/drawing/2014/main" id="{1189DF98-B771-5D19-9F23-D4F97CFC56DE}"/>
              </a:ext>
            </a:extLst>
          </p:cNvPr>
          <p:cNvSpPr>
            <a:spLocks noGrp="1"/>
          </p:cNvSpPr>
          <p:nvPr>
            <p:ph type="body" sz="quarter" idx="38"/>
          </p:nvPr>
        </p:nvSpPr>
        <p:spPr/>
        <p:txBody>
          <a:bodyPr/>
          <a:lstStyle/>
          <a:p>
            <a:endParaRPr lang="en-US"/>
          </a:p>
        </p:txBody>
      </p:sp>
      <p:sp>
        <p:nvSpPr>
          <p:cNvPr id="6" name="Text Placeholder 5">
            <a:extLst>
              <a:ext uri="{FF2B5EF4-FFF2-40B4-BE49-F238E27FC236}">
                <a16:creationId xmlns:a16="http://schemas.microsoft.com/office/drawing/2014/main" id="{B9AD0AC6-1023-31AD-719D-9DA28A25C1B0}"/>
              </a:ext>
            </a:extLst>
          </p:cNvPr>
          <p:cNvSpPr>
            <a:spLocks noGrp="1"/>
          </p:cNvSpPr>
          <p:nvPr>
            <p:ph type="body" sz="quarter" idx="39"/>
          </p:nvPr>
        </p:nvSpPr>
        <p:spPr/>
        <p:txBody>
          <a:bodyPr/>
          <a:lstStyle/>
          <a:p>
            <a:endParaRPr lang="en-US"/>
          </a:p>
        </p:txBody>
      </p:sp>
      <p:sp>
        <p:nvSpPr>
          <p:cNvPr id="7" name="Picture Placeholder 6">
            <a:extLst>
              <a:ext uri="{FF2B5EF4-FFF2-40B4-BE49-F238E27FC236}">
                <a16:creationId xmlns:a16="http://schemas.microsoft.com/office/drawing/2014/main" id="{971578A1-28A1-4A19-D0C0-A6179FEA5CAE}"/>
              </a:ext>
            </a:extLst>
          </p:cNvPr>
          <p:cNvSpPr>
            <a:spLocks noGrp="1"/>
          </p:cNvSpPr>
          <p:nvPr>
            <p:ph type="pic" sz="quarter" idx="41"/>
          </p:nvPr>
        </p:nvSpPr>
        <p:spPr/>
        <p:txBody>
          <a:bodyPr/>
          <a:lstStyle/>
          <a:p>
            <a:endParaRPr lang="en-US"/>
          </a:p>
        </p:txBody>
      </p:sp>
      <p:sp>
        <p:nvSpPr>
          <p:cNvPr id="8" name="Picture Placeholder 7">
            <a:extLst>
              <a:ext uri="{FF2B5EF4-FFF2-40B4-BE49-F238E27FC236}">
                <a16:creationId xmlns:a16="http://schemas.microsoft.com/office/drawing/2014/main" id="{C3EE7B9A-9724-139A-D812-4EAF18CC8B95}"/>
              </a:ext>
            </a:extLst>
          </p:cNvPr>
          <p:cNvSpPr>
            <a:spLocks noGrp="1"/>
          </p:cNvSpPr>
          <p:nvPr>
            <p:ph type="pic" sz="quarter" idx="43"/>
          </p:nvPr>
        </p:nvSpPr>
        <p:spPr/>
        <p:txBody>
          <a:bodyPr/>
          <a:lstStyle/>
          <a:p>
            <a:endParaRPr lang="en-US"/>
          </a:p>
        </p:txBody>
      </p:sp>
    </p:spTree>
    <p:extLst>
      <p:ext uri="{BB962C8B-B14F-4D97-AF65-F5344CB8AC3E}">
        <p14:creationId xmlns:p14="http://schemas.microsoft.com/office/powerpoint/2010/main" val="10976388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5022C3-582C-924C-C264-BEF930783EC9}"/>
              </a:ext>
            </a:extLst>
          </p:cNvPr>
          <p:cNvSpPr>
            <a:spLocks noGrp="1"/>
          </p:cNvSpPr>
          <p:nvPr>
            <p:ph type="body" sz="quarter" idx="26"/>
          </p:nvPr>
        </p:nvSpPr>
        <p:spPr/>
        <p:txBody>
          <a:bodyPr/>
          <a:lstStyle/>
          <a:p>
            <a:r>
              <a:rPr lang="en-US"/>
              <a:t>copilot-</a:t>
            </a:r>
            <a:r>
              <a:rPr lang="en-US" err="1"/>
              <a:t>instructions.md</a:t>
            </a:r>
            <a:endParaRPr lang="en-US"/>
          </a:p>
        </p:txBody>
      </p:sp>
      <p:sp>
        <p:nvSpPr>
          <p:cNvPr id="3" name="Text Placeholder 2">
            <a:extLst>
              <a:ext uri="{FF2B5EF4-FFF2-40B4-BE49-F238E27FC236}">
                <a16:creationId xmlns:a16="http://schemas.microsoft.com/office/drawing/2014/main" id="{C4192E4F-4E1A-2278-902E-C67C4E91768B}"/>
              </a:ext>
            </a:extLst>
          </p:cNvPr>
          <p:cNvSpPr>
            <a:spLocks noGrp="1"/>
          </p:cNvSpPr>
          <p:nvPr>
            <p:ph type="body" sz="quarter" idx="27"/>
          </p:nvPr>
        </p:nvSpPr>
        <p:spPr/>
        <p:txBody>
          <a:bodyPr/>
          <a:lstStyle/>
          <a:p>
            <a:r>
              <a:rPr lang="en-US"/>
              <a:t>Repository and organization level instructions that coding agent always considers</a:t>
            </a:r>
          </a:p>
        </p:txBody>
      </p:sp>
      <p:sp>
        <p:nvSpPr>
          <p:cNvPr id="8" name="Text Placeholder 7">
            <a:extLst>
              <a:ext uri="{FF2B5EF4-FFF2-40B4-BE49-F238E27FC236}">
                <a16:creationId xmlns:a16="http://schemas.microsoft.com/office/drawing/2014/main" id="{42AA5D58-46E5-66DE-8647-17929F883052}"/>
              </a:ext>
            </a:extLst>
          </p:cNvPr>
          <p:cNvSpPr>
            <a:spLocks noGrp="1"/>
          </p:cNvSpPr>
          <p:nvPr>
            <p:ph type="body" sz="quarter" idx="32"/>
          </p:nvPr>
        </p:nvSpPr>
        <p:spPr/>
        <p:txBody>
          <a:bodyPr/>
          <a:lstStyle/>
          <a:p>
            <a:r>
              <a:rPr lang="en-US"/>
              <a:t>copilot-setup-</a:t>
            </a:r>
            <a:r>
              <a:rPr lang="en-US" err="1"/>
              <a:t>steps.yaml</a:t>
            </a:r>
            <a:endParaRPr lang="en-US"/>
          </a:p>
        </p:txBody>
      </p:sp>
      <p:sp>
        <p:nvSpPr>
          <p:cNvPr id="9" name="Text Placeholder 8">
            <a:extLst>
              <a:ext uri="{FF2B5EF4-FFF2-40B4-BE49-F238E27FC236}">
                <a16:creationId xmlns:a16="http://schemas.microsoft.com/office/drawing/2014/main" id="{A9364C84-ACFB-D3B4-0481-ADAE1C90B328}"/>
              </a:ext>
            </a:extLst>
          </p:cNvPr>
          <p:cNvSpPr>
            <a:spLocks noGrp="1"/>
          </p:cNvSpPr>
          <p:nvPr>
            <p:ph type="body" sz="quarter" idx="33"/>
          </p:nvPr>
        </p:nvSpPr>
        <p:spPr/>
        <p:txBody>
          <a:bodyPr/>
          <a:lstStyle/>
          <a:p>
            <a:r>
              <a:rPr lang="en-US"/>
              <a:t>Customize the environment that coding agent runs in – install dependencies, configure access</a:t>
            </a:r>
          </a:p>
        </p:txBody>
      </p:sp>
      <p:sp>
        <p:nvSpPr>
          <p:cNvPr id="14" name="Title 13">
            <a:extLst>
              <a:ext uri="{FF2B5EF4-FFF2-40B4-BE49-F238E27FC236}">
                <a16:creationId xmlns:a16="http://schemas.microsoft.com/office/drawing/2014/main" id="{7361658A-2540-7131-D9D5-A3843D00B06F}"/>
              </a:ext>
            </a:extLst>
          </p:cNvPr>
          <p:cNvSpPr>
            <a:spLocks noGrp="1"/>
          </p:cNvSpPr>
          <p:nvPr>
            <p:ph type="ctrTitle"/>
          </p:nvPr>
        </p:nvSpPr>
        <p:spPr/>
        <p:txBody>
          <a:bodyPr/>
          <a:lstStyle/>
          <a:p>
            <a:r>
              <a:rPr lang="en-US" sz="4000"/>
              <a:t>Customizing Copilot coding agent</a:t>
            </a:r>
          </a:p>
        </p:txBody>
      </p:sp>
      <p:sp>
        <p:nvSpPr>
          <p:cNvPr id="15" name="Text Placeholder 14">
            <a:extLst>
              <a:ext uri="{FF2B5EF4-FFF2-40B4-BE49-F238E27FC236}">
                <a16:creationId xmlns:a16="http://schemas.microsoft.com/office/drawing/2014/main" id="{2905C5DA-0D4C-20CC-0CE8-A0DF775D2611}"/>
              </a:ext>
            </a:extLst>
          </p:cNvPr>
          <p:cNvSpPr>
            <a:spLocks noGrp="1"/>
          </p:cNvSpPr>
          <p:nvPr>
            <p:ph type="body" sz="quarter" idx="38"/>
          </p:nvPr>
        </p:nvSpPr>
        <p:spPr/>
        <p:txBody>
          <a:bodyPr/>
          <a:lstStyle/>
          <a:p>
            <a:r>
              <a:rPr lang="en-US"/>
              <a:t>Coding agent</a:t>
            </a:r>
          </a:p>
        </p:txBody>
      </p:sp>
      <p:sp>
        <p:nvSpPr>
          <p:cNvPr id="16" name="Text Placeholder 4">
            <a:extLst>
              <a:ext uri="{FF2B5EF4-FFF2-40B4-BE49-F238E27FC236}">
                <a16:creationId xmlns:a16="http://schemas.microsoft.com/office/drawing/2014/main" id="{A7DB81AA-2B05-C874-57E7-FEE5E36BE83E}"/>
              </a:ext>
            </a:extLst>
          </p:cNvPr>
          <p:cNvSpPr txBox="1">
            <a:spLocks/>
          </p:cNvSpPr>
          <p:nvPr/>
        </p:nvSpPr>
        <p:spPr>
          <a:xfrm>
            <a:off x="8332207" y="4141632"/>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17" name="Text Placeholder 5">
            <a:extLst>
              <a:ext uri="{FF2B5EF4-FFF2-40B4-BE49-F238E27FC236}">
                <a16:creationId xmlns:a16="http://schemas.microsoft.com/office/drawing/2014/main" id="{395B7F99-8CF1-C93D-CD9F-D33EDEA73C4A}"/>
              </a:ext>
            </a:extLst>
          </p:cNvPr>
          <p:cNvSpPr txBox="1">
            <a:spLocks/>
          </p:cNvSpPr>
          <p:nvPr/>
        </p:nvSpPr>
        <p:spPr>
          <a:xfrm>
            <a:off x="8332208" y="4616581"/>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21" name="Text Placeholder 20">
            <a:extLst>
              <a:ext uri="{FF2B5EF4-FFF2-40B4-BE49-F238E27FC236}">
                <a16:creationId xmlns:a16="http://schemas.microsoft.com/office/drawing/2014/main" id="{FE9118C8-8D07-0F7E-B35C-660CC730C0C4}"/>
              </a:ext>
            </a:extLst>
          </p:cNvPr>
          <p:cNvSpPr>
            <a:spLocks noGrp="1"/>
          </p:cNvSpPr>
          <p:nvPr>
            <p:ph type="body" sz="quarter" idx="30"/>
          </p:nvPr>
        </p:nvSpPr>
        <p:spPr/>
        <p:txBody>
          <a:bodyPr/>
          <a:lstStyle/>
          <a:p>
            <a:r>
              <a:rPr lang="en-US"/>
              <a:t>Configure MCP servers that Copilot can use to bring in outside context</a:t>
            </a:r>
          </a:p>
        </p:txBody>
      </p:sp>
      <p:sp>
        <p:nvSpPr>
          <p:cNvPr id="22" name="Text Placeholder 4">
            <a:extLst>
              <a:ext uri="{FF2B5EF4-FFF2-40B4-BE49-F238E27FC236}">
                <a16:creationId xmlns:a16="http://schemas.microsoft.com/office/drawing/2014/main" id="{B3CE0126-B406-B149-474E-C28DA648B913}"/>
              </a:ext>
            </a:extLst>
          </p:cNvPr>
          <p:cNvSpPr txBox="1">
            <a:spLocks/>
          </p:cNvSpPr>
          <p:nvPr/>
        </p:nvSpPr>
        <p:spPr>
          <a:xfrm>
            <a:off x="8332207" y="4139883"/>
            <a:ext cx="3239551" cy="457200"/>
          </a:xfrm>
          <a:prstGeom prst="rect">
            <a:avLst/>
          </a:prstGeom>
        </p:spPr>
        <p:txBody>
          <a:bodyPr vert="horz" lIns="91440" tIns="45720" rIns="91440" bIns="45720" rtlCol="0" anchor="b" anchorCtr="0">
            <a:noAutofit/>
          </a:bodyPr>
          <a:lstStyle>
            <a:lvl1pPr marL="0" indent="0" algn="l" defTabSz="914400" rtl="0" eaLnBrk="1" latinLnBrk="0" hangingPunct="1">
              <a:lnSpc>
                <a:spcPct val="90000"/>
              </a:lnSpc>
              <a:spcBef>
                <a:spcPts val="10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Custom Agents</a:t>
            </a:r>
          </a:p>
        </p:txBody>
      </p:sp>
      <p:sp>
        <p:nvSpPr>
          <p:cNvPr id="23" name="Text Placeholder 5">
            <a:extLst>
              <a:ext uri="{FF2B5EF4-FFF2-40B4-BE49-F238E27FC236}">
                <a16:creationId xmlns:a16="http://schemas.microsoft.com/office/drawing/2014/main" id="{088D69D2-E7AC-F442-B9A2-5FCA515800AB}"/>
              </a:ext>
            </a:extLst>
          </p:cNvPr>
          <p:cNvSpPr txBox="1">
            <a:spLocks/>
          </p:cNvSpPr>
          <p:nvPr/>
        </p:nvSpPr>
        <p:spPr>
          <a:xfrm>
            <a:off x="8332208" y="4614832"/>
            <a:ext cx="3239550" cy="91440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2"/>
                </a:solidFill>
                <a:latin typeface="Aptos" pitchFamily="2" charset="77"/>
                <a:ea typeface="+mn-ea"/>
                <a:cs typeface="Arial" panose="020B0604020202020204" pitchFamily="34" charset="0"/>
              </a:defRPr>
            </a:lvl1pPr>
            <a:lvl2pPr marL="4572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2pPr>
            <a:lvl3pPr marL="9144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3pPr>
            <a:lvl4pPr marL="13716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4pPr>
            <a:lvl5pPr marL="1828800" indent="0" algn="l" defTabSz="914400" rtl="0" eaLnBrk="1" latinLnBrk="0" hangingPunct="1">
              <a:lnSpc>
                <a:spcPct val="90000"/>
              </a:lnSpc>
              <a:spcBef>
                <a:spcPts val="500"/>
              </a:spcBef>
              <a:buFont typeface="Arial" panose="020B0604020202020204" pitchFamily="34" charset="0"/>
              <a:buNone/>
              <a:defRPr sz="1800" b="0" i="0" kern="1200">
                <a:solidFill>
                  <a:schemeClr val="tx1"/>
                </a:solidFill>
                <a:latin typeface="Aptos" pitchFamily="2" charset="77"/>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Define a custom agent that is an expert in a specific area</a:t>
            </a:r>
          </a:p>
        </p:txBody>
      </p:sp>
      <p:sp>
        <p:nvSpPr>
          <p:cNvPr id="25" name="Text Placeholder 24">
            <a:extLst>
              <a:ext uri="{FF2B5EF4-FFF2-40B4-BE49-F238E27FC236}">
                <a16:creationId xmlns:a16="http://schemas.microsoft.com/office/drawing/2014/main" id="{D80FA674-897E-CDD2-E2CF-B4F6C4F133A2}"/>
              </a:ext>
            </a:extLst>
          </p:cNvPr>
          <p:cNvSpPr>
            <a:spLocks noGrp="1"/>
          </p:cNvSpPr>
          <p:nvPr>
            <p:ph type="body" sz="quarter" idx="29"/>
          </p:nvPr>
        </p:nvSpPr>
        <p:spPr/>
        <p:txBody>
          <a:bodyPr/>
          <a:lstStyle/>
          <a:p>
            <a:r>
              <a:rPr lang="en-US"/>
              <a:t>MCP tools</a:t>
            </a:r>
          </a:p>
        </p:txBody>
      </p:sp>
    </p:spTree>
    <p:extLst>
      <p:ext uri="{BB962C8B-B14F-4D97-AF65-F5344CB8AC3E}">
        <p14:creationId xmlns:p14="http://schemas.microsoft.com/office/powerpoint/2010/main" val="3779986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9E8F7-A6D1-F009-6A68-C4A12500928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86EA601-A8AF-0EE5-8769-AF4DF4149CFD}"/>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9"/>
          </a:p>
        </p:txBody>
      </p:sp>
      <p:sp>
        <p:nvSpPr>
          <p:cNvPr id="39" name="Rounded Rectangle 38">
            <a:extLst>
              <a:ext uri="{FF2B5EF4-FFF2-40B4-BE49-F238E27FC236}">
                <a16:creationId xmlns:a16="http://schemas.microsoft.com/office/drawing/2014/main" id="{1C9B6D1E-9B47-901C-3114-0D30AD1FAC2D}"/>
              </a:ext>
            </a:extLst>
          </p:cNvPr>
          <p:cNvSpPr/>
          <p:nvPr/>
        </p:nvSpPr>
        <p:spPr>
          <a:xfrm>
            <a:off x="-1199577" y="1895959"/>
            <a:ext cx="7600377" cy="3440624"/>
          </a:xfrm>
          <a:prstGeom prst="roundRect">
            <a:avLst>
              <a:gd name="adj" fmla="val 2235"/>
            </a:avLst>
          </a:prstGeom>
          <a:solidFill>
            <a:schemeClr val="tx2">
              <a:alpha val="50000"/>
            </a:schemeClr>
          </a:solidFill>
          <a:ln w="25400">
            <a:gradFill flip="none" rotWithShape="1">
              <a:gsLst>
                <a:gs pos="0">
                  <a:schemeClr val="bg1">
                    <a:alpha val="50000"/>
                  </a:schemeClr>
                </a:gs>
                <a:gs pos="51000">
                  <a:schemeClr val="tx2">
                    <a:alpha val="25000"/>
                  </a:schemeClr>
                </a:gs>
                <a:gs pos="100000">
                  <a:schemeClr val="bg1">
                    <a:alpha val="5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9"/>
          </a:p>
        </p:txBody>
      </p:sp>
      <p:pic>
        <p:nvPicPr>
          <p:cNvPr id="9" name="Picture Placeholder 8">
            <a:extLst>
              <a:ext uri="{FF2B5EF4-FFF2-40B4-BE49-F238E27FC236}">
                <a16:creationId xmlns:a16="http://schemas.microsoft.com/office/drawing/2014/main" id="{7FCE4EE6-183C-89E4-827A-CC3B464124D2}"/>
              </a:ext>
            </a:extLst>
          </p:cNvPr>
          <p:cNvPicPr>
            <a:picLocks noGrp="1" noChangeAspect="1"/>
          </p:cNvPicPr>
          <p:nvPr>
            <p:ph type="pic" sz="quarter" idx="33"/>
          </p:nvPr>
        </p:nvPicPr>
        <p:blipFill>
          <a:blip r:embed="rId3" cstate="screen">
            <a:extLst>
              <a:ext uri="{28A0092B-C50C-407E-A947-70E740481C1C}">
                <a14:useLocalDpi xmlns:a14="http://schemas.microsoft.com/office/drawing/2010/main"/>
              </a:ext>
            </a:extLst>
          </a:blip>
          <a:srcRect/>
          <a:stretch>
            <a:fillRect/>
          </a:stretch>
        </p:blipFill>
        <p:spPr>
          <a:xfrm>
            <a:off x="-182556" y="1953822"/>
            <a:ext cx="6554532" cy="3314623"/>
          </a:xfrm>
          <a:prstGeom prst="roundRect">
            <a:avLst>
              <a:gd name="adj" fmla="val 1711"/>
            </a:avLst>
          </a:prstGeom>
        </p:spPr>
      </p:pic>
      <p:sp>
        <p:nvSpPr>
          <p:cNvPr id="6" name="Title 5">
            <a:extLst>
              <a:ext uri="{FF2B5EF4-FFF2-40B4-BE49-F238E27FC236}">
                <a16:creationId xmlns:a16="http://schemas.microsoft.com/office/drawing/2014/main" id="{A12B40B7-249F-702C-7870-ED2B12EFBA22}"/>
              </a:ext>
            </a:extLst>
          </p:cNvPr>
          <p:cNvSpPr>
            <a:spLocks noGrp="1"/>
          </p:cNvSpPr>
          <p:nvPr>
            <p:ph type="title"/>
          </p:nvPr>
        </p:nvSpPr>
        <p:spPr>
          <a:xfrm>
            <a:off x="6487010" y="2117940"/>
            <a:ext cx="5329526" cy="1991708"/>
          </a:xfrm>
        </p:spPr>
        <p:txBody>
          <a:bodyPr>
            <a:normAutofit/>
          </a:bodyPr>
          <a:lstStyle/>
          <a:p>
            <a:r>
              <a:rPr lang="en-US" spc="-150">
                <a:cs typeface="Aptos" pitchFamily="2" charset="77"/>
              </a:rPr>
              <a:t>Create repository custom instructions files that give Copilot additional context .</a:t>
            </a:r>
          </a:p>
        </p:txBody>
      </p:sp>
      <p:sp>
        <p:nvSpPr>
          <p:cNvPr id="7" name="Text Placeholder 6">
            <a:extLst>
              <a:ext uri="{FF2B5EF4-FFF2-40B4-BE49-F238E27FC236}">
                <a16:creationId xmlns:a16="http://schemas.microsoft.com/office/drawing/2014/main" id="{ECA402C5-CB82-9024-C942-941A56978616}"/>
              </a:ext>
            </a:extLst>
          </p:cNvPr>
          <p:cNvSpPr>
            <a:spLocks noGrp="1"/>
          </p:cNvSpPr>
          <p:nvPr>
            <p:ph type="body" sz="quarter" idx="26"/>
          </p:nvPr>
        </p:nvSpPr>
        <p:spPr>
          <a:xfrm>
            <a:off x="6487010" y="4429751"/>
            <a:ext cx="5329526" cy="1019635"/>
          </a:xfrm>
        </p:spPr>
        <p:txBody>
          <a:bodyPr anchor="t"/>
          <a:lstStyle/>
          <a:p>
            <a:r>
              <a:rPr lang="en-US"/>
              <a:t>Repository custom instructions let you provide Copilot with repository-specific guidance and preferences.</a:t>
            </a:r>
          </a:p>
        </p:txBody>
      </p:sp>
      <p:grpSp>
        <p:nvGrpSpPr>
          <p:cNvPr id="2" name="Group 1">
            <a:extLst>
              <a:ext uri="{FF2B5EF4-FFF2-40B4-BE49-F238E27FC236}">
                <a16:creationId xmlns:a16="http://schemas.microsoft.com/office/drawing/2014/main" id="{7B53DDA9-459F-6459-B4EC-2466101231C0}"/>
              </a:ext>
            </a:extLst>
          </p:cNvPr>
          <p:cNvGrpSpPr/>
          <p:nvPr/>
        </p:nvGrpSpPr>
        <p:grpSpPr>
          <a:xfrm>
            <a:off x="6487010" y="1381900"/>
            <a:ext cx="2873966" cy="415936"/>
            <a:chOff x="19461029" y="4145700"/>
            <a:chExt cx="8621898" cy="1247808"/>
          </a:xfrm>
        </p:grpSpPr>
        <p:sp>
          <p:nvSpPr>
            <p:cNvPr id="10" name="Rounded Rectangle 9">
              <a:extLst>
                <a:ext uri="{FF2B5EF4-FFF2-40B4-BE49-F238E27FC236}">
                  <a16:creationId xmlns:a16="http://schemas.microsoft.com/office/drawing/2014/main" id="{2DC3803D-891B-C923-E74D-D0D1AA3BA7D2}"/>
                </a:ext>
              </a:extLst>
            </p:cNvPr>
            <p:cNvSpPr/>
            <p:nvPr/>
          </p:nvSpPr>
          <p:spPr>
            <a:xfrm>
              <a:off x="19461029" y="4145700"/>
              <a:ext cx="8621898"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sz="1600">
                  <a:latin typeface="Aptos" pitchFamily="2" charset="77"/>
                </a:rPr>
                <a:t>copilot-</a:t>
              </a:r>
              <a:r>
                <a:rPr lang="en-US" sz="1600" err="1">
                  <a:latin typeface="Aptos" pitchFamily="2" charset="77"/>
                </a:rPr>
                <a:t>instructions.md</a:t>
              </a:r>
              <a:endParaRPr lang="en-US" sz="1600">
                <a:latin typeface="Aptos" pitchFamily="2" charset="77"/>
              </a:endParaRPr>
            </a:p>
          </p:txBody>
        </p:sp>
        <p:grpSp>
          <p:nvGrpSpPr>
            <p:cNvPr id="16" name="Google Shape;407;p27">
              <a:extLst>
                <a:ext uri="{FF2B5EF4-FFF2-40B4-BE49-F238E27FC236}">
                  <a16:creationId xmlns:a16="http://schemas.microsoft.com/office/drawing/2014/main" id="{33D0C404-6D7E-D322-AE7A-646EE6577AA9}"/>
                </a:ext>
              </a:extLst>
            </p:cNvPr>
            <p:cNvGrpSpPr/>
            <p:nvPr/>
          </p:nvGrpSpPr>
          <p:grpSpPr>
            <a:xfrm>
              <a:off x="19937505" y="4506765"/>
              <a:ext cx="525726" cy="525677"/>
              <a:chOff x="3192175" y="1099503"/>
              <a:chExt cx="52725" cy="52725"/>
            </a:xfrm>
            <a:solidFill>
              <a:schemeClr val="tx1"/>
            </a:solidFill>
          </p:grpSpPr>
          <p:sp>
            <p:nvSpPr>
              <p:cNvPr id="17" name="Google Shape;408;p27">
                <a:extLst>
                  <a:ext uri="{FF2B5EF4-FFF2-40B4-BE49-F238E27FC236}">
                    <a16:creationId xmlns:a16="http://schemas.microsoft.com/office/drawing/2014/main" id="{C2157B60-5FD7-830E-A1F7-63B2B9781614}"/>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sp>
            <p:nvSpPr>
              <p:cNvPr id="18" name="Google Shape;409;p27">
                <a:extLst>
                  <a:ext uri="{FF2B5EF4-FFF2-40B4-BE49-F238E27FC236}">
                    <a16:creationId xmlns:a16="http://schemas.microsoft.com/office/drawing/2014/main" id="{9AEFCA0D-1AE2-7214-677C-2F0D395BBEE6}"/>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sp>
            <p:nvSpPr>
              <p:cNvPr id="19" name="Google Shape;410;p27">
                <a:extLst>
                  <a:ext uri="{FF2B5EF4-FFF2-40B4-BE49-F238E27FC236}">
                    <a16:creationId xmlns:a16="http://schemas.microsoft.com/office/drawing/2014/main" id="{EBA9B2A2-E74E-C55B-B316-7A02DCBB5680}"/>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grpSp>
      </p:grpSp>
    </p:spTree>
    <p:extLst>
      <p:ext uri="{BB962C8B-B14F-4D97-AF65-F5344CB8AC3E}">
        <p14:creationId xmlns:p14="http://schemas.microsoft.com/office/powerpoint/2010/main" val="34070173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53AF5-E89D-17E1-AE16-F270FADF3ED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736C0D8-E991-B85B-00DD-1CDD9029A634}"/>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9"/>
          </a:p>
        </p:txBody>
      </p:sp>
      <p:sp>
        <p:nvSpPr>
          <p:cNvPr id="39" name="Rounded Rectangle 38">
            <a:extLst>
              <a:ext uri="{FF2B5EF4-FFF2-40B4-BE49-F238E27FC236}">
                <a16:creationId xmlns:a16="http://schemas.microsoft.com/office/drawing/2014/main" id="{01050591-E270-0D38-8001-41FDE035D56A}"/>
              </a:ext>
            </a:extLst>
          </p:cNvPr>
          <p:cNvSpPr/>
          <p:nvPr/>
        </p:nvSpPr>
        <p:spPr>
          <a:xfrm>
            <a:off x="-1199577" y="1895959"/>
            <a:ext cx="7600377" cy="3440624"/>
          </a:xfrm>
          <a:prstGeom prst="roundRect">
            <a:avLst>
              <a:gd name="adj" fmla="val 2235"/>
            </a:avLst>
          </a:prstGeom>
          <a:solidFill>
            <a:schemeClr val="tx2">
              <a:alpha val="50000"/>
            </a:schemeClr>
          </a:solidFill>
          <a:ln w="25400">
            <a:gradFill flip="none" rotWithShape="1">
              <a:gsLst>
                <a:gs pos="0">
                  <a:schemeClr val="bg1">
                    <a:alpha val="50000"/>
                  </a:schemeClr>
                </a:gs>
                <a:gs pos="51000">
                  <a:schemeClr val="tx2">
                    <a:alpha val="25000"/>
                  </a:schemeClr>
                </a:gs>
                <a:gs pos="100000">
                  <a:schemeClr val="bg1">
                    <a:alpha val="5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9"/>
          </a:p>
        </p:txBody>
      </p:sp>
      <p:pic>
        <p:nvPicPr>
          <p:cNvPr id="9" name="Picture Placeholder 8">
            <a:extLst>
              <a:ext uri="{FF2B5EF4-FFF2-40B4-BE49-F238E27FC236}">
                <a16:creationId xmlns:a16="http://schemas.microsoft.com/office/drawing/2014/main" id="{7127CAAB-40E1-409D-C0CB-58C0A1B28833}"/>
              </a:ext>
            </a:extLst>
          </p:cNvPr>
          <p:cNvPicPr>
            <a:picLocks noGrp="1" noChangeAspect="1"/>
          </p:cNvPicPr>
          <p:nvPr>
            <p:ph type="pic" sz="quarter" idx="33"/>
          </p:nvPr>
        </p:nvPicPr>
        <p:blipFill>
          <a:blip r:embed="rId3" cstate="screen">
            <a:extLst>
              <a:ext uri="{28A0092B-C50C-407E-A947-70E740481C1C}">
                <a14:useLocalDpi xmlns:a14="http://schemas.microsoft.com/office/drawing/2010/main"/>
              </a:ext>
            </a:extLst>
          </a:blip>
          <a:srcRect b="-166"/>
          <a:stretch>
            <a:fillRect/>
          </a:stretch>
        </p:blipFill>
        <p:spPr>
          <a:xfrm>
            <a:off x="-263027" y="119515"/>
            <a:ext cx="6554532" cy="6516416"/>
          </a:xfrm>
          <a:prstGeom prst="roundRect">
            <a:avLst>
              <a:gd name="adj" fmla="val 1711"/>
            </a:avLst>
          </a:prstGeom>
        </p:spPr>
      </p:pic>
      <p:sp>
        <p:nvSpPr>
          <p:cNvPr id="6" name="Title 5">
            <a:extLst>
              <a:ext uri="{FF2B5EF4-FFF2-40B4-BE49-F238E27FC236}">
                <a16:creationId xmlns:a16="http://schemas.microsoft.com/office/drawing/2014/main" id="{4844EF83-E02B-5D13-45B3-3ECBEF503283}"/>
              </a:ext>
            </a:extLst>
          </p:cNvPr>
          <p:cNvSpPr>
            <a:spLocks noGrp="1"/>
          </p:cNvSpPr>
          <p:nvPr>
            <p:ph type="title"/>
          </p:nvPr>
        </p:nvSpPr>
        <p:spPr>
          <a:xfrm>
            <a:off x="6487010" y="2117940"/>
            <a:ext cx="5329526" cy="1991708"/>
          </a:xfrm>
        </p:spPr>
        <p:txBody>
          <a:bodyPr>
            <a:normAutofit/>
          </a:bodyPr>
          <a:lstStyle/>
          <a:p>
            <a:r>
              <a:rPr lang="en-US" spc="-150">
                <a:cs typeface="Aptos" pitchFamily="2" charset="77"/>
              </a:rPr>
              <a:t>Configure Copilot’s environment with GitHub Actions</a:t>
            </a:r>
          </a:p>
        </p:txBody>
      </p:sp>
      <p:sp>
        <p:nvSpPr>
          <p:cNvPr id="7" name="Text Placeholder 6">
            <a:extLst>
              <a:ext uri="{FF2B5EF4-FFF2-40B4-BE49-F238E27FC236}">
                <a16:creationId xmlns:a16="http://schemas.microsoft.com/office/drawing/2014/main" id="{0DF1AF8F-9E6A-5259-6759-C1B76D19B7C8}"/>
              </a:ext>
            </a:extLst>
          </p:cNvPr>
          <p:cNvSpPr>
            <a:spLocks noGrp="1"/>
          </p:cNvSpPr>
          <p:nvPr>
            <p:ph type="body" sz="quarter" idx="26"/>
          </p:nvPr>
        </p:nvSpPr>
        <p:spPr>
          <a:xfrm>
            <a:off x="6487010" y="4429751"/>
            <a:ext cx="5329526" cy="1019635"/>
          </a:xfrm>
        </p:spPr>
        <p:txBody>
          <a:bodyPr anchor="t"/>
          <a:lstStyle/>
          <a:p>
            <a:r>
              <a:rPr lang="en-US"/>
              <a:t>You can preconfigure Copilot's environment before the agent starts by creating a special GitHub Actions workflow file, located at .</a:t>
            </a:r>
            <a:r>
              <a:rPr lang="en-US" err="1"/>
              <a:t>github</a:t>
            </a:r>
            <a:r>
              <a:rPr lang="en-US"/>
              <a:t>/workflows/copilot-setup-</a:t>
            </a:r>
            <a:r>
              <a:rPr lang="en-US" err="1"/>
              <a:t>steps.yml</a:t>
            </a:r>
            <a:r>
              <a:rPr lang="en-US"/>
              <a:t> within your repository.</a:t>
            </a:r>
          </a:p>
        </p:txBody>
      </p:sp>
      <p:grpSp>
        <p:nvGrpSpPr>
          <p:cNvPr id="2" name="Group 1">
            <a:extLst>
              <a:ext uri="{FF2B5EF4-FFF2-40B4-BE49-F238E27FC236}">
                <a16:creationId xmlns:a16="http://schemas.microsoft.com/office/drawing/2014/main" id="{F8D2A4D3-2D7D-C517-6639-C47A3885D3C4}"/>
              </a:ext>
            </a:extLst>
          </p:cNvPr>
          <p:cNvGrpSpPr/>
          <p:nvPr/>
        </p:nvGrpSpPr>
        <p:grpSpPr>
          <a:xfrm>
            <a:off x="6487010" y="1381900"/>
            <a:ext cx="2873966" cy="415936"/>
            <a:chOff x="19461029" y="4145700"/>
            <a:chExt cx="8621898" cy="1247808"/>
          </a:xfrm>
        </p:grpSpPr>
        <p:sp>
          <p:nvSpPr>
            <p:cNvPr id="10" name="Rounded Rectangle 9">
              <a:extLst>
                <a:ext uri="{FF2B5EF4-FFF2-40B4-BE49-F238E27FC236}">
                  <a16:creationId xmlns:a16="http://schemas.microsoft.com/office/drawing/2014/main" id="{47491FE3-E3CB-4119-2A85-16E5A84D6950}"/>
                </a:ext>
              </a:extLst>
            </p:cNvPr>
            <p:cNvSpPr/>
            <p:nvPr/>
          </p:nvSpPr>
          <p:spPr>
            <a:xfrm>
              <a:off x="19461029" y="4145700"/>
              <a:ext cx="8621898"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sz="1600">
                  <a:latin typeface="Aptos" pitchFamily="2" charset="77"/>
                </a:rPr>
                <a:t>copilot-setup-</a:t>
              </a:r>
              <a:r>
                <a:rPr lang="en-US" sz="1600" err="1">
                  <a:latin typeface="Aptos" pitchFamily="2" charset="77"/>
                </a:rPr>
                <a:t>steps.yml</a:t>
              </a:r>
              <a:endParaRPr lang="en-US" sz="1600">
                <a:latin typeface="Aptos" pitchFamily="2" charset="77"/>
              </a:endParaRPr>
            </a:p>
          </p:txBody>
        </p:sp>
        <p:grpSp>
          <p:nvGrpSpPr>
            <p:cNvPr id="16" name="Google Shape;407;p27">
              <a:extLst>
                <a:ext uri="{FF2B5EF4-FFF2-40B4-BE49-F238E27FC236}">
                  <a16:creationId xmlns:a16="http://schemas.microsoft.com/office/drawing/2014/main" id="{CD6CD984-DA1F-9784-B6C2-5D8E23034BD2}"/>
                </a:ext>
              </a:extLst>
            </p:cNvPr>
            <p:cNvGrpSpPr/>
            <p:nvPr/>
          </p:nvGrpSpPr>
          <p:grpSpPr>
            <a:xfrm>
              <a:off x="19937505" y="4506765"/>
              <a:ext cx="525726" cy="525677"/>
              <a:chOff x="3192175" y="1099503"/>
              <a:chExt cx="52725" cy="52725"/>
            </a:xfrm>
            <a:solidFill>
              <a:schemeClr val="tx1"/>
            </a:solidFill>
          </p:grpSpPr>
          <p:sp>
            <p:nvSpPr>
              <p:cNvPr id="17" name="Google Shape;408;p27">
                <a:extLst>
                  <a:ext uri="{FF2B5EF4-FFF2-40B4-BE49-F238E27FC236}">
                    <a16:creationId xmlns:a16="http://schemas.microsoft.com/office/drawing/2014/main" id="{DF41278E-52DD-8D78-E1EF-5DD3F9FA8391}"/>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sp>
            <p:nvSpPr>
              <p:cNvPr id="18" name="Google Shape;409;p27">
                <a:extLst>
                  <a:ext uri="{FF2B5EF4-FFF2-40B4-BE49-F238E27FC236}">
                    <a16:creationId xmlns:a16="http://schemas.microsoft.com/office/drawing/2014/main" id="{70EF1447-BDC3-0E68-7302-E548C1B10EC0}"/>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sp>
            <p:nvSpPr>
              <p:cNvPr id="19" name="Google Shape;410;p27">
                <a:extLst>
                  <a:ext uri="{FF2B5EF4-FFF2-40B4-BE49-F238E27FC236}">
                    <a16:creationId xmlns:a16="http://schemas.microsoft.com/office/drawing/2014/main" id="{E53216CA-B44F-4F76-6887-9CEA269587DA}"/>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grpSp>
      </p:grpSp>
    </p:spTree>
    <p:extLst>
      <p:ext uri="{BB962C8B-B14F-4D97-AF65-F5344CB8AC3E}">
        <p14:creationId xmlns:p14="http://schemas.microsoft.com/office/powerpoint/2010/main" val="1108421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7D1E39-270B-83AC-0C91-14D70F175B0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A95FAD5-C156-A8AA-A44E-6A00B810A6FE}"/>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9"/>
          </a:p>
        </p:txBody>
      </p:sp>
      <p:sp>
        <p:nvSpPr>
          <p:cNvPr id="39" name="Rounded Rectangle 38">
            <a:extLst>
              <a:ext uri="{FF2B5EF4-FFF2-40B4-BE49-F238E27FC236}">
                <a16:creationId xmlns:a16="http://schemas.microsoft.com/office/drawing/2014/main" id="{20577B5F-FC31-BFDB-ABF0-EDBA5C625B8A}"/>
              </a:ext>
            </a:extLst>
          </p:cNvPr>
          <p:cNvSpPr/>
          <p:nvPr/>
        </p:nvSpPr>
        <p:spPr>
          <a:xfrm>
            <a:off x="-1123646" y="1750422"/>
            <a:ext cx="7046976" cy="3291841"/>
          </a:xfrm>
          <a:prstGeom prst="roundRect">
            <a:avLst>
              <a:gd name="adj" fmla="val 2235"/>
            </a:avLst>
          </a:prstGeom>
          <a:solidFill>
            <a:schemeClr val="tx2">
              <a:alpha val="50000"/>
            </a:schemeClr>
          </a:solidFill>
          <a:ln w="25400">
            <a:gradFill flip="none" rotWithShape="1">
              <a:gsLst>
                <a:gs pos="0">
                  <a:schemeClr val="bg1">
                    <a:alpha val="50000"/>
                  </a:schemeClr>
                </a:gs>
                <a:gs pos="51000">
                  <a:schemeClr val="tx2">
                    <a:alpha val="25000"/>
                  </a:schemeClr>
                </a:gs>
                <a:gs pos="100000">
                  <a:schemeClr val="bg1">
                    <a:alpha val="5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9"/>
          </a:p>
        </p:txBody>
      </p:sp>
      <p:pic>
        <p:nvPicPr>
          <p:cNvPr id="9" name="Picture Placeholder 8">
            <a:extLst>
              <a:ext uri="{FF2B5EF4-FFF2-40B4-BE49-F238E27FC236}">
                <a16:creationId xmlns:a16="http://schemas.microsoft.com/office/drawing/2014/main" id="{A9D84E99-CBB0-337B-3DCB-5F6D1FDCC63F}"/>
              </a:ext>
            </a:extLst>
          </p:cNvPr>
          <p:cNvPicPr>
            <a:picLocks noGrp="1" noChangeAspect="1"/>
          </p:cNvPicPr>
          <p:nvPr>
            <p:ph type="pic" sz="quarter" idx="33"/>
          </p:nvPr>
        </p:nvPicPr>
        <p:blipFill>
          <a:blip>
            <a:extLst>
              <a:ext uri="{96DAC541-7B7A-43D3-8B79-37D633B846F1}">
                <asvg:svgBlip xmlns:asvg="http://schemas.microsoft.com/office/drawing/2016/SVG/main" r:embed="rId3"/>
              </a:ext>
            </a:extLst>
          </a:blip>
          <a:srcRect l="-114" r="49"/>
          <a:stretch>
            <a:fillRect/>
          </a:stretch>
        </p:blipFill>
        <p:spPr>
          <a:xfrm>
            <a:off x="104503" y="1810899"/>
            <a:ext cx="5742896" cy="3164638"/>
          </a:xfrm>
          <a:prstGeom prst="roundRect">
            <a:avLst>
              <a:gd name="adj" fmla="val 1711"/>
            </a:avLst>
          </a:prstGeom>
        </p:spPr>
      </p:pic>
      <p:sp>
        <p:nvSpPr>
          <p:cNvPr id="6" name="Title 5">
            <a:extLst>
              <a:ext uri="{FF2B5EF4-FFF2-40B4-BE49-F238E27FC236}">
                <a16:creationId xmlns:a16="http://schemas.microsoft.com/office/drawing/2014/main" id="{ED85F144-2F2B-6708-2808-D3827CCE2984}"/>
              </a:ext>
            </a:extLst>
          </p:cNvPr>
          <p:cNvSpPr>
            <a:spLocks noGrp="1"/>
          </p:cNvSpPr>
          <p:nvPr>
            <p:ph type="title"/>
          </p:nvPr>
        </p:nvSpPr>
        <p:spPr>
          <a:xfrm>
            <a:off x="6487010" y="2117940"/>
            <a:ext cx="5329526" cy="1991708"/>
          </a:xfrm>
        </p:spPr>
        <p:txBody>
          <a:bodyPr>
            <a:normAutofit/>
          </a:bodyPr>
          <a:lstStyle/>
          <a:p>
            <a:r>
              <a:rPr lang="en-US" spc="-150">
                <a:cs typeface="Aptos" pitchFamily="2" charset="77"/>
              </a:rPr>
              <a:t>Configure MCP servers to access additional context</a:t>
            </a:r>
            <a:br>
              <a:rPr lang="en-US" spc="-150">
                <a:cs typeface="Aptos" pitchFamily="2" charset="77"/>
              </a:rPr>
            </a:br>
            <a:endParaRPr lang="en-US" spc="-150">
              <a:cs typeface="Aptos" pitchFamily="2" charset="77"/>
            </a:endParaRPr>
          </a:p>
        </p:txBody>
      </p:sp>
      <p:sp>
        <p:nvSpPr>
          <p:cNvPr id="7" name="Text Placeholder 6">
            <a:extLst>
              <a:ext uri="{FF2B5EF4-FFF2-40B4-BE49-F238E27FC236}">
                <a16:creationId xmlns:a16="http://schemas.microsoft.com/office/drawing/2014/main" id="{FBAD4917-280A-617C-717F-641C3E5A76D4}"/>
              </a:ext>
            </a:extLst>
          </p:cNvPr>
          <p:cNvSpPr>
            <a:spLocks noGrp="1"/>
          </p:cNvSpPr>
          <p:nvPr>
            <p:ph type="body" sz="quarter" idx="26"/>
          </p:nvPr>
        </p:nvSpPr>
        <p:spPr>
          <a:xfrm>
            <a:off x="6487010" y="4429751"/>
            <a:ext cx="5329526" cy="1019635"/>
          </a:xfrm>
        </p:spPr>
        <p:txBody>
          <a:bodyPr anchor="t"/>
          <a:lstStyle/>
          <a:p>
            <a:r>
              <a:rPr lang="en-US"/>
              <a:t>Provide Copilot access to more tools, store tokens using environment secrets.</a:t>
            </a:r>
          </a:p>
          <a:p>
            <a:endParaRPr lang="en-US"/>
          </a:p>
          <a:p>
            <a:endParaRPr lang="en-US"/>
          </a:p>
          <a:p>
            <a:endParaRPr lang="en-US"/>
          </a:p>
        </p:txBody>
      </p:sp>
      <p:grpSp>
        <p:nvGrpSpPr>
          <p:cNvPr id="2" name="Group 1">
            <a:extLst>
              <a:ext uri="{FF2B5EF4-FFF2-40B4-BE49-F238E27FC236}">
                <a16:creationId xmlns:a16="http://schemas.microsoft.com/office/drawing/2014/main" id="{27DE7C9A-A190-ED93-0DFC-483264C78E0C}"/>
              </a:ext>
            </a:extLst>
          </p:cNvPr>
          <p:cNvGrpSpPr/>
          <p:nvPr/>
        </p:nvGrpSpPr>
        <p:grpSpPr>
          <a:xfrm>
            <a:off x="6487010" y="1381900"/>
            <a:ext cx="2084561" cy="415936"/>
            <a:chOff x="19461029" y="4145700"/>
            <a:chExt cx="6253683" cy="1247808"/>
          </a:xfrm>
        </p:grpSpPr>
        <p:sp>
          <p:nvSpPr>
            <p:cNvPr id="10" name="Rounded Rectangle 9">
              <a:extLst>
                <a:ext uri="{FF2B5EF4-FFF2-40B4-BE49-F238E27FC236}">
                  <a16:creationId xmlns:a16="http://schemas.microsoft.com/office/drawing/2014/main" id="{CD4B9408-2780-1C79-C811-8261237855EE}"/>
                </a:ext>
              </a:extLst>
            </p:cNvPr>
            <p:cNvSpPr/>
            <p:nvPr/>
          </p:nvSpPr>
          <p:spPr>
            <a:xfrm>
              <a:off x="19461029" y="4145700"/>
              <a:ext cx="6253683"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sz="1600">
                  <a:latin typeface="Aptos" pitchFamily="2" charset="77"/>
                </a:rPr>
                <a:t>MCP Servers</a:t>
              </a:r>
            </a:p>
          </p:txBody>
        </p:sp>
        <p:grpSp>
          <p:nvGrpSpPr>
            <p:cNvPr id="16" name="Google Shape;407;p27">
              <a:extLst>
                <a:ext uri="{FF2B5EF4-FFF2-40B4-BE49-F238E27FC236}">
                  <a16:creationId xmlns:a16="http://schemas.microsoft.com/office/drawing/2014/main" id="{29CF6386-1523-2A27-5D80-E33FD3D2EA4F}"/>
                </a:ext>
              </a:extLst>
            </p:cNvPr>
            <p:cNvGrpSpPr/>
            <p:nvPr/>
          </p:nvGrpSpPr>
          <p:grpSpPr>
            <a:xfrm>
              <a:off x="19937505" y="4506765"/>
              <a:ext cx="525726" cy="525677"/>
              <a:chOff x="3192175" y="1099503"/>
              <a:chExt cx="52725" cy="52725"/>
            </a:xfrm>
            <a:solidFill>
              <a:schemeClr val="tx1"/>
            </a:solidFill>
          </p:grpSpPr>
          <p:sp>
            <p:nvSpPr>
              <p:cNvPr id="17" name="Google Shape;408;p27">
                <a:extLst>
                  <a:ext uri="{FF2B5EF4-FFF2-40B4-BE49-F238E27FC236}">
                    <a16:creationId xmlns:a16="http://schemas.microsoft.com/office/drawing/2014/main" id="{95363520-979B-C01A-B074-9339747089ED}"/>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sp>
            <p:nvSpPr>
              <p:cNvPr id="18" name="Google Shape;409;p27">
                <a:extLst>
                  <a:ext uri="{FF2B5EF4-FFF2-40B4-BE49-F238E27FC236}">
                    <a16:creationId xmlns:a16="http://schemas.microsoft.com/office/drawing/2014/main" id="{75EB41D9-40D0-EC43-A863-35D8E40447BD}"/>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sp>
            <p:nvSpPr>
              <p:cNvPr id="19" name="Google Shape;410;p27">
                <a:extLst>
                  <a:ext uri="{FF2B5EF4-FFF2-40B4-BE49-F238E27FC236}">
                    <a16:creationId xmlns:a16="http://schemas.microsoft.com/office/drawing/2014/main" id="{63B0D218-AD44-37EB-075E-666C4033352E}"/>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grpSp>
      </p:grpSp>
    </p:spTree>
    <p:extLst>
      <p:ext uri="{BB962C8B-B14F-4D97-AF65-F5344CB8AC3E}">
        <p14:creationId xmlns:p14="http://schemas.microsoft.com/office/powerpoint/2010/main" val="2757472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0A1D5-23DF-C2FF-75E7-82D3FF62F45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F9553E0-A962-202F-5A38-C571D01BA7E9}"/>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9"/>
          </a:p>
        </p:txBody>
      </p:sp>
      <p:sp>
        <p:nvSpPr>
          <p:cNvPr id="39" name="Rounded Rectangle 38">
            <a:extLst>
              <a:ext uri="{FF2B5EF4-FFF2-40B4-BE49-F238E27FC236}">
                <a16:creationId xmlns:a16="http://schemas.microsoft.com/office/drawing/2014/main" id="{78158E59-4B3D-6CC6-BCC1-F5FC19A1136C}"/>
              </a:ext>
            </a:extLst>
          </p:cNvPr>
          <p:cNvSpPr/>
          <p:nvPr/>
        </p:nvSpPr>
        <p:spPr>
          <a:xfrm>
            <a:off x="-1199577" y="475488"/>
            <a:ext cx="7046976" cy="5907024"/>
          </a:xfrm>
          <a:prstGeom prst="roundRect">
            <a:avLst>
              <a:gd name="adj" fmla="val 2235"/>
            </a:avLst>
          </a:prstGeom>
          <a:solidFill>
            <a:schemeClr val="tx2">
              <a:alpha val="50000"/>
            </a:schemeClr>
          </a:solidFill>
          <a:ln w="25400">
            <a:gradFill flip="none" rotWithShape="1">
              <a:gsLst>
                <a:gs pos="0">
                  <a:schemeClr val="bg1">
                    <a:alpha val="50000"/>
                  </a:schemeClr>
                </a:gs>
                <a:gs pos="51000">
                  <a:schemeClr val="tx2">
                    <a:alpha val="25000"/>
                  </a:schemeClr>
                </a:gs>
                <a:gs pos="100000">
                  <a:schemeClr val="bg1">
                    <a:alpha val="50000"/>
                  </a:schemeClr>
                </a:gs>
              </a:gsLst>
              <a:lin ang="81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5399"/>
          </a:p>
        </p:txBody>
      </p:sp>
      <p:pic>
        <p:nvPicPr>
          <p:cNvPr id="9" name="Picture Placeholder 8" descr="A screenshot of a computer&#10;&#10;AI-generated content may be incorrect.">
            <a:extLst>
              <a:ext uri="{FF2B5EF4-FFF2-40B4-BE49-F238E27FC236}">
                <a16:creationId xmlns:a16="http://schemas.microsoft.com/office/drawing/2014/main" id="{F5FE358C-E283-9FE7-F940-E149D031891C}"/>
              </a:ext>
            </a:extLst>
          </p:cNvPr>
          <p:cNvPicPr>
            <a:picLocks noGrp="1" noChangeAspect="1"/>
          </p:cNvPicPr>
          <p:nvPr>
            <p:ph type="pic" sz="quarter" idx="33"/>
          </p:nvPr>
        </p:nvPicPr>
        <p:blipFill>
          <a:blip r:embed="rId3" cstate="screen">
            <a:extLst>
              <a:ext uri="{28A0092B-C50C-407E-A947-70E740481C1C}">
                <a14:useLocalDpi xmlns:a14="http://schemas.microsoft.com/office/drawing/2010/main"/>
              </a:ext>
            </a:extLst>
          </a:blip>
          <a:stretch>
            <a:fillRect/>
          </a:stretch>
        </p:blipFill>
        <p:spPr>
          <a:xfrm>
            <a:off x="-1098915" y="521208"/>
            <a:ext cx="6892544" cy="5815584"/>
          </a:xfrm>
          <a:prstGeom prst="roundRect">
            <a:avLst>
              <a:gd name="adj" fmla="val 1711"/>
            </a:avLst>
          </a:prstGeom>
        </p:spPr>
      </p:pic>
      <p:sp>
        <p:nvSpPr>
          <p:cNvPr id="6" name="Title 5">
            <a:extLst>
              <a:ext uri="{FF2B5EF4-FFF2-40B4-BE49-F238E27FC236}">
                <a16:creationId xmlns:a16="http://schemas.microsoft.com/office/drawing/2014/main" id="{BC57A8D7-BF6C-7424-5B7B-2DA758EF284A}"/>
              </a:ext>
            </a:extLst>
          </p:cNvPr>
          <p:cNvSpPr>
            <a:spLocks noGrp="1"/>
          </p:cNvSpPr>
          <p:nvPr>
            <p:ph type="title"/>
          </p:nvPr>
        </p:nvSpPr>
        <p:spPr>
          <a:xfrm>
            <a:off x="6487010" y="2117940"/>
            <a:ext cx="5329526" cy="1991708"/>
          </a:xfrm>
        </p:spPr>
        <p:txBody>
          <a:bodyPr>
            <a:normAutofit fontScale="90000"/>
          </a:bodyPr>
          <a:lstStyle/>
          <a:p>
            <a:r>
              <a:rPr lang="en-US" spc="-150">
                <a:cs typeface="Aptos" pitchFamily="2" charset="77"/>
              </a:rPr>
              <a:t>Reduce repetitive prompting by creating specialized agents to target recurring tasks</a:t>
            </a:r>
          </a:p>
        </p:txBody>
      </p:sp>
      <p:sp>
        <p:nvSpPr>
          <p:cNvPr id="7" name="Text Placeholder 6">
            <a:extLst>
              <a:ext uri="{FF2B5EF4-FFF2-40B4-BE49-F238E27FC236}">
                <a16:creationId xmlns:a16="http://schemas.microsoft.com/office/drawing/2014/main" id="{767F1141-BAA8-16E1-9DD6-C2D2A7B145AB}"/>
              </a:ext>
            </a:extLst>
          </p:cNvPr>
          <p:cNvSpPr>
            <a:spLocks noGrp="1"/>
          </p:cNvSpPr>
          <p:nvPr>
            <p:ph type="body" sz="quarter" idx="26"/>
          </p:nvPr>
        </p:nvSpPr>
        <p:spPr>
          <a:xfrm>
            <a:off x="6487010" y="4429751"/>
            <a:ext cx="5329526" cy="1019635"/>
          </a:xfrm>
        </p:spPr>
        <p:txBody>
          <a:bodyPr anchor="t"/>
          <a:lstStyle/>
          <a:p>
            <a:r>
              <a:rPr lang="en-US"/>
              <a:t>Equipped with tailored prompts, tool sets, and MCP server connections, you can implement features or fix bugs without needing to configure every time</a:t>
            </a:r>
          </a:p>
        </p:txBody>
      </p:sp>
      <p:grpSp>
        <p:nvGrpSpPr>
          <p:cNvPr id="2" name="Group 1">
            <a:extLst>
              <a:ext uri="{FF2B5EF4-FFF2-40B4-BE49-F238E27FC236}">
                <a16:creationId xmlns:a16="http://schemas.microsoft.com/office/drawing/2014/main" id="{A6AFE03D-5397-D91D-C283-0A67E709A678}"/>
              </a:ext>
            </a:extLst>
          </p:cNvPr>
          <p:cNvGrpSpPr/>
          <p:nvPr/>
        </p:nvGrpSpPr>
        <p:grpSpPr>
          <a:xfrm>
            <a:off x="6487010" y="1381900"/>
            <a:ext cx="2084561" cy="415936"/>
            <a:chOff x="19461029" y="4145700"/>
            <a:chExt cx="6253683" cy="1247808"/>
          </a:xfrm>
        </p:grpSpPr>
        <p:sp>
          <p:nvSpPr>
            <p:cNvPr id="10" name="Rounded Rectangle 9">
              <a:extLst>
                <a:ext uri="{FF2B5EF4-FFF2-40B4-BE49-F238E27FC236}">
                  <a16:creationId xmlns:a16="http://schemas.microsoft.com/office/drawing/2014/main" id="{4A1FC1F7-F1BC-1BD7-5CA9-9998A993971A}"/>
                </a:ext>
              </a:extLst>
            </p:cNvPr>
            <p:cNvSpPr/>
            <p:nvPr/>
          </p:nvSpPr>
          <p:spPr>
            <a:xfrm>
              <a:off x="19461029" y="4145700"/>
              <a:ext cx="6253683" cy="1247808"/>
            </a:xfrm>
            <a:prstGeom prst="roundRect">
              <a:avLst>
                <a:gd name="adj" fmla="val 50000"/>
              </a:avLst>
            </a:prstGeom>
            <a:solidFill>
              <a:srgbClr val="000000"/>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365760" rtlCol="0" anchor="ctr"/>
            <a:lstStyle/>
            <a:p>
              <a:r>
                <a:rPr lang="en-US" sz="1600">
                  <a:latin typeface="Aptos" pitchFamily="2" charset="77"/>
                </a:rPr>
                <a:t>Custom agents</a:t>
              </a:r>
            </a:p>
          </p:txBody>
        </p:sp>
        <p:grpSp>
          <p:nvGrpSpPr>
            <p:cNvPr id="16" name="Google Shape;407;p27">
              <a:extLst>
                <a:ext uri="{FF2B5EF4-FFF2-40B4-BE49-F238E27FC236}">
                  <a16:creationId xmlns:a16="http://schemas.microsoft.com/office/drawing/2014/main" id="{20C07A55-7842-E054-80B1-82EB6E2F97EA}"/>
                </a:ext>
              </a:extLst>
            </p:cNvPr>
            <p:cNvGrpSpPr/>
            <p:nvPr/>
          </p:nvGrpSpPr>
          <p:grpSpPr>
            <a:xfrm>
              <a:off x="19937505" y="4506765"/>
              <a:ext cx="525726" cy="525677"/>
              <a:chOff x="3192175" y="1099503"/>
              <a:chExt cx="52725" cy="52725"/>
            </a:xfrm>
            <a:solidFill>
              <a:schemeClr val="tx1"/>
            </a:solidFill>
          </p:grpSpPr>
          <p:sp>
            <p:nvSpPr>
              <p:cNvPr id="17" name="Google Shape;408;p27">
                <a:extLst>
                  <a:ext uri="{FF2B5EF4-FFF2-40B4-BE49-F238E27FC236}">
                    <a16:creationId xmlns:a16="http://schemas.microsoft.com/office/drawing/2014/main" id="{7D884AD9-D29F-53BC-5A35-92968C3218D3}"/>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sp>
            <p:nvSpPr>
              <p:cNvPr id="18" name="Google Shape;409;p27">
                <a:extLst>
                  <a:ext uri="{FF2B5EF4-FFF2-40B4-BE49-F238E27FC236}">
                    <a16:creationId xmlns:a16="http://schemas.microsoft.com/office/drawing/2014/main" id="{2A447A87-F7A6-A407-A28D-7F99DC170AF5}"/>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sp>
            <p:nvSpPr>
              <p:cNvPr id="19" name="Google Shape;410;p27">
                <a:extLst>
                  <a:ext uri="{FF2B5EF4-FFF2-40B4-BE49-F238E27FC236}">
                    <a16:creationId xmlns:a16="http://schemas.microsoft.com/office/drawing/2014/main" id="{81285F40-138E-63C9-22AA-FB366753AEFF}"/>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grpFill/>
              <a:ln>
                <a:noFill/>
              </a:ln>
            </p:spPr>
            <p:txBody>
              <a:bodyPr spcFirstLastPara="1" wrap="square" lIns="91425" tIns="91425" rIns="91425" bIns="91425" anchor="ctr" anchorCtr="0">
                <a:noAutofit/>
              </a:bodyPr>
              <a:lstStyle/>
              <a:p>
                <a:pPr defTabSz="304740">
                  <a:buClr>
                    <a:srgbClr val="000000"/>
                  </a:buClr>
                  <a:defRPr/>
                </a:pPr>
                <a:endParaRPr sz="4200" kern="0">
                  <a:solidFill>
                    <a:srgbClr val="0C1116"/>
                  </a:solidFill>
                  <a:latin typeface="Arial"/>
                  <a:cs typeface="Arial"/>
                  <a:sym typeface="Arial"/>
                </a:endParaRPr>
              </a:p>
            </p:txBody>
          </p:sp>
        </p:grpSp>
      </p:grpSp>
      <p:pic>
        <p:nvPicPr>
          <p:cNvPr id="20" name="Picture 19" descr="A screenshot of a computer&#10;&#10;AI-generated content may be incorrect.">
            <a:extLst>
              <a:ext uri="{FF2B5EF4-FFF2-40B4-BE49-F238E27FC236}">
                <a16:creationId xmlns:a16="http://schemas.microsoft.com/office/drawing/2014/main" id="{FF8B31A2-A1CC-919D-D984-FA7BA5CD848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122362" y="521208"/>
            <a:ext cx="6892545" cy="5815584"/>
          </a:xfrm>
          <a:prstGeom prst="roundRect">
            <a:avLst>
              <a:gd name="adj" fmla="val 2094"/>
            </a:avLst>
          </a:prstGeom>
          <a:ln w="25400">
            <a:solidFill>
              <a:schemeClr val="tx2"/>
            </a:solidFill>
          </a:ln>
        </p:spPr>
      </p:pic>
      <p:pic>
        <p:nvPicPr>
          <p:cNvPr id="25" name="Picture 24" descr="A screenshot of a phone&#10;&#10;AI-generated content may be incorrect.">
            <a:extLst>
              <a:ext uri="{FF2B5EF4-FFF2-40B4-BE49-F238E27FC236}">
                <a16:creationId xmlns:a16="http://schemas.microsoft.com/office/drawing/2014/main" id="{2C55B93F-0FE0-9FF8-DFDE-EEF52D259467}"/>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2431778" y="3385105"/>
            <a:ext cx="1827177" cy="1554464"/>
          </a:xfrm>
          <a:prstGeom prst="rect">
            <a:avLst/>
          </a:prstGeom>
        </p:spPr>
      </p:pic>
    </p:spTree>
    <p:extLst>
      <p:ext uri="{BB962C8B-B14F-4D97-AF65-F5344CB8AC3E}">
        <p14:creationId xmlns:p14="http://schemas.microsoft.com/office/powerpoint/2010/main" val="3821084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938B32-99CE-14A1-FE50-A24FE2A1BE06}"/>
            </a:ext>
          </a:extLst>
        </p:cNvPr>
        <p:cNvGrpSpPr/>
        <p:nvPr/>
      </p:nvGrpSpPr>
      <p:grpSpPr>
        <a:xfrm>
          <a:off x="0" y="0"/>
          <a:ext cx="0" cy="0"/>
          <a:chOff x="0" y="0"/>
          <a:chExt cx="0" cy="0"/>
        </a:xfrm>
      </p:grpSpPr>
      <p:pic>
        <p:nvPicPr>
          <p:cNvPr id="38" name="Picture 37">
            <a:extLst>
              <a:ext uri="{FF2B5EF4-FFF2-40B4-BE49-F238E27FC236}">
                <a16:creationId xmlns:a16="http://schemas.microsoft.com/office/drawing/2014/main" id="{A215C289-8C6D-715B-0CA9-3FDF8C225E0F}"/>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0" y="-46892"/>
            <a:ext cx="12275364" cy="6904892"/>
          </a:xfrm>
          <a:prstGeom prst="rect">
            <a:avLst/>
          </a:prstGeom>
        </p:spPr>
      </p:pic>
      <p:pic>
        <p:nvPicPr>
          <p:cNvPr id="11" name="Graphic 10">
            <a:extLst>
              <a:ext uri="{FF2B5EF4-FFF2-40B4-BE49-F238E27FC236}">
                <a16:creationId xmlns:a16="http://schemas.microsoft.com/office/drawing/2014/main" id="{A35EB411-EC9B-F449-9F2A-4769168D3AC9}"/>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09629" y="452553"/>
            <a:ext cx="1478741" cy="341069"/>
          </a:xfrm>
          <a:prstGeom prst="rect">
            <a:avLst/>
          </a:prstGeom>
        </p:spPr>
      </p:pic>
      <p:sp>
        <p:nvSpPr>
          <p:cNvPr id="10" name="TextBox 9">
            <a:extLst>
              <a:ext uri="{FF2B5EF4-FFF2-40B4-BE49-F238E27FC236}">
                <a16:creationId xmlns:a16="http://schemas.microsoft.com/office/drawing/2014/main" id="{0EEA9144-F4F3-D9C4-1DB5-F462FDF602D2}"/>
              </a:ext>
            </a:extLst>
          </p:cNvPr>
          <p:cNvSpPr txBox="1"/>
          <p:nvPr/>
        </p:nvSpPr>
        <p:spPr>
          <a:xfrm>
            <a:off x="854775" y="1253630"/>
            <a:ext cx="10982192" cy="706091"/>
          </a:xfrm>
          <a:prstGeom prst="rect">
            <a:avLst/>
          </a:prstGeom>
          <a:noFill/>
        </p:spPr>
        <p:txBody>
          <a:bodyPr wrap="square" rtlCol="0" anchor="ctr">
            <a:spAutoFit/>
          </a:bodyPr>
          <a:lstStyle/>
          <a:p>
            <a:pPr algn="ctr" defTabSz="914309">
              <a:lnSpc>
                <a:spcPct val="70000"/>
              </a:lnSpc>
              <a:defRPr/>
            </a:pPr>
            <a:r>
              <a:rPr lang="en-US" sz="5533" b="1" spc="-100">
                <a:solidFill>
                  <a:srgbClr val="000000"/>
                </a:solidFill>
                <a:latin typeface="Aptos" pitchFamily="2" charset="77"/>
                <a:cs typeface="Aptos" pitchFamily="2" charset="77"/>
              </a:rPr>
              <a:t>Partner-Built Custom Agents</a:t>
            </a:r>
          </a:p>
        </p:txBody>
      </p:sp>
      <p:sp>
        <p:nvSpPr>
          <p:cNvPr id="31" name="Rounded Rectangle 30">
            <a:extLst>
              <a:ext uri="{FF2B5EF4-FFF2-40B4-BE49-F238E27FC236}">
                <a16:creationId xmlns:a16="http://schemas.microsoft.com/office/drawing/2014/main" id="{B5E2ED2E-4FFB-8BDB-7B6F-79B0D7B4D720}"/>
              </a:ext>
            </a:extLst>
          </p:cNvPr>
          <p:cNvSpPr/>
          <p:nvPr/>
        </p:nvSpPr>
        <p:spPr>
          <a:xfrm>
            <a:off x="2125680" y="2081875"/>
            <a:ext cx="8366477" cy="531628"/>
          </a:xfrm>
          <a:prstGeom prst="roundRect">
            <a:avLst>
              <a:gd name="adj" fmla="val 50000"/>
            </a:avLst>
          </a:prstGeom>
          <a:solidFill>
            <a:schemeClr val="tx1"/>
          </a:solidFill>
          <a:ln w="25400">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09">
              <a:defRPr/>
            </a:pPr>
            <a:r>
              <a:rPr lang="en-US" sz="1600">
                <a:solidFill>
                  <a:srgbClr val="000000"/>
                </a:solidFill>
                <a:latin typeface="Consolas" panose="02000009000000000000" pitchFamily="49" charset="77"/>
                <a:ea typeface="Consolas" panose="02000009000000000000" pitchFamily="49" charset="77"/>
                <a:cs typeface="Consolas" panose="02000009000000000000" pitchFamily="49" charset="77"/>
              </a:rPr>
              <a:t>Specialize your Copilot Coding Agent</a:t>
            </a:r>
          </a:p>
        </p:txBody>
      </p:sp>
      <p:pic>
        <p:nvPicPr>
          <p:cNvPr id="9" name="Graphic 8">
            <a:extLst>
              <a:ext uri="{FF2B5EF4-FFF2-40B4-BE49-F238E27FC236}">
                <a16:creationId xmlns:a16="http://schemas.microsoft.com/office/drawing/2014/main" id="{AD081659-24DE-A45D-F150-B3D4B5572C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98480" y="5834603"/>
            <a:ext cx="1795041" cy="317124"/>
          </a:xfrm>
          <a:prstGeom prst="rect">
            <a:avLst/>
          </a:prstGeom>
        </p:spPr>
      </p:pic>
      <p:pic>
        <p:nvPicPr>
          <p:cNvPr id="14" name="Graphic 13">
            <a:extLst>
              <a:ext uri="{FF2B5EF4-FFF2-40B4-BE49-F238E27FC236}">
                <a16:creationId xmlns:a16="http://schemas.microsoft.com/office/drawing/2014/main" id="{A2F059A4-CC34-1CF6-1F44-FB0D07258F6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32349" y="3217051"/>
            <a:ext cx="2696585" cy="553334"/>
          </a:xfrm>
          <a:prstGeom prst="rect">
            <a:avLst/>
          </a:prstGeom>
        </p:spPr>
      </p:pic>
      <p:pic>
        <p:nvPicPr>
          <p:cNvPr id="28" name="Graphic 27">
            <a:extLst>
              <a:ext uri="{FF2B5EF4-FFF2-40B4-BE49-F238E27FC236}">
                <a16:creationId xmlns:a16="http://schemas.microsoft.com/office/drawing/2014/main" id="{9001DACE-4173-CF78-CE6A-FD7FA9A19D6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325850" y="4367774"/>
            <a:ext cx="2590800" cy="989811"/>
          </a:xfrm>
          <a:prstGeom prst="rect">
            <a:avLst/>
          </a:prstGeom>
        </p:spPr>
      </p:pic>
      <p:sp>
        <p:nvSpPr>
          <p:cNvPr id="29" name="AutoShape 2" descr="Arm logo Ink">
            <a:extLst>
              <a:ext uri="{FF2B5EF4-FFF2-40B4-BE49-F238E27FC236}">
                <a16:creationId xmlns:a16="http://schemas.microsoft.com/office/drawing/2014/main" id="{3401B053-EF8C-6244-FFD1-C003BD475ACA}"/>
              </a:ext>
            </a:extLst>
          </p:cNvPr>
          <p:cNvSpPr>
            <a:spLocks noChangeAspect="1" noChangeArrowheads="1"/>
          </p:cNvSpPr>
          <p:nvPr/>
        </p:nvSpPr>
        <p:spPr bwMode="auto">
          <a:xfrm>
            <a:off x="6045200" y="3378200"/>
            <a:ext cx="101600" cy="101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30480" tIns="15240" rIns="30480" bIns="15240" numCol="1" anchor="t" anchorCtr="0" compatLnSpc="1">
            <a:prstTxWarp prst="textNoShape">
              <a:avLst/>
            </a:prstTxWarp>
          </a:bodyPr>
          <a:lstStyle/>
          <a:p>
            <a:pPr defTabSz="914309">
              <a:defRPr/>
            </a:pPr>
            <a:endParaRPr lang="en-US">
              <a:solidFill>
                <a:srgbClr val="FFFFFF"/>
              </a:solidFill>
              <a:latin typeface="Arial" panose="020B0604020202020204"/>
            </a:endParaRPr>
          </a:p>
        </p:txBody>
      </p:sp>
      <p:pic>
        <p:nvPicPr>
          <p:cNvPr id="32" name="Graphic 31">
            <a:extLst>
              <a:ext uri="{FF2B5EF4-FFF2-40B4-BE49-F238E27FC236}">
                <a16:creationId xmlns:a16="http://schemas.microsoft.com/office/drawing/2014/main" id="{9EB6469B-BEC4-61A6-A895-FA6EAC9402C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14399" y="3425946"/>
            <a:ext cx="2204593" cy="671081"/>
          </a:xfrm>
          <a:prstGeom prst="rect">
            <a:avLst/>
          </a:prstGeom>
        </p:spPr>
      </p:pic>
      <p:pic>
        <p:nvPicPr>
          <p:cNvPr id="36" name="Picture 35" descr="A black and white logo&#10;&#10;AI-generated content may be incorrect.">
            <a:extLst>
              <a:ext uri="{FF2B5EF4-FFF2-40B4-BE49-F238E27FC236}">
                <a16:creationId xmlns:a16="http://schemas.microsoft.com/office/drawing/2014/main" id="{6353A2C8-7005-8684-E54C-1ED9BA8D63F6}"/>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420707" y="4760770"/>
            <a:ext cx="3469542" cy="537868"/>
          </a:xfrm>
          <a:prstGeom prst="rect">
            <a:avLst/>
          </a:prstGeom>
        </p:spPr>
      </p:pic>
      <p:pic>
        <p:nvPicPr>
          <p:cNvPr id="39" name="Picture 38" descr="A black background with a black square&#10;&#10;AI-generated content may be incorrect.">
            <a:extLst>
              <a:ext uri="{FF2B5EF4-FFF2-40B4-BE49-F238E27FC236}">
                <a16:creationId xmlns:a16="http://schemas.microsoft.com/office/drawing/2014/main" id="{0E351ADE-4C72-B461-CA9C-2FEEC5514477}"/>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8156516" y="3086377"/>
            <a:ext cx="3434523" cy="989810"/>
          </a:xfrm>
          <a:prstGeom prst="rect">
            <a:avLst/>
          </a:prstGeom>
        </p:spPr>
      </p:pic>
      <p:pic>
        <p:nvPicPr>
          <p:cNvPr id="47" name="Picture 46" descr="A black background with grey letters&#10;&#10;AI-generated content may be incorrect.">
            <a:extLst>
              <a:ext uri="{FF2B5EF4-FFF2-40B4-BE49-F238E27FC236}">
                <a16:creationId xmlns:a16="http://schemas.microsoft.com/office/drawing/2014/main" id="{444754CC-F0A3-2FD6-686A-D553E5428A14}"/>
              </a:ext>
            </a:extLst>
          </p:cNvPr>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8839201" y="5793405"/>
            <a:ext cx="2438400" cy="461433"/>
          </a:xfrm>
          <a:prstGeom prst="rect">
            <a:avLst/>
          </a:prstGeom>
        </p:spPr>
      </p:pic>
      <p:pic>
        <p:nvPicPr>
          <p:cNvPr id="4" name="Picture 3" descr="A green logo with a crown&#10;&#10;AI-generated content may be incorrect.">
            <a:extLst>
              <a:ext uri="{FF2B5EF4-FFF2-40B4-BE49-F238E27FC236}">
                <a16:creationId xmlns:a16="http://schemas.microsoft.com/office/drawing/2014/main" id="{D655815F-C556-8AC7-E0FB-135CF14F3FFF}"/>
              </a:ext>
            </a:extLst>
          </p:cNvPr>
          <p:cNvPicPr>
            <a:picLocks noChangeAspect="1"/>
          </p:cNvPicPr>
          <p:nvPr/>
        </p:nvPicPr>
        <p:blipFill>
          <a:blip r:embed="rId12" cstate="screen">
            <a:extLst>
              <a:ext uri="{28A0092B-C50C-407E-A947-70E740481C1C}">
                <a14:useLocalDpi xmlns:a14="http://schemas.microsoft.com/office/drawing/2010/main"/>
              </a:ext>
            </a:extLst>
          </a:blip>
          <a:stretch>
            <a:fillRect/>
          </a:stretch>
        </p:blipFill>
        <p:spPr>
          <a:xfrm>
            <a:off x="6603764" y="4328232"/>
            <a:ext cx="995030" cy="960378"/>
          </a:xfrm>
          <a:prstGeom prst="rect">
            <a:avLst/>
          </a:prstGeom>
        </p:spPr>
      </p:pic>
      <p:pic>
        <p:nvPicPr>
          <p:cNvPr id="6" name="Picture 5" descr="A black and blue logo&#10;&#10;AI-generated content may be incorrect.">
            <a:extLst>
              <a:ext uri="{FF2B5EF4-FFF2-40B4-BE49-F238E27FC236}">
                <a16:creationId xmlns:a16="http://schemas.microsoft.com/office/drawing/2014/main" id="{D049AEAA-05A4-B680-0216-78990F56FC77}"/>
              </a:ext>
            </a:extLst>
          </p:cNvPr>
          <p:cNvPicPr>
            <a:picLocks noChangeAspect="1"/>
          </p:cNvPicPr>
          <p:nvPr/>
        </p:nvPicPr>
        <p:blipFill>
          <a:blip r:embed="rId13" cstate="screen">
            <a:extLst>
              <a:ext uri="{28A0092B-C50C-407E-A947-70E740481C1C}">
                <a14:useLocalDpi xmlns:a14="http://schemas.microsoft.com/office/drawing/2010/main"/>
              </a:ext>
            </a:extLst>
          </a:blip>
          <a:stretch>
            <a:fillRect/>
          </a:stretch>
        </p:blipFill>
        <p:spPr>
          <a:xfrm>
            <a:off x="1025236" y="5917816"/>
            <a:ext cx="2590800" cy="410642"/>
          </a:xfrm>
          <a:prstGeom prst="rect">
            <a:avLst/>
          </a:prstGeom>
        </p:spPr>
      </p:pic>
      <p:pic>
        <p:nvPicPr>
          <p:cNvPr id="8" name="Picture 7" descr="A blue octopus logo on a black background&#10;&#10;AI-generated content may be incorrect.">
            <a:extLst>
              <a:ext uri="{FF2B5EF4-FFF2-40B4-BE49-F238E27FC236}">
                <a16:creationId xmlns:a16="http://schemas.microsoft.com/office/drawing/2014/main" id="{5452DEC0-79AD-9C41-1011-9A87EA8185F5}"/>
              </a:ext>
            </a:extLst>
          </p:cNvPr>
          <p:cNvPicPr>
            <a:picLocks noChangeAspect="1"/>
          </p:cNvPicPr>
          <p:nvPr/>
        </p:nvPicPr>
        <p:blipFill>
          <a:blip r:embed="rId14" cstate="screen">
            <a:extLst>
              <a:ext uri="{28A0092B-C50C-407E-A947-70E740481C1C}">
                <a14:useLocalDpi xmlns:a14="http://schemas.microsoft.com/office/drawing/2010/main"/>
              </a:ext>
            </a:extLst>
          </a:blip>
          <a:stretch>
            <a:fillRect/>
          </a:stretch>
        </p:blipFill>
        <p:spPr>
          <a:xfrm>
            <a:off x="4582584" y="4321347"/>
            <a:ext cx="967263" cy="967263"/>
          </a:xfrm>
          <a:prstGeom prst="rect">
            <a:avLst/>
          </a:prstGeom>
        </p:spPr>
      </p:pic>
    </p:spTree>
    <p:extLst>
      <p:ext uri="{BB962C8B-B14F-4D97-AF65-F5344CB8AC3E}">
        <p14:creationId xmlns:p14="http://schemas.microsoft.com/office/powerpoint/2010/main" val="2548987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20AD-1F49-D5CB-0FDC-D81B3BF9A5E0}"/>
              </a:ext>
            </a:extLst>
          </p:cNvPr>
          <p:cNvSpPr>
            <a:spLocks noGrp="1"/>
          </p:cNvSpPr>
          <p:nvPr>
            <p:ph type="ctrTitle"/>
          </p:nvPr>
        </p:nvSpPr>
        <p:spPr/>
        <p:txBody>
          <a:bodyPr/>
          <a:lstStyle/>
          <a:p>
            <a:r>
              <a:rPr lang="en-US" dirty="0"/>
              <a:t>Demo</a:t>
            </a:r>
          </a:p>
        </p:txBody>
      </p:sp>
    </p:spTree>
    <p:extLst>
      <p:ext uri="{BB962C8B-B14F-4D97-AF65-F5344CB8AC3E}">
        <p14:creationId xmlns:p14="http://schemas.microsoft.com/office/powerpoint/2010/main" val="14686512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E75D1-CEC1-B3C4-BE78-65419900D04A}"/>
            </a:ext>
          </a:extLst>
        </p:cNvPr>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3350E1BD-2918-EE5F-124C-A4F033EC733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647784" y="-371295"/>
            <a:ext cx="8612550" cy="8010332"/>
          </a:xfrm>
          <a:prstGeom prst="rect">
            <a:avLst/>
          </a:prstGeom>
        </p:spPr>
      </p:pic>
      <p:pic>
        <p:nvPicPr>
          <p:cNvPr id="6" name="Picture 5" descr="A cartoon robot with glasses&#10;&#10;AI-generated content may be incorrect.">
            <a:extLst>
              <a:ext uri="{FF2B5EF4-FFF2-40B4-BE49-F238E27FC236}">
                <a16:creationId xmlns:a16="http://schemas.microsoft.com/office/drawing/2014/main" id="{A54916F3-5577-254B-F366-A4AA0F9757A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flipH="1">
            <a:off x="8681374" y="3516329"/>
            <a:ext cx="2644055" cy="2644055"/>
          </a:xfrm>
          <a:prstGeom prst="rect">
            <a:avLst/>
          </a:prstGeom>
        </p:spPr>
      </p:pic>
      <p:grpSp>
        <p:nvGrpSpPr>
          <p:cNvPr id="39" name="Group 38">
            <a:extLst>
              <a:ext uri="{FF2B5EF4-FFF2-40B4-BE49-F238E27FC236}">
                <a16:creationId xmlns:a16="http://schemas.microsoft.com/office/drawing/2014/main" id="{D67B0575-66E1-7CFC-240D-49673E248BDF}"/>
              </a:ext>
            </a:extLst>
          </p:cNvPr>
          <p:cNvGrpSpPr/>
          <p:nvPr/>
        </p:nvGrpSpPr>
        <p:grpSpPr>
          <a:xfrm>
            <a:off x="1014431" y="2607851"/>
            <a:ext cx="4564070" cy="1904965"/>
            <a:chOff x="3831857" y="7478113"/>
            <a:chExt cx="13692210" cy="5714897"/>
          </a:xfrm>
        </p:grpSpPr>
        <p:grpSp>
          <p:nvGrpSpPr>
            <p:cNvPr id="7" name="Group 6">
              <a:extLst>
                <a:ext uri="{FF2B5EF4-FFF2-40B4-BE49-F238E27FC236}">
                  <a16:creationId xmlns:a16="http://schemas.microsoft.com/office/drawing/2014/main" id="{AF582598-C16A-D47D-D044-805ED6EFE78A}"/>
                </a:ext>
              </a:extLst>
            </p:cNvPr>
            <p:cNvGrpSpPr/>
            <p:nvPr/>
          </p:nvGrpSpPr>
          <p:grpSpPr>
            <a:xfrm>
              <a:off x="4241837" y="7478113"/>
              <a:ext cx="3365205" cy="1369701"/>
              <a:chOff x="37020973" y="1816303"/>
              <a:chExt cx="3701725" cy="1506671"/>
            </a:xfrm>
          </p:grpSpPr>
          <p:sp>
            <p:nvSpPr>
              <p:cNvPr id="8" name="Google Shape;1675;p89">
                <a:extLst>
                  <a:ext uri="{FF2B5EF4-FFF2-40B4-BE49-F238E27FC236}">
                    <a16:creationId xmlns:a16="http://schemas.microsoft.com/office/drawing/2014/main" id="{D36F0634-5AFE-BB8B-81B2-F9DE2DD14213}"/>
                  </a:ext>
                </a:extLst>
              </p:cNvPr>
              <p:cNvSpPr/>
              <p:nvPr/>
            </p:nvSpPr>
            <p:spPr>
              <a:xfrm>
                <a:off x="37020973" y="1816303"/>
                <a:ext cx="3701725" cy="1506671"/>
              </a:xfrm>
              <a:prstGeom prst="roundRect">
                <a:avLst>
                  <a:gd name="adj" fmla="val 50000"/>
                </a:avLst>
              </a:prstGeom>
              <a:solidFill>
                <a:srgbClr val="000000"/>
              </a:solidFill>
              <a:ln w="12700">
                <a:gradFill flip="none" rotWithShape="1">
                  <a:gsLst>
                    <a:gs pos="0">
                      <a:schemeClr val="accent5"/>
                    </a:gs>
                    <a:gs pos="100000">
                      <a:schemeClr val="accent6"/>
                    </a:gs>
                  </a:gsLst>
                  <a:lin ang="2700000" scaled="1"/>
                  <a:tileRect/>
                </a:gradFill>
              </a:ln>
            </p:spPr>
            <p:txBody>
              <a:bodyPr spcFirstLastPara="1" wrap="square" lIns="457200" tIns="0" rIns="91440" bIns="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srgbClr val="FFFFFF"/>
                    </a:solidFill>
                    <a:effectLst/>
                    <a:uLnTx/>
                    <a:uFillTx/>
                    <a:latin typeface="Aptos" pitchFamily="2" charset="77"/>
                    <a:ea typeface="Arial"/>
                    <a:cs typeface="Aptos" pitchFamily="2" charset="77"/>
                    <a:sym typeface="Arial"/>
                  </a:rPr>
                  <a:t>Code</a:t>
                </a:r>
              </a:p>
            </p:txBody>
          </p:sp>
          <p:grpSp>
            <p:nvGrpSpPr>
              <p:cNvPr id="9" name="Google Shape;1659;p89">
                <a:extLst>
                  <a:ext uri="{FF2B5EF4-FFF2-40B4-BE49-F238E27FC236}">
                    <a16:creationId xmlns:a16="http://schemas.microsoft.com/office/drawing/2014/main" id="{93619E2E-C1EF-0133-4A47-4393C994DCDC}"/>
                  </a:ext>
                </a:extLst>
              </p:cNvPr>
              <p:cNvGrpSpPr>
                <a:grpSpLocks noChangeAspect="1"/>
              </p:cNvGrpSpPr>
              <p:nvPr/>
            </p:nvGrpSpPr>
            <p:grpSpPr>
              <a:xfrm>
                <a:off x="37600413" y="2237711"/>
                <a:ext cx="663851" cy="663854"/>
                <a:chOff x="3192175" y="1099503"/>
                <a:chExt cx="52725" cy="52725"/>
              </a:xfrm>
            </p:grpSpPr>
            <p:sp>
              <p:nvSpPr>
                <p:cNvPr id="10" name="Google Shape;1660;p89">
                  <a:extLst>
                    <a:ext uri="{FF2B5EF4-FFF2-40B4-BE49-F238E27FC236}">
                      <a16:creationId xmlns:a16="http://schemas.microsoft.com/office/drawing/2014/main" id="{8DC90F07-AC2F-FBEB-1CBE-BABD893D54F2}"/>
                    </a:ext>
                  </a:extLst>
                </p:cNvPr>
                <p:cNvSpPr/>
                <p:nvPr/>
              </p:nvSpPr>
              <p:spPr>
                <a:xfrm>
                  <a:off x="3201225" y="1115303"/>
                  <a:ext cx="13525" cy="21150"/>
                </a:xfrm>
                <a:custGeom>
                  <a:avLst/>
                  <a:gdLst/>
                  <a:ahLst/>
                  <a:cxnLst/>
                  <a:rect l="l" t="t" r="r" b="b"/>
                  <a:pathLst>
                    <a:path w="541" h="846" extrusionOk="0">
                      <a:moveTo>
                        <a:pt x="455" y="1"/>
                      </a:moveTo>
                      <a:cubicBezTo>
                        <a:pt x="435" y="1"/>
                        <a:pt x="414" y="9"/>
                        <a:pt x="397" y="26"/>
                      </a:cubicBezTo>
                      <a:lnTo>
                        <a:pt x="26" y="363"/>
                      </a:lnTo>
                      <a:cubicBezTo>
                        <a:pt x="9" y="380"/>
                        <a:pt x="1" y="397"/>
                        <a:pt x="1" y="422"/>
                      </a:cubicBezTo>
                      <a:cubicBezTo>
                        <a:pt x="1" y="448"/>
                        <a:pt x="9" y="464"/>
                        <a:pt x="26" y="481"/>
                      </a:cubicBezTo>
                      <a:lnTo>
                        <a:pt x="397" y="827"/>
                      </a:lnTo>
                      <a:cubicBezTo>
                        <a:pt x="413" y="839"/>
                        <a:pt x="432" y="845"/>
                        <a:pt x="451" y="845"/>
                      </a:cubicBezTo>
                      <a:cubicBezTo>
                        <a:pt x="473" y="845"/>
                        <a:pt x="493" y="837"/>
                        <a:pt x="507" y="819"/>
                      </a:cubicBezTo>
                      <a:cubicBezTo>
                        <a:pt x="541" y="785"/>
                        <a:pt x="541" y="734"/>
                        <a:pt x="507" y="709"/>
                      </a:cubicBezTo>
                      <a:lnTo>
                        <a:pt x="195" y="422"/>
                      </a:lnTo>
                      <a:lnTo>
                        <a:pt x="507" y="136"/>
                      </a:lnTo>
                      <a:cubicBezTo>
                        <a:pt x="541" y="110"/>
                        <a:pt x="541" y="60"/>
                        <a:pt x="507" y="26"/>
                      </a:cubicBezTo>
                      <a:cubicBezTo>
                        <a:pt x="494" y="9"/>
                        <a:pt x="475" y="1"/>
                        <a:pt x="455"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1" name="Google Shape;1661;p89">
                  <a:extLst>
                    <a:ext uri="{FF2B5EF4-FFF2-40B4-BE49-F238E27FC236}">
                      <a16:creationId xmlns:a16="http://schemas.microsoft.com/office/drawing/2014/main" id="{CB1E97B1-901E-1CE9-35F2-AF055E5DB5F2}"/>
                    </a:ext>
                  </a:extLst>
                </p:cNvPr>
                <p:cNvSpPr/>
                <p:nvPr/>
              </p:nvSpPr>
              <p:spPr>
                <a:xfrm>
                  <a:off x="3222100" y="1115303"/>
                  <a:ext cx="13525" cy="21150"/>
                </a:xfrm>
                <a:custGeom>
                  <a:avLst/>
                  <a:gdLst/>
                  <a:ahLst/>
                  <a:cxnLst/>
                  <a:rect l="l" t="t" r="r" b="b"/>
                  <a:pathLst>
                    <a:path w="541" h="846" extrusionOk="0">
                      <a:moveTo>
                        <a:pt x="86" y="1"/>
                      </a:moveTo>
                      <a:cubicBezTo>
                        <a:pt x="66" y="1"/>
                        <a:pt x="47" y="9"/>
                        <a:pt x="35" y="26"/>
                      </a:cubicBezTo>
                      <a:cubicBezTo>
                        <a:pt x="1" y="60"/>
                        <a:pt x="1" y="110"/>
                        <a:pt x="35" y="136"/>
                      </a:cubicBezTo>
                      <a:lnTo>
                        <a:pt x="347" y="422"/>
                      </a:lnTo>
                      <a:lnTo>
                        <a:pt x="35" y="709"/>
                      </a:lnTo>
                      <a:cubicBezTo>
                        <a:pt x="1" y="734"/>
                        <a:pt x="1" y="785"/>
                        <a:pt x="35" y="819"/>
                      </a:cubicBezTo>
                      <a:cubicBezTo>
                        <a:pt x="48" y="837"/>
                        <a:pt x="69" y="845"/>
                        <a:pt x="91" y="845"/>
                      </a:cubicBezTo>
                      <a:cubicBezTo>
                        <a:pt x="109" y="845"/>
                        <a:pt x="129" y="839"/>
                        <a:pt x="144" y="827"/>
                      </a:cubicBezTo>
                      <a:lnTo>
                        <a:pt x="515" y="481"/>
                      </a:lnTo>
                      <a:cubicBezTo>
                        <a:pt x="532" y="464"/>
                        <a:pt x="541" y="448"/>
                        <a:pt x="541" y="422"/>
                      </a:cubicBezTo>
                      <a:cubicBezTo>
                        <a:pt x="541" y="397"/>
                        <a:pt x="532" y="380"/>
                        <a:pt x="515" y="363"/>
                      </a:cubicBezTo>
                      <a:lnTo>
                        <a:pt x="144" y="26"/>
                      </a:lnTo>
                      <a:cubicBezTo>
                        <a:pt x="127" y="9"/>
                        <a:pt x="106" y="1"/>
                        <a:pt x="86"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2" name="Google Shape;1662;p89">
                  <a:extLst>
                    <a:ext uri="{FF2B5EF4-FFF2-40B4-BE49-F238E27FC236}">
                      <a16:creationId xmlns:a16="http://schemas.microsoft.com/office/drawing/2014/main" id="{5C6E36B3-0140-5EF5-89E1-18A623020479}"/>
                    </a:ext>
                  </a:extLst>
                </p:cNvPr>
                <p:cNvSpPr/>
                <p:nvPr/>
              </p:nvSpPr>
              <p:spPr>
                <a:xfrm>
                  <a:off x="3192175" y="1099503"/>
                  <a:ext cx="52725" cy="52725"/>
                </a:xfrm>
                <a:custGeom>
                  <a:avLst/>
                  <a:gdLst/>
                  <a:ahLst/>
                  <a:cxnLst/>
                  <a:rect l="l" t="t" r="r" b="b"/>
                  <a:pathLst>
                    <a:path w="2109" h="2109" extrusionOk="0">
                      <a:moveTo>
                        <a:pt x="0" y="186"/>
                      </a:moveTo>
                      <a:cubicBezTo>
                        <a:pt x="0" y="85"/>
                        <a:pt x="76" y="0"/>
                        <a:pt x="177" y="0"/>
                      </a:cubicBezTo>
                      <a:lnTo>
                        <a:pt x="1923" y="0"/>
                      </a:lnTo>
                      <a:cubicBezTo>
                        <a:pt x="2024" y="0"/>
                        <a:pt x="2109" y="85"/>
                        <a:pt x="2109" y="186"/>
                      </a:cubicBezTo>
                      <a:lnTo>
                        <a:pt x="2109" y="1923"/>
                      </a:lnTo>
                      <a:cubicBezTo>
                        <a:pt x="2109" y="2024"/>
                        <a:pt x="2024" y="2108"/>
                        <a:pt x="1923" y="2108"/>
                      </a:cubicBezTo>
                      <a:lnTo>
                        <a:pt x="177" y="2108"/>
                      </a:lnTo>
                      <a:cubicBezTo>
                        <a:pt x="76" y="2108"/>
                        <a:pt x="0" y="2024"/>
                        <a:pt x="0" y="1923"/>
                      </a:cubicBezTo>
                      <a:close/>
                      <a:moveTo>
                        <a:pt x="177" y="160"/>
                      </a:moveTo>
                      <a:cubicBezTo>
                        <a:pt x="169" y="160"/>
                        <a:pt x="152" y="169"/>
                        <a:pt x="152" y="186"/>
                      </a:cubicBezTo>
                      <a:lnTo>
                        <a:pt x="152" y="1923"/>
                      </a:lnTo>
                      <a:cubicBezTo>
                        <a:pt x="152" y="1940"/>
                        <a:pt x="169" y="1948"/>
                        <a:pt x="177" y="1948"/>
                      </a:cubicBezTo>
                      <a:lnTo>
                        <a:pt x="1923" y="1948"/>
                      </a:lnTo>
                      <a:cubicBezTo>
                        <a:pt x="1931" y="1948"/>
                        <a:pt x="1948" y="1940"/>
                        <a:pt x="1948" y="1923"/>
                      </a:cubicBezTo>
                      <a:lnTo>
                        <a:pt x="1948" y="186"/>
                      </a:lnTo>
                      <a:cubicBezTo>
                        <a:pt x="1948" y="169"/>
                        <a:pt x="1931" y="160"/>
                        <a:pt x="1923" y="160"/>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5399" b="0" i="0" u="none" strike="noStrike" kern="1200" cap="none" spc="0" normalizeH="0" baseline="0" noProof="0">
                    <a:ln>
                      <a:noFill/>
                    </a:ln>
                    <a:solidFill>
                      <a:srgbClr val="FFFFFF"/>
                    </a:solidFill>
                    <a:effectLst/>
                    <a:uLnTx/>
                    <a:uFillTx/>
                    <a:latin typeface="Arial" panose="020B0604020202020204"/>
                    <a:ea typeface="+mn-ea"/>
                    <a:cs typeface="+mn-cs"/>
                  </a:endParaRPr>
                </a:p>
              </p:txBody>
            </p:sp>
          </p:grpSp>
        </p:grpSp>
        <p:grpSp>
          <p:nvGrpSpPr>
            <p:cNvPr id="15" name="Group 14">
              <a:extLst>
                <a:ext uri="{FF2B5EF4-FFF2-40B4-BE49-F238E27FC236}">
                  <a16:creationId xmlns:a16="http://schemas.microsoft.com/office/drawing/2014/main" id="{7E03A7C8-3492-DD41-A60B-F34A6DA5F76F}"/>
                </a:ext>
              </a:extLst>
            </p:cNvPr>
            <p:cNvGrpSpPr/>
            <p:nvPr/>
          </p:nvGrpSpPr>
          <p:grpSpPr>
            <a:xfrm>
              <a:off x="3831857" y="9619453"/>
              <a:ext cx="13692210" cy="3573557"/>
              <a:chOff x="21815651" y="8034884"/>
              <a:chExt cx="13692210" cy="3573557"/>
            </a:xfrm>
          </p:grpSpPr>
          <p:grpSp>
            <p:nvGrpSpPr>
              <p:cNvPr id="16" name="Google Shape;1674;p69">
                <a:extLst>
                  <a:ext uri="{FF2B5EF4-FFF2-40B4-BE49-F238E27FC236}">
                    <a16:creationId xmlns:a16="http://schemas.microsoft.com/office/drawing/2014/main" id="{037C65B6-3278-5F66-C12E-476F2845B772}"/>
                  </a:ext>
                </a:extLst>
              </p:cNvPr>
              <p:cNvGrpSpPr>
                <a:grpSpLocks noChangeAspect="1"/>
              </p:cNvGrpSpPr>
              <p:nvPr/>
            </p:nvGrpSpPr>
            <p:grpSpPr>
              <a:xfrm>
                <a:off x="22166537" y="8034884"/>
                <a:ext cx="6915819" cy="877824"/>
                <a:chOff x="239425" y="2405825"/>
                <a:chExt cx="7135225" cy="901500"/>
              </a:xfrm>
              <a:solidFill>
                <a:schemeClr val="tx1"/>
              </a:solidFill>
            </p:grpSpPr>
            <p:sp>
              <p:nvSpPr>
                <p:cNvPr id="18" name="Google Shape;1675;p69">
                  <a:extLst>
                    <a:ext uri="{FF2B5EF4-FFF2-40B4-BE49-F238E27FC236}">
                      <a16:creationId xmlns:a16="http://schemas.microsoft.com/office/drawing/2014/main" id="{9D469F14-5A7E-6304-965B-09A314C4FB65}"/>
                    </a:ext>
                  </a:extLst>
                </p:cNvPr>
                <p:cNvSpPr/>
                <p:nvPr/>
              </p:nvSpPr>
              <p:spPr>
                <a:xfrm>
                  <a:off x="603500" y="2903275"/>
                  <a:ext cx="72850" cy="161250"/>
                </a:xfrm>
                <a:custGeom>
                  <a:avLst/>
                  <a:gdLst/>
                  <a:ahLst/>
                  <a:cxnLst/>
                  <a:rect l="l" t="t" r="r" b="b"/>
                  <a:pathLst>
                    <a:path w="2914" h="6450" extrusionOk="0">
                      <a:moveTo>
                        <a:pt x="1457" y="1"/>
                      </a:moveTo>
                      <a:cubicBezTo>
                        <a:pt x="647" y="1"/>
                        <a:pt x="1" y="654"/>
                        <a:pt x="1" y="1457"/>
                      </a:cubicBezTo>
                      <a:lnTo>
                        <a:pt x="1" y="4994"/>
                      </a:lnTo>
                      <a:cubicBezTo>
                        <a:pt x="1" y="5796"/>
                        <a:pt x="647" y="6450"/>
                        <a:pt x="1457" y="6450"/>
                      </a:cubicBezTo>
                      <a:cubicBezTo>
                        <a:pt x="2259" y="6450"/>
                        <a:pt x="2913" y="5796"/>
                        <a:pt x="2913" y="4994"/>
                      </a:cubicBezTo>
                      <a:lnTo>
                        <a:pt x="2913" y="1457"/>
                      </a:lnTo>
                      <a:cubicBezTo>
                        <a:pt x="2913" y="654"/>
                        <a:pt x="2259" y="1"/>
                        <a:pt x="1457" y="1"/>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19" name="Google Shape;1676;p69">
                  <a:extLst>
                    <a:ext uri="{FF2B5EF4-FFF2-40B4-BE49-F238E27FC236}">
                      <a16:creationId xmlns:a16="http://schemas.microsoft.com/office/drawing/2014/main" id="{67428EBB-ED99-C2A7-0388-43F771D5F7C7}"/>
                    </a:ext>
                  </a:extLst>
                </p:cNvPr>
                <p:cNvSpPr/>
                <p:nvPr/>
              </p:nvSpPr>
              <p:spPr>
                <a:xfrm>
                  <a:off x="800975" y="2903275"/>
                  <a:ext cx="72825" cy="161250"/>
                </a:xfrm>
                <a:custGeom>
                  <a:avLst/>
                  <a:gdLst/>
                  <a:ahLst/>
                  <a:cxnLst/>
                  <a:rect l="l" t="t" r="r" b="b"/>
                  <a:pathLst>
                    <a:path w="2913" h="6450" extrusionOk="0">
                      <a:moveTo>
                        <a:pt x="1456" y="1"/>
                      </a:moveTo>
                      <a:cubicBezTo>
                        <a:pt x="654" y="1"/>
                        <a:pt x="0" y="654"/>
                        <a:pt x="0" y="1457"/>
                      </a:cubicBezTo>
                      <a:lnTo>
                        <a:pt x="0" y="4994"/>
                      </a:lnTo>
                      <a:cubicBezTo>
                        <a:pt x="0" y="5796"/>
                        <a:pt x="654" y="6450"/>
                        <a:pt x="1456" y="6450"/>
                      </a:cubicBezTo>
                      <a:cubicBezTo>
                        <a:pt x="2259" y="6450"/>
                        <a:pt x="2913" y="5796"/>
                        <a:pt x="2913" y="4994"/>
                      </a:cubicBezTo>
                      <a:lnTo>
                        <a:pt x="2913" y="1457"/>
                      </a:lnTo>
                      <a:cubicBezTo>
                        <a:pt x="2913" y="654"/>
                        <a:pt x="2259" y="1"/>
                        <a:pt x="1456" y="1"/>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0" name="Google Shape;1677;p69">
                  <a:extLst>
                    <a:ext uri="{FF2B5EF4-FFF2-40B4-BE49-F238E27FC236}">
                      <a16:creationId xmlns:a16="http://schemas.microsoft.com/office/drawing/2014/main" id="{50D63C37-51D0-CEE9-B7D9-1A3ED1904B62}"/>
                    </a:ext>
                  </a:extLst>
                </p:cNvPr>
                <p:cNvSpPr/>
                <p:nvPr/>
              </p:nvSpPr>
              <p:spPr>
                <a:xfrm>
                  <a:off x="239425" y="2405825"/>
                  <a:ext cx="998275" cy="833325"/>
                </a:xfrm>
                <a:custGeom>
                  <a:avLst/>
                  <a:gdLst/>
                  <a:ahLst/>
                  <a:cxnLst/>
                  <a:rect l="l" t="t" r="r" b="b"/>
                  <a:pathLst>
                    <a:path w="39931" h="33333" extrusionOk="0">
                      <a:moveTo>
                        <a:pt x="39797" y="24973"/>
                      </a:moveTo>
                      <a:cubicBezTo>
                        <a:pt x="38363" y="27463"/>
                        <a:pt x="30048" y="33332"/>
                        <a:pt x="19965" y="33332"/>
                      </a:cubicBezTo>
                      <a:cubicBezTo>
                        <a:pt x="9882" y="33332"/>
                        <a:pt x="1575" y="27463"/>
                        <a:pt x="141" y="24973"/>
                      </a:cubicBezTo>
                      <a:cubicBezTo>
                        <a:pt x="37" y="24795"/>
                        <a:pt x="0" y="24587"/>
                        <a:pt x="0" y="24379"/>
                      </a:cubicBezTo>
                      <a:lnTo>
                        <a:pt x="0" y="19951"/>
                      </a:lnTo>
                      <a:cubicBezTo>
                        <a:pt x="0" y="19765"/>
                        <a:pt x="30" y="19586"/>
                        <a:pt x="97" y="19416"/>
                      </a:cubicBezTo>
                      <a:cubicBezTo>
                        <a:pt x="721" y="17863"/>
                        <a:pt x="2341" y="15604"/>
                        <a:pt x="4429" y="14995"/>
                      </a:cubicBezTo>
                      <a:cubicBezTo>
                        <a:pt x="4711" y="14281"/>
                        <a:pt x="5120" y="13241"/>
                        <a:pt x="5506" y="12476"/>
                      </a:cubicBezTo>
                      <a:cubicBezTo>
                        <a:pt x="5439" y="11889"/>
                        <a:pt x="5417" y="11280"/>
                        <a:pt x="5417" y="10670"/>
                      </a:cubicBezTo>
                      <a:cubicBezTo>
                        <a:pt x="5417" y="8456"/>
                        <a:pt x="5885" y="6509"/>
                        <a:pt x="7297" y="5068"/>
                      </a:cubicBezTo>
                      <a:cubicBezTo>
                        <a:pt x="7958" y="4392"/>
                        <a:pt x="8775" y="3872"/>
                        <a:pt x="9749" y="3485"/>
                      </a:cubicBezTo>
                      <a:cubicBezTo>
                        <a:pt x="12074" y="1591"/>
                        <a:pt x="15388" y="0"/>
                        <a:pt x="19928" y="0"/>
                      </a:cubicBezTo>
                      <a:cubicBezTo>
                        <a:pt x="24476" y="0"/>
                        <a:pt x="27856" y="1591"/>
                        <a:pt x="30182" y="3485"/>
                      </a:cubicBezTo>
                      <a:cubicBezTo>
                        <a:pt x="31156" y="3872"/>
                        <a:pt x="31973" y="4392"/>
                        <a:pt x="32634" y="5068"/>
                      </a:cubicBezTo>
                      <a:cubicBezTo>
                        <a:pt x="34053" y="6509"/>
                        <a:pt x="34522" y="8456"/>
                        <a:pt x="34522" y="10670"/>
                      </a:cubicBezTo>
                      <a:cubicBezTo>
                        <a:pt x="34522" y="11280"/>
                        <a:pt x="34499" y="11889"/>
                        <a:pt x="34432" y="12476"/>
                      </a:cubicBezTo>
                      <a:cubicBezTo>
                        <a:pt x="34819" y="13241"/>
                        <a:pt x="35227" y="14281"/>
                        <a:pt x="35502" y="14995"/>
                      </a:cubicBezTo>
                      <a:cubicBezTo>
                        <a:pt x="37598" y="15604"/>
                        <a:pt x="39218" y="17863"/>
                        <a:pt x="39834" y="19416"/>
                      </a:cubicBezTo>
                      <a:cubicBezTo>
                        <a:pt x="39901" y="19586"/>
                        <a:pt x="39931" y="19765"/>
                        <a:pt x="39931" y="19951"/>
                      </a:cubicBezTo>
                      <a:lnTo>
                        <a:pt x="39931" y="24379"/>
                      </a:lnTo>
                      <a:cubicBezTo>
                        <a:pt x="39931" y="24587"/>
                        <a:pt x="39901" y="24795"/>
                        <a:pt x="39797" y="24973"/>
                      </a:cubicBezTo>
                      <a:close/>
                      <a:moveTo>
                        <a:pt x="21318" y="10128"/>
                      </a:moveTo>
                      <a:cubicBezTo>
                        <a:pt x="21251" y="9578"/>
                        <a:pt x="21214" y="9088"/>
                        <a:pt x="21214" y="8642"/>
                      </a:cubicBezTo>
                      <a:lnTo>
                        <a:pt x="21214" y="8612"/>
                      </a:lnTo>
                      <a:cubicBezTo>
                        <a:pt x="21214" y="7334"/>
                        <a:pt x="21496" y="6494"/>
                        <a:pt x="21942" y="5989"/>
                      </a:cubicBezTo>
                      <a:cubicBezTo>
                        <a:pt x="22514" y="5335"/>
                        <a:pt x="23681" y="4838"/>
                        <a:pt x="26155" y="5105"/>
                      </a:cubicBezTo>
                      <a:cubicBezTo>
                        <a:pt x="28659" y="5380"/>
                        <a:pt x="30056" y="5997"/>
                        <a:pt x="30851" y="6814"/>
                      </a:cubicBezTo>
                      <a:cubicBezTo>
                        <a:pt x="31624" y="7594"/>
                        <a:pt x="32025" y="8776"/>
                        <a:pt x="32025" y="10670"/>
                      </a:cubicBezTo>
                      <a:cubicBezTo>
                        <a:pt x="32025" y="12684"/>
                        <a:pt x="31735" y="13873"/>
                        <a:pt x="31096" y="14593"/>
                      </a:cubicBezTo>
                      <a:cubicBezTo>
                        <a:pt x="30487" y="15284"/>
                        <a:pt x="29291" y="15842"/>
                        <a:pt x="26675" y="15842"/>
                      </a:cubicBezTo>
                      <a:cubicBezTo>
                        <a:pt x="24669" y="15842"/>
                        <a:pt x="23517" y="15188"/>
                        <a:pt x="22782" y="14281"/>
                      </a:cubicBezTo>
                      <a:cubicBezTo>
                        <a:pt x="21986" y="13315"/>
                        <a:pt x="21548" y="11889"/>
                        <a:pt x="21318" y="10128"/>
                      </a:cubicBezTo>
                      <a:close/>
                      <a:moveTo>
                        <a:pt x="18613" y="10128"/>
                      </a:moveTo>
                      <a:cubicBezTo>
                        <a:pt x="18687" y="9578"/>
                        <a:pt x="18717" y="9088"/>
                        <a:pt x="18717" y="8642"/>
                      </a:cubicBezTo>
                      <a:lnTo>
                        <a:pt x="18717" y="8612"/>
                      </a:lnTo>
                      <a:cubicBezTo>
                        <a:pt x="18717" y="7334"/>
                        <a:pt x="18435" y="6494"/>
                        <a:pt x="17989" y="5989"/>
                      </a:cubicBezTo>
                      <a:cubicBezTo>
                        <a:pt x="17424" y="5335"/>
                        <a:pt x="16250" y="4838"/>
                        <a:pt x="13783" y="5105"/>
                      </a:cubicBezTo>
                      <a:cubicBezTo>
                        <a:pt x="11279" y="5380"/>
                        <a:pt x="9875" y="5997"/>
                        <a:pt x="9080" y="6814"/>
                      </a:cubicBezTo>
                      <a:cubicBezTo>
                        <a:pt x="8315" y="7594"/>
                        <a:pt x="7913" y="8776"/>
                        <a:pt x="7913" y="10670"/>
                      </a:cubicBezTo>
                      <a:cubicBezTo>
                        <a:pt x="7913" y="12684"/>
                        <a:pt x="8203" y="13873"/>
                        <a:pt x="8842" y="14593"/>
                      </a:cubicBezTo>
                      <a:cubicBezTo>
                        <a:pt x="9444" y="15284"/>
                        <a:pt x="10640" y="15842"/>
                        <a:pt x="13256" y="15842"/>
                      </a:cubicBezTo>
                      <a:cubicBezTo>
                        <a:pt x="15269" y="15842"/>
                        <a:pt x="16421" y="15188"/>
                        <a:pt x="17157" y="14281"/>
                      </a:cubicBezTo>
                      <a:cubicBezTo>
                        <a:pt x="17944" y="13315"/>
                        <a:pt x="18390" y="11889"/>
                        <a:pt x="18613" y="10128"/>
                      </a:cubicBezTo>
                      <a:close/>
                      <a:moveTo>
                        <a:pt x="20255" y="15009"/>
                      </a:moveTo>
                      <a:lnTo>
                        <a:pt x="20129" y="15009"/>
                      </a:lnTo>
                      <a:cubicBezTo>
                        <a:pt x="19980" y="15009"/>
                        <a:pt x="19750" y="15009"/>
                        <a:pt x="19683" y="15009"/>
                      </a:cubicBezTo>
                      <a:cubicBezTo>
                        <a:pt x="19505" y="15307"/>
                        <a:pt x="19312" y="15589"/>
                        <a:pt x="19089" y="15857"/>
                      </a:cubicBezTo>
                      <a:cubicBezTo>
                        <a:pt x="17811" y="17432"/>
                        <a:pt x="15901" y="18338"/>
                        <a:pt x="13256" y="18338"/>
                      </a:cubicBezTo>
                      <a:cubicBezTo>
                        <a:pt x="10388" y="18338"/>
                        <a:pt x="8285" y="17744"/>
                        <a:pt x="6970" y="16243"/>
                      </a:cubicBezTo>
                      <a:cubicBezTo>
                        <a:pt x="6895" y="16161"/>
                        <a:pt x="6829" y="16072"/>
                        <a:pt x="6829" y="16072"/>
                      </a:cubicBezTo>
                      <a:lnTo>
                        <a:pt x="6665" y="16243"/>
                      </a:lnTo>
                      <a:lnTo>
                        <a:pt x="6665" y="27195"/>
                      </a:lnTo>
                      <a:cubicBezTo>
                        <a:pt x="9050" y="28488"/>
                        <a:pt x="14170" y="30821"/>
                        <a:pt x="19965" y="30821"/>
                      </a:cubicBezTo>
                      <a:cubicBezTo>
                        <a:pt x="25761" y="30821"/>
                        <a:pt x="30888" y="28488"/>
                        <a:pt x="33273" y="27195"/>
                      </a:cubicBezTo>
                      <a:lnTo>
                        <a:pt x="33273" y="16243"/>
                      </a:lnTo>
                      <a:lnTo>
                        <a:pt x="33110" y="16072"/>
                      </a:lnTo>
                      <a:cubicBezTo>
                        <a:pt x="33110" y="16072"/>
                        <a:pt x="33058" y="16146"/>
                        <a:pt x="32969" y="16243"/>
                      </a:cubicBezTo>
                      <a:cubicBezTo>
                        <a:pt x="31646" y="17744"/>
                        <a:pt x="29543" y="18338"/>
                        <a:pt x="26675" y="18338"/>
                      </a:cubicBezTo>
                      <a:cubicBezTo>
                        <a:pt x="24037" y="18338"/>
                        <a:pt x="22120" y="17432"/>
                        <a:pt x="20842" y="15857"/>
                      </a:cubicBezTo>
                      <a:cubicBezTo>
                        <a:pt x="20627" y="15589"/>
                        <a:pt x="20434" y="15307"/>
                        <a:pt x="20255" y="15009"/>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1" name="Google Shape;1678;p69">
                  <a:extLst>
                    <a:ext uri="{FF2B5EF4-FFF2-40B4-BE49-F238E27FC236}">
                      <a16:creationId xmlns:a16="http://schemas.microsoft.com/office/drawing/2014/main" id="{F3ECF413-88C0-27E1-1443-E1CA70826285}"/>
                    </a:ext>
                  </a:extLst>
                </p:cNvPr>
                <p:cNvSpPr/>
                <p:nvPr/>
              </p:nvSpPr>
              <p:spPr>
                <a:xfrm>
                  <a:off x="1456875" y="2479200"/>
                  <a:ext cx="658000" cy="683600"/>
                </a:xfrm>
                <a:custGeom>
                  <a:avLst/>
                  <a:gdLst/>
                  <a:ahLst/>
                  <a:cxnLst/>
                  <a:rect l="l" t="t" r="r" b="b"/>
                  <a:pathLst>
                    <a:path w="26320" h="27344" extrusionOk="0">
                      <a:moveTo>
                        <a:pt x="13472" y="0"/>
                      </a:moveTo>
                      <a:cubicBezTo>
                        <a:pt x="11443" y="0"/>
                        <a:pt x="9601" y="305"/>
                        <a:pt x="7944" y="922"/>
                      </a:cubicBezTo>
                      <a:cubicBezTo>
                        <a:pt x="6309" y="1531"/>
                        <a:pt x="4897" y="2415"/>
                        <a:pt x="3701" y="3589"/>
                      </a:cubicBezTo>
                      <a:cubicBezTo>
                        <a:pt x="2527" y="4763"/>
                        <a:pt x="1613" y="6190"/>
                        <a:pt x="952" y="7869"/>
                      </a:cubicBezTo>
                      <a:cubicBezTo>
                        <a:pt x="320" y="9556"/>
                        <a:pt x="1" y="11480"/>
                        <a:pt x="1" y="13657"/>
                      </a:cubicBezTo>
                      <a:cubicBezTo>
                        <a:pt x="1" y="15708"/>
                        <a:pt x="298" y="17573"/>
                        <a:pt x="877" y="19252"/>
                      </a:cubicBezTo>
                      <a:cubicBezTo>
                        <a:pt x="1487" y="20939"/>
                        <a:pt x="2356" y="22388"/>
                        <a:pt x="3478" y="23614"/>
                      </a:cubicBezTo>
                      <a:cubicBezTo>
                        <a:pt x="4622" y="24802"/>
                        <a:pt x="6019" y="25731"/>
                        <a:pt x="7654" y="26392"/>
                      </a:cubicBezTo>
                      <a:cubicBezTo>
                        <a:pt x="9289" y="27024"/>
                        <a:pt x="11139" y="27344"/>
                        <a:pt x="13212" y="27344"/>
                      </a:cubicBezTo>
                      <a:cubicBezTo>
                        <a:pt x="15188" y="27344"/>
                        <a:pt x="16987" y="27061"/>
                        <a:pt x="18592" y="26504"/>
                      </a:cubicBezTo>
                      <a:cubicBezTo>
                        <a:pt x="20204" y="25939"/>
                        <a:pt x="21586" y="25137"/>
                        <a:pt x="22730" y="24089"/>
                      </a:cubicBezTo>
                      <a:cubicBezTo>
                        <a:pt x="23875" y="23034"/>
                        <a:pt x="24759" y="21778"/>
                        <a:pt x="25368" y="20315"/>
                      </a:cubicBezTo>
                      <a:cubicBezTo>
                        <a:pt x="26000" y="18829"/>
                        <a:pt x="26319" y="17172"/>
                        <a:pt x="26319" y="15336"/>
                      </a:cubicBezTo>
                      <a:lnTo>
                        <a:pt x="26319" y="12773"/>
                      </a:lnTo>
                      <a:lnTo>
                        <a:pt x="13212" y="12773"/>
                      </a:lnTo>
                      <a:lnTo>
                        <a:pt x="13212" y="16837"/>
                      </a:lnTo>
                      <a:lnTo>
                        <a:pt x="20531" y="16837"/>
                      </a:lnTo>
                      <a:cubicBezTo>
                        <a:pt x="20434" y="17833"/>
                        <a:pt x="20152" y="18725"/>
                        <a:pt x="19691" y="19512"/>
                      </a:cubicBezTo>
                      <a:cubicBezTo>
                        <a:pt x="19104" y="20508"/>
                        <a:pt x="18265" y="21281"/>
                        <a:pt x="17165" y="21815"/>
                      </a:cubicBezTo>
                      <a:cubicBezTo>
                        <a:pt x="16095" y="22328"/>
                        <a:pt x="14809" y="22588"/>
                        <a:pt x="13323" y="22588"/>
                      </a:cubicBezTo>
                      <a:cubicBezTo>
                        <a:pt x="12179" y="22588"/>
                        <a:pt x="11139" y="22402"/>
                        <a:pt x="10210" y="22038"/>
                      </a:cubicBezTo>
                      <a:cubicBezTo>
                        <a:pt x="9311" y="21645"/>
                        <a:pt x="8531" y="21087"/>
                        <a:pt x="7869" y="20352"/>
                      </a:cubicBezTo>
                      <a:cubicBezTo>
                        <a:pt x="7216" y="19594"/>
                        <a:pt x="6710" y="18658"/>
                        <a:pt x="6369" y="17536"/>
                      </a:cubicBezTo>
                      <a:cubicBezTo>
                        <a:pt x="6027" y="16414"/>
                        <a:pt x="5856" y="15121"/>
                        <a:pt x="5856" y="13657"/>
                      </a:cubicBezTo>
                      <a:cubicBezTo>
                        <a:pt x="5856" y="11703"/>
                        <a:pt x="6160" y="10083"/>
                        <a:pt x="6770" y="8790"/>
                      </a:cubicBezTo>
                      <a:cubicBezTo>
                        <a:pt x="7409" y="7468"/>
                        <a:pt x="8300" y="6494"/>
                        <a:pt x="9445" y="5863"/>
                      </a:cubicBezTo>
                      <a:cubicBezTo>
                        <a:pt x="10589" y="5202"/>
                        <a:pt x="11934" y="4875"/>
                        <a:pt x="13472" y="4875"/>
                      </a:cubicBezTo>
                      <a:cubicBezTo>
                        <a:pt x="14616" y="4875"/>
                        <a:pt x="15642" y="5053"/>
                        <a:pt x="16548" y="5417"/>
                      </a:cubicBezTo>
                      <a:cubicBezTo>
                        <a:pt x="17447" y="5759"/>
                        <a:pt x="18190" y="6264"/>
                        <a:pt x="18777" y="6918"/>
                      </a:cubicBezTo>
                      <a:cubicBezTo>
                        <a:pt x="19387" y="7579"/>
                        <a:pt x="19788" y="8374"/>
                        <a:pt x="19988" y="9303"/>
                      </a:cubicBezTo>
                      <a:lnTo>
                        <a:pt x="25844" y="9303"/>
                      </a:lnTo>
                      <a:cubicBezTo>
                        <a:pt x="25650" y="7423"/>
                        <a:pt x="25011" y="5789"/>
                        <a:pt x="23941" y="4392"/>
                      </a:cubicBezTo>
                      <a:cubicBezTo>
                        <a:pt x="22886" y="3002"/>
                        <a:pt x="21474" y="1932"/>
                        <a:pt x="19691" y="1174"/>
                      </a:cubicBezTo>
                      <a:cubicBezTo>
                        <a:pt x="17938" y="394"/>
                        <a:pt x="15865" y="0"/>
                        <a:pt x="13472" y="0"/>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2" name="Google Shape;1679;p69">
                  <a:extLst>
                    <a:ext uri="{FF2B5EF4-FFF2-40B4-BE49-F238E27FC236}">
                      <a16:creationId xmlns:a16="http://schemas.microsoft.com/office/drawing/2014/main" id="{7D938759-5E16-AAFF-0157-F06D9AD6D572}"/>
                    </a:ext>
                  </a:extLst>
                </p:cNvPr>
                <p:cNvSpPr/>
                <p:nvPr/>
              </p:nvSpPr>
              <p:spPr>
                <a:xfrm>
                  <a:off x="2168900" y="2664025"/>
                  <a:ext cx="134500" cy="490600"/>
                </a:xfrm>
                <a:custGeom>
                  <a:avLst/>
                  <a:gdLst/>
                  <a:ahLst/>
                  <a:cxnLst/>
                  <a:rect l="l" t="t" r="r" b="b"/>
                  <a:pathLst>
                    <a:path w="5380" h="19624" extrusionOk="0">
                      <a:moveTo>
                        <a:pt x="0" y="0"/>
                      </a:moveTo>
                      <a:lnTo>
                        <a:pt x="0" y="19624"/>
                      </a:lnTo>
                      <a:lnTo>
                        <a:pt x="5380" y="19624"/>
                      </a:lnTo>
                      <a:lnTo>
                        <a:pt x="5380" y="0"/>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3" name="Google Shape;1680;p69">
                  <a:extLst>
                    <a:ext uri="{FF2B5EF4-FFF2-40B4-BE49-F238E27FC236}">
                      <a16:creationId xmlns:a16="http://schemas.microsoft.com/office/drawing/2014/main" id="{698A7A68-DF6A-C9B9-81C5-BD49BD3C0638}"/>
                    </a:ext>
                  </a:extLst>
                </p:cNvPr>
                <p:cNvSpPr/>
                <p:nvPr/>
              </p:nvSpPr>
              <p:spPr>
                <a:xfrm>
                  <a:off x="2168900" y="2487550"/>
                  <a:ext cx="134500" cy="113525"/>
                </a:xfrm>
                <a:custGeom>
                  <a:avLst/>
                  <a:gdLst/>
                  <a:ahLst/>
                  <a:cxnLst/>
                  <a:rect l="l" t="t" r="r" b="b"/>
                  <a:pathLst>
                    <a:path w="5380" h="4541" extrusionOk="0">
                      <a:moveTo>
                        <a:pt x="0" y="1"/>
                      </a:moveTo>
                      <a:lnTo>
                        <a:pt x="0" y="4541"/>
                      </a:lnTo>
                      <a:lnTo>
                        <a:pt x="5380" y="4541"/>
                      </a:lnTo>
                      <a:lnTo>
                        <a:pt x="5380" y="1"/>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4" name="Google Shape;1681;p69">
                  <a:extLst>
                    <a:ext uri="{FF2B5EF4-FFF2-40B4-BE49-F238E27FC236}">
                      <a16:creationId xmlns:a16="http://schemas.microsoft.com/office/drawing/2014/main" id="{C20F0754-610B-6BAE-30D4-856CA097767B}"/>
                    </a:ext>
                  </a:extLst>
                </p:cNvPr>
                <p:cNvSpPr/>
                <p:nvPr/>
              </p:nvSpPr>
              <p:spPr>
                <a:xfrm>
                  <a:off x="2340350" y="2517650"/>
                  <a:ext cx="320275" cy="636975"/>
                </a:xfrm>
                <a:custGeom>
                  <a:avLst/>
                  <a:gdLst/>
                  <a:ahLst/>
                  <a:cxnLst/>
                  <a:rect l="l" t="t" r="r" b="b"/>
                  <a:pathLst>
                    <a:path w="12811" h="25479" extrusionOk="0">
                      <a:moveTo>
                        <a:pt x="8858" y="0"/>
                      </a:moveTo>
                      <a:lnTo>
                        <a:pt x="3515" y="513"/>
                      </a:lnTo>
                      <a:lnTo>
                        <a:pt x="3515" y="5855"/>
                      </a:lnTo>
                      <a:lnTo>
                        <a:pt x="1" y="5855"/>
                      </a:lnTo>
                      <a:lnTo>
                        <a:pt x="1" y="10180"/>
                      </a:lnTo>
                      <a:lnTo>
                        <a:pt x="3515" y="10180"/>
                      </a:lnTo>
                      <a:lnTo>
                        <a:pt x="3515" y="20679"/>
                      </a:lnTo>
                      <a:cubicBezTo>
                        <a:pt x="3515" y="21660"/>
                        <a:pt x="3649" y="22514"/>
                        <a:pt x="3916" y="23242"/>
                      </a:cubicBezTo>
                      <a:cubicBezTo>
                        <a:pt x="4206" y="23948"/>
                        <a:pt x="4719" y="24498"/>
                        <a:pt x="5454" y="24892"/>
                      </a:cubicBezTo>
                      <a:cubicBezTo>
                        <a:pt x="6183" y="25278"/>
                        <a:pt x="7208" y="25479"/>
                        <a:pt x="8531" y="25479"/>
                      </a:cubicBezTo>
                      <a:lnTo>
                        <a:pt x="12811" y="25479"/>
                      </a:lnTo>
                      <a:lnTo>
                        <a:pt x="12811" y="21117"/>
                      </a:lnTo>
                      <a:lnTo>
                        <a:pt x="10433" y="21117"/>
                      </a:lnTo>
                      <a:cubicBezTo>
                        <a:pt x="9920" y="21117"/>
                        <a:pt x="9526" y="21021"/>
                        <a:pt x="9259" y="20827"/>
                      </a:cubicBezTo>
                      <a:cubicBezTo>
                        <a:pt x="8991" y="20634"/>
                        <a:pt x="8858" y="20240"/>
                        <a:pt x="8858" y="19653"/>
                      </a:cubicBezTo>
                      <a:lnTo>
                        <a:pt x="8858" y="10180"/>
                      </a:lnTo>
                      <a:lnTo>
                        <a:pt x="12811" y="10180"/>
                      </a:lnTo>
                      <a:lnTo>
                        <a:pt x="12811" y="5855"/>
                      </a:lnTo>
                      <a:lnTo>
                        <a:pt x="8858" y="5855"/>
                      </a:lnTo>
                      <a:lnTo>
                        <a:pt x="8858" y="0"/>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5" name="Google Shape;1682;p69">
                  <a:extLst>
                    <a:ext uri="{FF2B5EF4-FFF2-40B4-BE49-F238E27FC236}">
                      <a16:creationId xmlns:a16="http://schemas.microsoft.com/office/drawing/2014/main" id="{8147C189-25A6-E3BA-8DB0-9421062C949B}"/>
                    </a:ext>
                  </a:extLst>
                </p:cNvPr>
                <p:cNvSpPr/>
                <p:nvPr/>
              </p:nvSpPr>
              <p:spPr>
                <a:xfrm>
                  <a:off x="2712625" y="2487550"/>
                  <a:ext cx="599275" cy="667075"/>
                </a:xfrm>
                <a:custGeom>
                  <a:avLst/>
                  <a:gdLst/>
                  <a:ahLst/>
                  <a:cxnLst/>
                  <a:rect l="l" t="t" r="r" b="b"/>
                  <a:pathLst>
                    <a:path w="23971" h="26683" extrusionOk="0">
                      <a:moveTo>
                        <a:pt x="0" y="1"/>
                      </a:moveTo>
                      <a:lnTo>
                        <a:pt x="0" y="26683"/>
                      </a:lnTo>
                      <a:lnTo>
                        <a:pt x="5707" y="26683"/>
                      </a:lnTo>
                      <a:lnTo>
                        <a:pt x="5707" y="15589"/>
                      </a:lnTo>
                      <a:lnTo>
                        <a:pt x="18264" y="15589"/>
                      </a:lnTo>
                      <a:lnTo>
                        <a:pt x="18264" y="26683"/>
                      </a:lnTo>
                      <a:lnTo>
                        <a:pt x="23970" y="26683"/>
                      </a:lnTo>
                      <a:lnTo>
                        <a:pt x="23970" y="1"/>
                      </a:lnTo>
                      <a:lnTo>
                        <a:pt x="18264" y="1"/>
                      </a:lnTo>
                      <a:lnTo>
                        <a:pt x="18264" y="10723"/>
                      </a:lnTo>
                      <a:lnTo>
                        <a:pt x="5707" y="10723"/>
                      </a:lnTo>
                      <a:lnTo>
                        <a:pt x="5707" y="1"/>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6" name="Google Shape;1683;p69">
                  <a:extLst>
                    <a:ext uri="{FF2B5EF4-FFF2-40B4-BE49-F238E27FC236}">
                      <a16:creationId xmlns:a16="http://schemas.microsoft.com/office/drawing/2014/main" id="{FCC58064-38B2-1C37-C61A-881694185EC9}"/>
                    </a:ext>
                  </a:extLst>
                </p:cNvPr>
                <p:cNvSpPr/>
                <p:nvPr/>
              </p:nvSpPr>
              <p:spPr>
                <a:xfrm>
                  <a:off x="3371875" y="2664025"/>
                  <a:ext cx="469450" cy="498775"/>
                </a:xfrm>
                <a:custGeom>
                  <a:avLst/>
                  <a:gdLst/>
                  <a:ahLst/>
                  <a:cxnLst/>
                  <a:rect l="l" t="t" r="r" b="b"/>
                  <a:pathLst>
                    <a:path w="18778" h="19951" extrusionOk="0">
                      <a:moveTo>
                        <a:pt x="0" y="0"/>
                      </a:moveTo>
                      <a:lnTo>
                        <a:pt x="0" y="12231"/>
                      </a:lnTo>
                      <a:cubicBezTo>
                        <a:pt x="0" y="13888"/>
                        <a:pt x="253" y="15299"/>
                        <a:pt x="766" y="16473"/>
                      </a:cubicBezTo>
                      <a:cubicBezTo>
                        <a:pt x="1301" y="17617"/>
                        <a:pt x="2096" y="18487"/>
                        <a:pt x="3144" y="19074"/>
                      </a:cubicBezTo>
                      <a:cubicBezTo>
                        <a:pt x="4199" y="19661"/>
                        <a:pt x="5477" y="19951"/>
                        <a:pt x="6992" y="19951"/>
                      </a:cubicBezTo>
                      <a:cubicBezTo>
                        <a:pt x="8404" y="19951"/>
                        <a:pt x="9660" y="19624"/>
                        <a:pt x="10760" y="18962"/>
                      </a:cubicBezTo>
                      <a:cubicBezTo>
                        <a:pt x="11882" y="18279"/>
                        <a:pt x="12677" y="17305"/>
                        <a:pt x="13137" y="16035"/>
                      </a:cubicBezTo>
                      <a:lnTo>
                        <a:pt x="13397" y="16035"/>
                      </a:lnTo>
                      <a:lnTo>
                        <a:pt x="13613" y="19624"/>
                      </a:lnTo>
                      <a:lnTo>
                        <a:pt x="18777" y="19624"/>
                      </a:lnTo>
                      <a:lnTo>
                        <a:pt x="18777" y="0"/>
                      </a:lnTo>
                      <a:lnTo>
                        <a:pt x="13397" y="0"/>
                      </a:lnTo>
                      <a:lnTo>
                        <a:pt x="13397" y="10834"/>
                      </a:lnTo>
                      <a:cubicBezTo>
                        <a:pt x="13397" y="11688"/>
                        <a:pt x="13227" y="12483"/>
                        <a:pt x="12885" y="13219"/>
                      </a:cubicBezTo>
                      <a:cubicBezTo>
                        <a:pt x="12543" y="13925"/>
                        <a:pt x="12053" y="14497"/>
                        <a:pt x="11421" y="14935"/>
                      </a:cubicBezTo>
                      <a:cubicBezTo>
                        <a:pt x="10782" y="15374"/>
                        <a:pt x="10017" y="15596"/>
                        <a:pt x="9110" y="15596"/>
                      </a:cubicBezTo>
                      <a:cubicBezTo>
                        <a:pt x="8233" y="15596"/>
                        <a:pt x="7513" y="15411"/>
                        <a:pt x="6955" y="15047"/>
                      </a:cubicBezTo>
                      <a:cubicBezTo>
                        <a:pt x="6413" y="14653"/>
                        <a:pt x="6012" y="14103"/>
                        <a:pt x="5744" y="13397"/>
                      </a:cubicBezTo>
                      <a:cubicBezTo>
                        <a:pt x="5499" y="12691"/>
                        <a:pt x="5380" y="11822"/>
                        <a:pt x="5380" y="10797"/>
                      </a:cubicBezTo>
                      <a:lnTo>
                        <a:pt x="5380" y="0"/>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7" name="Google Shape;1684;p69">
                  <a:extLst>
                    <a:ext uri="{FF2B5EF4-FFF2-40B4-BE49-F238E27FC236}">
                      <a16:creationId xmlns:a16="http://schemas.microsoft.com/office/drawing/2014/main" id="{DB24E50B-40CA-27DF-3DE6-A3EC7C124E6B}"/>
                    </a:ext>
                  </a:extLst>
                </p:cNvPr>
                <p:cNvSpPr/>
                <p:nvPr/>
              </p:nvSpPr>
              <p:spPr>
                <a:xfrm>
                  <a:off x="3906125" y="2487550"/>
                  <a:ext cx="493200" cy="676175"/>
                </a:xfrm>
                <a:custGeom>
                  <a:avLst/>
                  <a:gdLst/>
                  <a:ahLst/>
                  <a:cxnLst/>
                  <a:rect l="l" t="t" r="r" b="b"/>
                  <a:pathLst>
                    <a:path w="19728" h="27047" extrusionOk="0">
                      <a:moveTo>
                        <a:pt x="11896" y="27047"/>
                      </a:moveTo>
                      <a:cubicBezTo>
                        <a:pt x="10893" y="27047"/>
                        <a:pt x="9979" y="26891"/>
                        <a:pt x="9147" y="26571"/>
                      </a:cubicBezTo>
                      <a:cubicBezTo>
                        <a:pt x="8322" y="26252"/>
                        <a:pt x="7602" y="25813"/>
                        <a:pt x="6992" y="25256"/>
                      </a:cubicBezTo>
                      <a:cubicBezTo>
                        <a:pt x="6405" y="24691"/>
                        <a:pt x="5967" y="24030"/>
                        <a:pt x="5670" y="23280"/>
                      </a:cubicBezTo>
                      <a:lnTo>
                        <a:pt x="5380" y="23280"/>
                      </a:lnTo>
                      <a:lnTo>
                        <a:pt x="5157" y="26683"/>
                      </a:lnTo>
                      <a:lnTo>
                        <a:pt x="0" y="26683"/>
                      </a:lnTo>
                      <a:lnTo>
                        <a:pt x="0" y="1"/>
                      </a:lnTo>
                      <a:lnTo>
                        <a:pt x="5380" y="1"/>
                      </a:lnTo>
                      <a:lnTo>
                        <a:pt x="5380" y="10462"/>
                      </a:lnTo>
                      <a:lnTo>
                        <a:pt x="5670" y="10462"/>
                      </a:lnTo>
                      <a:cubicBezTo>
                        <a:pt x="6115" y="9341"/>
                        <a:pt x="6881" y="8441"/>
                        <a:pt x="7980" y="7758"/>
                      </a:cubicBezTo>
                      <a:cubicBezTo>
                        <a:pt x="9080" y="7052"/>
                        <a:pt x="10380" y="6695"/>
                        <a:pt x="11896" y="6695"/>
                      </a:cubicBezTo>
                      <a:cubicBezTo>
                        <a:pt x="13063" y="6695"/>
                        <a:pt x="14125" y="6918"/>
                        <a:pt x="15076" y="7357"/>
                      </a:cubicBezTo>
                      <a:cubicBezTo>
                        <a:pt x="16057" y="7773"/>
                        <a:pt x="16882" y="8404"/>
                        <a:pt x="17566" y="9259"/>
                      </a:cubicBezTo>
                      <a:cubicBezTo>
                        <a:pt x="18279" y="10113"/>
                        <a:pt x="18814" y="11176"/>
                        <a:pt x="19178" y="12439"/>
                      </a:cubicBezTo>
                      <a:cubicBezTo>
                        <a:pt x="19542" y="13709"/>
                        <a:pt x="19728" y="15188"/>
                        <a:pt x="19728" y="16867"/>
                      </a:cubicBezTo>
                      <a:cubicBezTo>
                        <a:pt x="19728" y="19119"/>
                        <a:pt x="19401" y="20991"/>
                        <a:pt x="18740" y="22507"/>
                      </a:cubicBezTo>
                      <a:cubicBezTo>
                        <a:pt x="18108" y="24023"/>
                        <a:pt x="17187" y="25152"/>
                        <a:pt x="15990" y="25910"/>
                      </a:cubicBezTo>
                      <a:cubicBezTo>
                        <a:pt x="14824" y="26668"/>
                        <a:pt x="13457" y="27047"/>
                        <a:pt x="11896" y="27047"/>
                      </a:cubicBezTo>
                      <a:close/>
                      <a:moveTo>
                        <a:pt x="9845" y="22693"/>
                      </a:moveTo>
                      <a:cubicBezTo>
                        <a:pt x="10722" y="22693"/>
                        <a:pt x="11495" y="22485"/>
                        <a:pt x="12149" y="22068"/>
                      </a:cubicBezTo>
                      <a:cubicBezTo>
                        <a:pt x="12810" y="21630"/>
                        <a:pt x="13323" y="20984"/>
                        <a:pt x="13687" y="20129"/>
                      </a:cubicBezTo>
                      <a:cubicBezTo>
                        <a:pt x="14051" y="19275"/>
                        <a:pt x="14237" y="18190"/>
                        <a:pt x="14237" y="16867"/>
                      </a:cubicBezTo>
                      <a:cubicBezTo>
                        <a:pt x="14237" y="15872"/>
                        <a:pt x="14125" y="15002"/>
                        <a:pt x="13910" y="14274"/>
                      </a:cubicBezTo>
                      <a:cubicBezTo>
                        <a:pt x="13709" y="13539"/>
                        <a:pt x="13419" y="12944"/>
                        <a:pt x="13033" y="12476"/>
                      </a:cubicBezTo>
                      <a:cubicBezTo>
                        <a:pt x="12639" y="11993"/>
                        <a:pt x="12179" y="11636"/>
                        <a:pt x="11636" y="11421"/>
                      </a:cubicBezTo>
                      <a:cubicBezTo>
                        <a:pt x="11101" y="11176"/>
                        <a:pt x="10507" y="11049"/>
                        <a:pt x="9845" y="11049"/>
                      </a:cubicBezTo>
                      <a:cubicBezTo>
                        <a:pt x="8872" y="11049"/>
                        <a:pt x="8055" y="11280"/>
                        <a:pt x="7393" y="11748"/>
                      </a:cubicBezTo>
                      <a:cubicBezTo>
                        <a:pt x="6732" y="12209"/>
                        <a:pt x="6234" y="12810"/>
                        <a:pt x="5893" y="13539"/>
                      </a:cubicBezTo>
                      <a:cubicBezTo>
                        <a:pt x="5573" y="14274"/>
                        <a:pt x="5417" y="15062"/>
                        <a:pt x="5417" y="15916"/>
                      </a:cubicBezTo>
                      <a:lnTo>
                        <a:pt x="5417" y="17826"/>
                      </a:lnTo>
                      <a:cubicBezTo>
                        <a:pt x="5417" y="18651"/>
                        <a:pt x="5573" y="19431"/>
                        <a:pt x="5893" y="20166"/>
                      </a:cubicBezTo>
                      <a:cubicBezTo>
                        <a:pt x="6234" y="20894"/>
                        <a:pt x="6732" y="21504"/>
                        <a:pt x="7393" y="21994"/>
                      </a:cubicBezTo>
                      <a:cubicBezTo>
                        <a:pt x="8055" y="22462"/>
                        <a:pt x="8872" y="22693"/>
                        <a:pt x="9845" y="22693"/>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8" name="Google Shape;1685;p69">
                  <a:extLst>
                    <a:ext uri="{FF2B5EF4-FFF2-40B4-BE49-F238E27FC236}">
                      <a16:creationId xmlns:a16="http://schemas.microsoft.com/office/drawing/2014/main" id="{6BF17650-D141-ECD1-D11C-4F06D5397A10}"/>
                    </a:ext>
                  </a:extLst>
                </p:cNvPr>
                <p:cNvSpPr/>
                <p:nvPr/>
              </p:nvSpPr>
              <p:spPr>
                <a:xfrm>
                  <a:off x="4567800" y="2479200"/>
                  <a:ext cx="638650" cy="683600"/>
                </a:xfrm>
                <a:custGeom>
                  <a:avLst/>
                  <a:gdLst/>
                  <a:ahLst/>
                  <a:cxnLst/>
                  <a:rect l="l" t="t" r="r" b="b"/>
                  <a:pathLst>
                    <a:path w="25546" h="27344" extrusionOk="0">
                      <a:moveTo>
                        <a:pt x="13249" y="0"/>
                      </a:moveTo>
                      <a:cubicBezTo>
                        <a:pt x="11272" y="0"/>
                        <a:pt x="9467" y="320"/>
                        <a:pt x="7832" y="951"/>
                      </a:cubicBezTo>
                      <a:cubicBezTo>
                        <a:pt x="6219" y="1568"/>
                        <a:pt x="4830" y="2467"/>
                        <a:pt x="3656" y="3663"/>
                      </a:cubicBezTo>
                      <a:cubicBezTo>
                        <a:pt x="2482" y="4837"/>
                        <a:pt x="1583" y="6264"/>
                        <a:pt x="951" y="7943"/>
                      </a:cubicBezTo>
                      <a:cubicBezTo>
                        <a:pt x="312" y="9630"/>
                        <a:pt x="0" y="11532"/>
                        <a:pt x="0" y="13657"/>
                      </a:cubicBezTo>
                      <a:cubicBezTo>
                        <a:pt x="0" y="15804"/>
                        <a:pt x="312" y="17714"/>
                        <a:pt x="951" y="19401"/>
                      </a:cubicBezTo>
                      <a:cubicBezTo>
                        <a:pt x="1583" y="21087"/>
                        <a:pt x="2482" y="22521"/>
                        <a:pt x="3656" y="23718"/>
                      </a:cubicBezTo>
                      <a:cubicBezTo>
                        <a:pt x="4830" y="24892"/>
                        <a:pt x="6219" y="25791"/>
                        <a:pt x="7832" y="26430"/>
                      </a:cubicBezTo>
                      <a:cubicBezTo>
                        <a:pt x="9467" y="27039"/>
                        <a:pt x="11272" y="27344"/>
                        <a:pt x="13249" y="27344"/>
                      </a:cubicBezTo>
                      <a:cubicBezTo>
                        <a:pt x="15493" y="27344"/>
                        <a:pt x="17491" y="26950"/>
                        <a:pt x="19245" y="26170"/>
                      </a:cubicBezTo>
                      <a:cubicBezTo>
                        <a:pt x="21006" y="25389"/>
                        <a:pt x="22433" y="24290"/>
                        <a:pt x="23532" y="22878"/>
                      </a:cubicBezTo>
                      <a:cubicBezTo>
                        <a:pt x="24654" y="21466"/>
                        <a:pt x="25323" y="19802"/>
                        <a:pt x="25546" y="17900"/>
                      </a:cubicBezTo>
                      <a:lnTo>
                        <a:pt x="20605" y="17900"/>
                      </a:lnTo>
                      <a:cubicBezTo>
                        <a:pt x="20404" y="18947"/>
                        <a:pt x="19966" y="19876"/>
                        <a:pt x="19282" y="20679"/>
                      </a:cubicBezTo>
                      <a:cubicBezTo>
                        <a:pt x="18598" y="21466"/>
                        <a:pt x="17744" y="22076"/>
                        <a:pt x="16726" y="22514"/>
                      </a:cubicBezTo>
                      <a:cubicBezTo>
                        <a:pt x="15701" y="22952"/>
                        <a:pt x="14541" y="23168"/>
                        <a:pt x="13249" y="23168"/>
                      </a:cubicBezTo>
                      <a:cubicBezTo>
                        <a:pt x="11978" y="23168"/>
                        <a:pt x="10834" y="22975"/>
                        <a:pt x="9808" y="22588"/>
                      </a:cubicBezTo>
                      <a:cubicBezTo>
                        <a:pt x="8805" y="22172"/>
                        <a:pt x="7951" y="21563"/>
                        <a:pt x="7245" y="20753"/>
                      </a:cubicBezTo>
                      <a:cubicBezTo>
                        <a:pt x="6539" y="19950"/>
                        <a:pt x="5989" y="18962"/>
                        <a:pt x="5595" y="17788"/>
                      </a:cubicBezTo>
                      <a:cubicBezTo>
                        <a:pt x="5209" y="16592"/>
                        <a:pt x="5008" y="15217"/>
                        <a:pt x="5008" y="13657"/>
                      </a:cubicBezTo>
                      <a:cubicBezTo>
                        <a:pt x="5008" y="11606"/>
                        <a:pt x="5343" y="9875"/>
                        <a:pt x="5997" y="8456"/>
                      </a:cubicBezTo>
                      <a:cubicBezTo>
                        <a:pt x="6680" y="7044"/>
                        <a:pt x="7631" y="5982"/>
                        <a:pt x="8857" y="5276"/>
                      </a:cubicBezTo>
                      <a:cubicBezTo>
                        <a:pt x="10098" y="4540"/>
                        <a:pt x="11562" y="4176"/>
                        <a:pt x="13249" y="4176"/>
                      </a:cubicBezTo>
                      <a:cubicBezTo>
                        <a:pt x="14564" y="4176"/>
                        <a:pt x="15723" y="4392"/>
                        <a:pt x="16726" y="4837"/>
                      </a:cubicBezTo>
                      <a:cubicBezTo>
                        <a:pt x="17744" y="5276"/>
                        <a:pt x="18591" y="5885"/>
                        <a:pt x="19245" y="6665"/>
                      </a:cubicBezTo>
                      <a:cubicBezTo>
                        <a:pt x="19929" y="7445"/>
                        <a:pt x="20382" y="8359"/>
                        <a:pt x="20605" y="9407"/>
                      </a:cubicBezTo>
                      <a:lnTo>
                        <a:pt x="25546" y="9407"/>
                      </a:lnTo>
                      <a:cubicBezTo>
                        <a:pt x="25278" y="7505"/>
                        <a:pt x="24595" y="5863"/>
                        <a:pt x="23495" y="4466"/>
                      </a:cubicBezTo>
                      <a:cubicBezTo>
                        <a:pt x="22418" y="3054"/>
                        <a:pt x="21006" y="1955"/>
                        <a:pt x="19245" y="1174"/>
                      </a:cubicBezTo>
                      <a:cubicBezTo>
                        <a:pt x="17491" y="394"/>
                        <a:pt x="15493" y="0"/>
                        <a:pt x="13249" y="0"/>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29" name="Google Shape;1686;p69">
                  <a:extLst>
                    <a:ext uri="{FF2B5EF4-FFF2-40B4-BE49-F238E27FC236}">
                      <a16:creationId xmlns:a16="http://schemas.microsoft.com/office/drawing/2014/main" id="{09666C37-81FD-3A74-8BA5-5CD0CA03A68A}"/>
                    </a:ext>
                  </a:extLst>
                </p:cNvPr>
                <p:cNvSpPr/>
                <p:nvPr/>
              </p:nvSpPr>
              <p:spPr>
                <a:xfrm>
                  <a:off x="5225200" y="2658625"/>
                  <a:ext cx="481325" cy="504175"/>
                </a:xfrm>
                <a:custGeom>
                  <a:avLst/>
                  <a:gdLst/>
                  <a:ahLst/>
                  <a:cxnLst/>
                  <a:rect l="l" t="t" r="r" b="b"/>
                  <a:pathLst>
                    <a:path w="19253" h="20167" extrusionOk="0">
                      <a:moveTo>
                        <a:pt x="9660" y="20167"/>
                      </a:moveTo>
                      <a:cubicBezTo>
                        <a:pt x="8196" y="20167"/>
                        <a:pt x="6881" y="19944"/>
                        <a:pt x="5707" y="19505"/>
                      </a:cubicBezTo>
                      <a:cubicBezTo>
                        <a:pt x="4533" y="19045"/>
                        <a:pt x="3515" y="18376"/>
                        <a:pt x="2631" y="17492"/>
                      </a:cubicBezTo>
                      <a:cubicBezTo>
                        <a:pt x="1776" y="16615"/>
                        <a:pt x="1122" y="15552"/>
                        <a:pt x="654" y="14312"/>
                      </a:cubicBezTo>
                      <a:cubicBezTo>
                        <a:pt x="216" y="13063"/>
                        <a:pt x="0" y="11666"/>
                        <a:pt x="0" y="10099"/>
                      </a:cubicBezTo>
                      <a:cubicBezTo>
                        <a:pt x="0" y="8100"/>
                        <a:pt x="379" y="6346"/>
                        <a:pt x="1130" y="4831"/>
                      </a:cubicBezTo>
                      <a:cubicBezTo>
                        <a:pt x="1910" y="3315"/>
                        <a:pt x="3024" y="2133"/>
                        <a:pt x="4466" y="1279"/>
                      </a:cubicBezTo>
                      <a:cubicBezTo>
                        <a:pt x="5900" y="424"/>
                        <a:pt x="7631" y="1"/>
                        <a:pt x="9660" y="1"/>
                      </a:cubicBezTo>
                      <a:cubicBezTo>
                        <a:pt x="11101" y="1"/>
                        <a:pt x="12402" y="231"/>
                        <a:pt x="13576" y="692"/>
                      </a:cubicBezTo>
                      <a:cubicBezTo>
                        <a:pt x="14750" y="1160"/>
                        <a:pt x="15745" y="1829"/>
                        <a:pt x="16578" y="2706"/>
                      </a:cubicBezTo>
                      <a:cubicBezTo>
                        <a:pt x="17432" y="3590"/>
                        <a:pt x="18093" y="4645"/>
                        <a:pt x="18554" y="5893"/>
                      </a:cubicBezTo>
                      <a:cubicBezTo>
                        <a:pt x="19015" y="7112"/>
                        <a:pt x="19252" y="8516"/>
                        <a:pt x="19252" y="10099"/>
                      </a:cubicBezTo>
                      <a:cubicBezTo>
                        <a:pt x="19252" y="12075"/>
                        <a:pt x="18859" y="13821"/>
                        <a:pt x="18078" y="15337"/>
                      </a:cubicBezTo>
                      <a:cubicBezTo>
                        <a:pt x="17321" y="16845"/>
                        <a:pt x="16221" y="18034"/>
                        <a:pt x="14787" y="18889"/>
                      </a:cubicBezTo>
                      <a:cubicBezTo>
                        <a:pt x="13368" y="19736"/>
                        <a:pt x="11659" y="20167"/>
                        <a:pt x="9660" y="20167"/>
                      </a:cubicBezTo>
                      <a:close/>
                      <a:moveTo>
                        <a:pt x="9623" y="16399"/>
                      </a:moveTo>
                      <a:cubicBezTo>
                        <a:pt x="10626" y="16399"/>
                        <a:pt x="11503" y="16162"/>
                        <a:pt x="12260" y="15701"/>
                      </a:cubicBezTo>
                      <a:cubicBezTo>
                        <a:pt x="13018" y="15211"/>
                        <a:pt x="13598" y="14505"/>
                        <a:pt x="14014" y="13576"/>
                      </a:cubicBezTo>
                      <a:cubicBezTo>
                        <a:pt x="14430" y="12625"/>
                        <a:pt x="14638" y="11466"/>
                        <a:pt x="14638" y="10099"/>
                      </a:cubicBezTo>
                      <a:cubicBezTo>
                        <a:pt x="14638" y="9073"/>
                        <a:pt x="14519" y="8174"/>
                        <a:pt x="14274" y="7394"/>
                      </a:cubicBezTo>
                      <a:cubicBezTo>
                        <a:pt x="14051" y="6584"/>
                        <a:pt x="13724" y="5915"/>
                        <a:pt x="13286" y="5380"/>
                      </a:cubicBezTo>
                      <a:cubicBezTo>
                        <a:pt x="12847" y="4845"/>
                        <a:pt x="12320" y="4437"/>
                        <a:pt x="11711" y="4169"/>
                      </a:cubicBezTo>
                      <a:cubicBezTo>
                        <a:pt x="11101" y="3902"/>
                        <a:pt x="10418" y="3768"/>
                        <a:pt x="9660" y="3768"/>
                      </a:cubicBezTo>
                      <a:cubicBezTo>
                        <a:pt x="8657" y="3768"/>
                        <a:pt x="7773" y="4013"/>
                        <a:pt x="6985" y="4504"/>
                      </a:cubicBezTo>
                      <a:cubicBezTo>
                        <a:pt x="6234" y="4964"/>
                        <a:pt x="5647" y="5670"/>
                        <a:pt x="5231" y="6621"/>
                      </a:cubicBezTo>
                      <a:cubicBezTo>
                        <a:pt x="4815" y="7550"/>
                        <a:pt x="4607" y="8709"/>
                        <a:pt x="4607" y="10099"/>
                      </a:cubicBezTo>
                      <a:cubicBezTo>
                        <a:pt x="4607" y="11124"/>
                        <a:pt x="4719" y="12038"/>
                        <a:pt x="4942" y="12848"/>
                      </a:cubicBezTo>
                      <a:cubicBezTo>
                        <a:pt x="5179" y="13628"/>
                        <a:pt x="5521" y="14289"/>
                        <a:pt x="5967" y="14824"/>
                      </a:cubicBezTo>
                      <a:cubicBezTo>
                        <a:pt x="6405" y="15337"/>
                        <a:pt x="6925" y="15723"/>
                        <a:pt x="7535" y="15991"/>
                      </a:cubicBezTo>
                      <a:cubicBezTo>
                        <a:pt x="8174" y="16266"/>
                        <a:pt x="8865" y="16399"/>
                        <a:pt x="9623" y="16399"/>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0" name="Google Shape;1687;p69">
                  <a:extLst>
                    <a:ext uri="{FF2B5EF4-FFF2-40B4-BE49-F238E27FC236}">
                      <a16:creationId xmlns:a16="http://schemas.microsoft.com/office/drawing/2014/main" id="{A8583C84-15B4-B5A5-44EE-76F262A7D5CA}"/>
                    </a:ext>
                  </a:extLst>
                </p:cNvPr>
                <p:cNvSpPr/>
                <p:nvPr/>
              </p:nvSpPr>
              <p:spPr>
                <a:xfrm>
                  <a:off x="5743650" y="2658625"/>
                  <a:ext cx="478550" cy="648700"/>
                </a:xfrm>
                <a:custGeom>
                  <a:avLst/>
                  <a:gdLst/>
                  <a:ahLst/>
                  <a:cxnLst/>
                  <a:rect l="l" t="t" r="r" b="b"/>
                  <a:pathLst>
                    <a:path w="19142" h="25948" extrusionOk="0">
                      <a:moveTo>
                        <a:pt x="38" y="365"/>
                      </a:moveTo>
                      <a:lnTo>
                        <a:pt x="1" y="25947"/>
                      </a:lnTo>
                      <a:lnTo>
                        <a:pt x="4578" y="25947"/>
                      </a:lnTo>
                      <a:lnTo>
                        <a:pt x="4578" y="16251"/>
                      </a:lnTo>
                      <a:lnTo>
                        <a:pt x="4867" y="16251"/>
                      </a:lnTo>
                      <a:cubicBezTo>
                        <a:pt x="5187" y="17031"/>
                        <a:pt x="5640" y="17729"/>
                        <a:pt x="6227" y="18339"/>
                      </a:cubicBezTo>
                      <a:cubicBezTo>
                        <a:pt x="6836" y="18918"/>
                        <a:pt x="7565" y="19386"/>
                        <a:pt x="8419" y="19728"/>
                      </a:cubicBezTo>
                      <a:cubicBezTo>
                        <a:pt x="9274" y="20048"/>
                        <a:pt x="10225" y="20204"/>
                        <a:pt x="11272" y="20204"/>
                      </a:cubicBezTo>
                      <a:cubicBezTo>
                        <a:pt x="12833" y="20204"/>
                        <a:pt x="14207" y="19825"/>
                        <a:pt x="15374" y="19067"/>
                      </a:cubicBezTo>
                      <a:cubicBezTo>
                        <a:pt x="16570" y="18287"/>
                        <a:pt x="17499" y="17150"/>
                        <a:pt x="18153" y="15664"/>
                      </a:cubicBezTo>
                      <a:cubicBezTo>
                        <a:pt x="18814" y="14148"/>
                        <a:pt x="19141" y="12298"/>
                        <a:pt x="19141" y="10099"/>
                      </a:cubicBezTo>
                      <a:cubicBezTo>
                        <a:pt x="19141" y="8442"/>
                        <a:pt x="18948" y="6993"/>
                        <a:pt x="18562" y="5745"/>
                      </a:cubicBezTo>
                      <a:cubicBezTo>
                        <a:pt x="18190" y="4474"/>
                        <a:pt x="17655" y="3419"/>
                        <a:pt x="16949" y="2564"/>
                      </a:cubicBezTo>
                      <a:cubicBezTo>
                        <a:pt x="16266" y="1710"/>
                        <a:pt x="15433" y="1071"/>
                        <a:pt x="14460" y="662"/>
                      </a:cubicBezTo>
                      <a:cubicBezTo>
                        <a:pt x="13509" y="216"/>
                        <a:pt x="12446" y="1"/>
                        <a:pt x="11272" y="1"/>
                      </a:cubicBezTo>
                      <a:cubicBezTo>
                        <a:pt x="9690" y="1"/>
                        <a:pt x="8337" y="365"/>
                        <a:pt x="7215" y="1101"/>
                      </a:cubicBezTo>
                      <a:cubicBezTo>
                        <a:pt x="6116" y="1829"/>
                        <a:pt x="5336" y="2780"/>
                        <a:pt x="4867" y="3954"/>
                      </a:cubicBezTo>
                      <a:lnTo>
                        <a:pt x="4578" y="3954"/>
                      </a:lnTo>
                      <a:lnTo>
                        <a:pt x="4429" y="365"/>
                      </a:lnTo>
                      <a:close/>
                      <a:moveTo>
                        <a:pt x="12157" y="15775"/>
                      </a:moveTo>
                      <a:cubicBezTo>
                        <a:pt x="11421" y="16236"/>
                        <a:pt x="10567" y="16466"/>
                        <a:pt x="9593" y="16466"/>
                      </a:cubicBezTo>
                      <a:cubicBezTo>
                        <a:pt x="8761" y="16466"/>
                        <a:pt x="8033" y="16325"/>
                        <a:pt x="7394" y="16028"/>
                      </a:cubicBezTo>
                      <a:cubicBezTo>
                        <a:pt x="6784" y="15716"/>
                        <a:pt x="6272" y="15307"/>
                        <a:pt x="5856" y="14824"/>
                      </a:cubicBezTo>
                      <a:cubicBezTo>
                        <a:pt x="5469" y="14312"/>
                        <a:pt x="5165" y="13739"/>
                        <a:pt x="4942" y="13100"/>
                      </a:cubicBezTo>
                      <a:cubicBezTo>
                        <a:pt x="4749" y="12469"/>
                        <a:pt x="4652" y="11808"/>
                        <a:pt x="4652" y="11124"/>
                      </a:cubicBezTo>
                      <a:lnTo>
                        <a:pt x="4652" y="9073"/>
                      </a:lnTo>
                      <a:cubicBezTo>
                        <a:pt x="4652" y="8152"/>
                        <a:pt x="4838" y="7283"/>
                        <a:pt x="5202" y="6480"/>
                      </a:cubicBezTo>
                      <a:cubicBezTo>
                        <a:pt x="5566" y="5670"/>
                        <a:pt x="6116" y="5016"/>
                        <a:pt x="6844" y="4504"/>
                      </a:cubicBezTo>
                      <a:cubicBezTo>
                        <a:pt x="7579" y="3991"/>
                        <a:pt x="8493" y="3731"/>
                        <a:pt x="9593" y="3731"/>
                      </a:cubicBezTo>
                      <a:cubicBezTo>
                        <a:pt x="10567" y="3731"/>
                        <a:pt x="11421" y="3961"/>
                        <a:pt x="12157" y="4429"/>
                      </a:cubicBezTo>
                      <a:cubicBezTo>
                        <a:pt x="12885" y="4890"/>
                        <a:pt x="13449" y="5596"/>
                        <a:pt x="13836" y="6554"/>
                      </a:cubicBezTo>
                      <a:cubicBezTo>
                        <a:pt x="14252" y="7476"/>
                        <a:pt x="14460" y="8665"/>
                        <a:pt x="14460" y="10099"/>
                      </a:cubicBezTo>
                      <a:cubicBezTo>
                        <a:pt x="14460" y="11518"/>
                        <a:pt x="14252" y="12699"/>
                        <a:pt x="13836" y="13650"/>
                      </a:cubicBezTo>
                      <a:cubicBezTo>
                        <a:pt x="13449" y="14579"/>
                        <a:pt x="12885" y="15285"/>
                        <a:pt x="12157" y="15775"/>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1" name="Google Shape;1688;p69">
                  <a:extLst>
                    <a:ext uri="{FF2B5EF4-FFF2-40B4-BE49-F238E27FC236}">
                      <a16:creationId xmlns:a16="http://schemas.microsoft.com/office/drawing/2014/main" id="{8B8628B4-9458-593D-F917-E815F372321E}"/>
                    </a:ext>
                  </a:extLst>
                </p:cNvPr>
                <p:cNvSpPr/>
                <p:nvPr/>
              </p:nvSpPr>
              <p:spPr>
                <a:xfrm>
                  <a:off x="6268050" y="2667750"/>
                  <a:ext cx="114450" cy="486875"/>
                </a:xfrm>
                <a:custGeom>
                  <a:avLst/>
                  <a:gdLst/>
                  <a:ahLst/>
                  <a:cxnLst/>
                  <a:rect l="l" t="t" r="r" b="b"/>
                  <a:pathLst>
                    <a:path w="4578" h="19475" extrusionOk="0">
                      <a:moveTo>
                        <a:pt x="0" y="0"/>
                      </a:moveTo>
                      <a:lnTo>
                        <a:pt x="0" y="19475"/>
                      </a:lnTo>
                      <a:lnTo>
                        <a:pt x="4578" y="19475"/>
                      </a:lnTo>
                      <a:lnTo>
                        <a:pt x="4578" y="0"/>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2" name="Google Shape;1689;p69">
                  <a:extLst>
                    <a:ext uri="{FF2B5EF4-FFF2-40B4-BE49-F238E27FC236}">
                      <a16:creationId xmlns:a16="http://schemas.microsoft.com/office/drawing/2014/main" id="{54B8BE01-D7C0-5CF3-593A-2647485B7CCF}"/>
                    </a:ext>
                  </a:extLst>
                </p:cNvPr>
                <p:cNvSpPr/>
                <p:nvPr/>
              </p:nvSpPr>
              <p:spPr>
                <a:xfrm>
                  <a:off x="6268050" y="2487550"/>
                  <a:ext cx="114450" cy="111675"/>
                </a:xfrm>
                <a:custGeom>
                  <a:avLst/>
                  <a:gdLst/>
                  <a:ahLst/>
                  <a:cxnLst/>
                  <a:rect l="l" t="t" r="r" b="b"/>
                  <a:pathLst>
                    <a:path w="4578" h="4467" extrusionOk="0">
                      <a:moveTo>
                        <a:pt x="0" y="1"/>
                      </a:moveTo>
                      <a:lnTo>
                        <a:pt x="0" y="4466"/>
                      </a:lnTo>
                      <a:lnTo>
                        <a:pt x="4578" y="4466"/>
                      </a:lnTo>
                      <a:lnTo>
                        <a:pt x="4578" y="1"/>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3" name="Google Shape;1690;p69">
                  <a:extLst>
                    <a:ext uri="{FF2B5EF4-FFF2-40B4-BE49-F238E27FC236}">
                      <a16:creationId xmlns:a16="http://schemas.microsoft.com/office/drawing/2014/main" id="{4EB3D94D-5446-CFD1-15BB-96FE52125C00}"/>
                    </a:ext>
                  </a:extLst>
                </p:cNvPr>
                <p:cNvSpPr/>
                <p:nvPr/>
              </p:nvSpPr>
              <p:spPr>
                <a:xfrm>
                  <a:off x="6441725" y="2487550"/>
                  <a:ext cx="114275" cy="667075"/>
                </a:xfrm>
                <a:custGeom>
                  <a:avLst/>
                  <a:gdLst/>
                  <a:ahLst/>
                  <a:cxnLst/>
                  <a:rect l="l" t="t" r="r" b="b"/>
                  <a:pathLst>
                    <a:path w="4571" h="26683" extrusionOk="0">
                      <a:moveTo>
                        <a:pt x="1" y="1"/>
                      </a:moveTo>
                      <a:lnTo>
                        <a:pt x="1" y="26683"/>
                      </a:lnTo>
                      <a:lnTo>
                        <a:pt x="4571" y="26683"/>
                      </a:lnTo>
                      <a:lnTo>
                        <a:pt x="4571" y="1"/>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4" name="Google Shape;1691;p69">
                  <a:extLst>
                    <a:ext uri="{FF2B5EF4-FFF2-40B4-BE49-F238E27FC236}">
                      <a16:creationId xmlns:a16="http://schemas.microsoft.com/office/drawing/2014/main" id="{2204EFEF-0D72-DD77-F36A-F2374388C2EE}"/>
                    </a:ext>
                  </a:extLst>
                </p:cNvPr>
                <p:cNvSpPr/>
                <p:nvPr/>
              </p:nvSpPr>
              <p:spPr>
                <a:xfrm>
                  <a:off x="6594250" y="2658625"/>
                  <a:ext cx="481325" cy="504175"/>
                </a:xfrm>
                <a:custGeom>
                  <a:avLst/>
                  <a:gdLst/>
                  <a:ahLst/>
                  <a:cxnLst/>
                  <a:rect l="l" t="t" r="r" b="b"/>
                  <a:pathLst>
                    <a:path w="19253" h="20167" extrusionOk="0">
                      <a:moveTo>
                        <a:pt x="9667" y="20167"/>
                      </a:moveTo>
                      <a:cubicBezTo>
                        <a:pt x="8203" y="20167"/>
                        <a:pt x="6881" y="19944"/>
                        <a:pt x="5714" y="19505"/>
                      </a:cubicBezTo>
                      <a:cubicBezTo>
                        <a:pt x="4540" y="19045"/>
                        <a:pt x="3515" y="18376"/>
                        <a:pt x="2638" y="17492"/>
                      </a:cubicBezTo>
                      <a:cubicBezTo>
                        <a:pt x="1784" y="16615"/>
                        <a:pt x="1122" y="15552"/>
                        <a:pt x="662" y="14312"/>
                      </a:cubicBezTo>
                      <a:cubicBezTo>
                        <a:pt x="223" y="13063"/>
                        <a:pt x="0" y="11666"/>
                        <a:pt x="0" y="10099"/>
                      </a:cubicBezTo>
                      <a:cubicBezTo>
                        <a:pt x="0" y="8100"/>
                        <a:pt x="379" y="6346"/>
                        <a:pt x="1137" y="4831"/>
                      </a:cubicBezTo>
                      <a:cubicBezTo>
                        <a:pt x="1917" y="3315"/>
                        <a:pt x="3024" y="2133"/>
                        <a:pt x="4466" y="1279"/>
                      </a:cubicBezTo>
                      <a:cubicBezTo>
                        <a:pt x="5907" y="424"/>
                        <a:pt x="7639" y="1"/>
                        <a:pt x="9667" y="1"/>
                      </a:cubicBezTo>
                      <a:cubicBezTo>
                        <a:pt x="11101" y="1"/>
                        <a:pt x="12409" y="231"/>
                        <a:pt x="13583" y="692"/>
                      </a:cubicBezTo>
                      <a:cubicBezTo>
                        <a:pt x="14750" y="1160"/>
                        <a:pt x="15753" y="1829"/>
                        <a:pt x="16585" y="2706"/>
                      </a:cubicBezTo>
                      <a:cubicBezTo>
                        <a:pt x="17439" y="3590"/>
                        <a:pt x="18093" y="4645"/>
                        <a:pt x="18561" y="5893"/>
                      </a:cubicBezTo>
                      <a:cubicBezTo>
                        <a:pt x="19022" y="7112"/>
                        <a:pt x="19252" y="8516"/>
                        <a:pt x="19252" y="10099"/>
                      </a:cubicBezTo>
                      <a:cubicBezTo>
                        <a:pt x="19252" y="12075"/>
                        <a:pt x="18866" y="13821"/>
                        <a:pt x="18086" y="15337"/>
                      </a:cubicBezTo>
                      <a:cubicBezTo>
                        <a:pt x="17328" y="16845"/>
                        <a:pt x="16228" y="18034"/>
                        <a:pt x="14787" y="18889"/>
                      </a:cubicBezTo>
                      <a:cubicBezTo>
                        <a:pt x="13375" y="19736"/>
                        <a:pt x="11666" y="20167"/>
                        <a:pt x="9667" y="20167"/>
                      </a:cubicBezTo>
                      <a:close/>
                      <a:moveTo>
                        <a:pt x="9630" y="16399"/>
                      </a:moveTo>
                      <a:cubicBezTo>
                        <a:pt x="10626" y="16399"/>
                        <a:pt x="11510" y="16162"/>
                        <a:pt x="12260" y="15701"/>
                      </a:cubicBezTo>
                      <a:cubicBezTo>
                        <a:pt x="13018" y="15211"/>
                        <a:pt x="13605" y="14505"/>
                        <a:pt x="14021" y="13576"/>
                      </a:cubicBezTo>
                      <a:cubicBezTo>
                        <a:pt x="14437" y="12625"/>
                        <a:pt x="14645" y="11466"/>
                        <a:pt x="14645" y="10099"/>
                      </a:cubicBezTo>
                      <a:cubicBezTo>
                        <a:pt x="14645" y="9073"/>
                        <a:pt x="14519" y="8174"/>
                        <a:pt x="14274" y="7394"/>
                      </a:cubicBezTo>
                      <a:cubicBezTo>
                        <a:pt x="14058" y="6584"/>
                        <a:pt x="13724" y="5915"/>
                        <a:pt x="13286" y="5380"/>
                      </a:cubicBezTo>
                      <a:cubicBezTo>
                        <a:pt x="12847" y="4845"/>
                        <a:pt x="12327" y="4437"/>
                        <a:pt x="11710" y="4169"/>
                      </a:cubicBezTo>
                      <a:cubicBezTo>
                        <a:pt x="11101" y="3902"/>
                        <a:pt x="10418" y="3768"/>
                        <a:pt x="9667" y="3768"/>
                      </a:cubicBezTo>
                      <a:cubicBezTo>
                        <a:pt x="8664" y="3768"/>
                        <a:pt x="7772" y="4013"/>
                        <a:pt x="6992" y="4504"/>
                      </a:cubicBezTo>
                      <a:cubicBezTo>
                        <a:pt x="6234" y="4964"/>
                        <a:pt x="5647" y="5670"/>
                        <a:pt x="5239" y="6621"/>
                      </a:cubicBezTo>
                      <a:cubicBezTo>
                        <a:pt x="4823" y="7550"/>
                        <a:pt x="4614" y="8709"/>
                        <a:pt x="4614" y="10099"/>
                      </a:cubicBezTo>
                      <a:cubicBezTo>
                        <a:pt x="4614" y="11124"/>
                        <a:pt x="4726" y="12038"/>
                        <a:pt x="4941" y="12848"/>
                      </a:cubicBezTo>
                      <a:cubicBezTo>
                        <a:pt x="5187" y="13628"/>
                        <a:pt x="5528" y="14289"/>
                        <a:pt x="5967" y="14824"/>
                      </a:cubicBezTo>
                      <a:cubicBezTo>
                        <a:pt x="6405" y="15337"/>
                        <a:pt x="6933" y="15723"/>
                        <a:pt x="7542" y="15991"/>
                      </a:cubicBezTo>
                      <a:cubicBezTo>
                        <a:pt x="8174" y="16266"/>
                        <a:pt x="8872" y="16399"/>
                        <a:pt x="9630" y="16399"/>
                      </a:cubicBez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sp>
              <p:nvSpPr>
                <p:cNvPr id="35" name="Google Shape;1692;p69">
                  <a:extLst>
                    <a:ext uri="{FF2B5EF4-FFF2-40B4-BE49-F238E27FC236}">
                      <a16:creationId xmlns:a16="http://schemas.microsoft.com/office/drawing/2014/main" id="{12774688-235F-065F-228C-E986F8A76450}"/>
                    </a:ext>
                  </a:extLst>
                </p:cNvPr>
                <p:cNvSpPr/>
                <p:nvPr/>
              </p:nvSpPr>
              <p:spPr>
                <a:xfrm>
                  <a:off x="7068125" y="2518575"/>
                  <a:ext cx="306525" cy="636050"/>
                </a:xfrm>
                <a:custGeom>
                  <a:avLst/>
                  <a:gdLst/>
                  <a:ahLst/>
                  <a:cxnLst/>
                  <a:rect l="l" t="t" r="r" b="b"/>
                  <a:pathLst>
                    <a:path w="12261" h="25442" extrusionOk="0">
                      <a:moveTo>
                        <a:pt x="8122" y="1"/>
                      </a:moveTo>
                      <a:lnTo>
                        <a:pt x="3582" y="476"/>
                      </a:lnTo>
                      <a:lnTo>
                        <a:pt x="3582" y="5967"/>
                      </a:lnTo>
                      <a:lnTo>
                        <a:pt x="0" y="5967"/>
                      </a:lnTo>
                      <a:lnTo>
                        <a:pt x="0" y="9667"/>
                      </a:lnTo>
                      <a:lnTo>
                        <a:pt x="3582" y="9667"/>
                      </a:lnTo>
                      <a:lnTo>
                        <a:pt x="3582" y="21013"/>
                      </a:lnTo>
                      <a:cubicBezTo>
                        <a:pt x="3582" y="21935"/>
                        <a:pt x="3715" y="22730"/>
                        <a:pt x="3983" y="23391"/>
                      </a:cubicBezTo>
                      <a:cubicBezTo>
                        <a:pt x="4258" y="24045"/>
                        <a:pt x="4718" y="24557"/>
                        <a:pt x="5380" y="24929"/>
                      </a:cubicBezTo>
                      <a:cubicBezTo>
                        <a:pt x="6063" y="25271"/>
                        <a:pt x="7000" y="25442"/>
                        <a:pt x="8196" y="25442"/>
                      </a:cubicBezTo>
                      <a:lnTo>
                        <a:pt x="12260" y="25442"/>
                      </a:lnTo>
                      <a:lnTo>
                        <a:pt x="12260" y="21704"/>
                      </a:lnTo>
                      <a:lnTo>
                        <a:pt x="9771" y="21704"/>
                      </a:lnTo>
                      <a:cubicBezTo>
                        <a:pt x="9206" y="21704"/>
                        <a:pt x="8790" y="21608"/>
                        <a:pt x="8523" y="21414"/>
                      </a:cubicBezTo>
                      <a:cubicBezTo>
                        <a:pt x="8255" y="21192"/>
                        <a:pt x="8122" y="20775"/>
                        <a:pt x="8122" y="20166"/>
                      </a:cubicBezTo>
                      <a:lnTo>
                        <a:pt x="8122" y="9667"/>
                      </a:lnTo>
                      <a:lnTo>
                        <a:pt x="12260" y="9667"/>
                      </a:lnTo>
                      <a:lnTo>
                        <a:pt x="12260" y="5967"/>
                      </a:lnTo>
                      <a:lnTo>
                        <a:pt x="8122" y="5967"/>
                      </a:lnTo>
                      <a:lnTo>
                        <a:pt x="8122" y="1"/>
                      </a:lnTo>
                      <a:close/>
                    </a:path>
                  </a:pathLst>
                </a:custGeom>
                <a:grpFill/>
                <a:ln>
                  <a:noFill/>
                </a:ln>
              </p:spPr>
              <p:txBody>
                <a:bodyPr spcFirstLastPara="1" wrap="square" lIns="121900" tIns="121900" rIns="121900" bIns="121900" anchor="ctr" anchorCtr="0">
                  <a:no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FFFFFF"/>
                    </a:solidFill>
                    <a:effectLst/>
                    <a:uLnTx/>
                    <a:uFillTx/>
                    <a:latin typeface="Aptos" pitchFamily="2" charset="77"/>
                    <a:ea typeface="+mn-ea"/>
                    <a:cs typeface="+mn-cs"/>
                  </a:endParaRPr>
                </a:p>
              </p:txBody>
            </p:sp>
          </p:grpSp>
          <p:sp>
            <p:nvSpPr>
              <p:cNvPr id="17" name="TextBox 16">
                <a:extLst>
                  <a:ext uri="{FF2B5EF4-FFF2-40B4-BE49-F238E27FC236}">
                    <a16:creationId xmlns:a16="http://schemas.microsoft.com/office/drawing/2014/main" id="{E7E54BCC-091D-D74E-478F-E8DAEDCF75A2}"/>
                  </a:ext>
                </a:extLst>
              </p:cNvPr>
              <p:cNvSpPr txBox="1"/>
              <p:nvPr/>
            </p:nvSpPr>
            <p:spPr>
              <a:xfrm>
                <a:off x="21815651" y="8900390"/>
                <a:ext cx="13692210" cy="2708051"/>
              </a:xfrm>
              <a:prstGeom prst="rect">
                <a:avLst/>
              </a:prstGeom>
              <a:noFill/>
            </p:spPr>
            <p:txBody>
              <a:bodyPr wrap="none" rtlCol="0">
                <a:spAutoFit/>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kumimoji="0" lang="en-US" sz="5266" b="1" i="0" u="none" strike="noStrike" kern="1200" cap="none" spc="0" normalizeH="0" baseline="0" noProof="0">
                    <a:ln>
                      <a:noFill/>
                    </a:ln>
                    <a:solidFill>
                      <a:srgbClr val="FFFFFF"/>
                    </a:solidFill>
                    <a:effectLst/>
                    <a:uLnTx/>
                    <a:uFillTx/>
                    <a:latin typeface="Aptos" pitchFamily="2" charset="77"/>
                    <a:ea typeface="+mn-ea"/>
                    <a:cs typeface="Aptos" pitchFamily="2" charset="77"/>
                  </a:rPr>
                  <a:t>Coding agent</a:t>
                </a:r>
              </a:p>
            </p:txBody>
          </p:sp>
        </p:grpSp>
      </p:grpSp>
    </p:spTree>
    <p:extLst>
      <p:ext uri="{BB962C8B-B14F-4D97-AF65-F5344CB8AC3E}">
        <p14:creationId xmlns:p14="http://schemas.microsoft.com/office/powerpoint/2010/main" val="186537807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38E33C-068A-4597-D18E-4D2F734FCBBE}"/>
              </a:ext>
            </a:extLst>
          </p:cNvPr>
          <p:cNvSpPr txBox="1"/>
          <p:nvPr/>
        </p:nvSpPr>
        <p:spPr>
          <a:xfrm>
            <a:off x="635000" y="355600"/>
            <a:ext cx="10922000" cy="677108"/>
          </a:xfrm>
          <a:prstGeom prst="rect">
            <a:avLst/>
          </a:prstGeom>
          <a:noFill/>
        </p:spPr>
        <p:txBody>
          <a:bodyPr vert="horz" rtlCol="0">
            <a:spAutoFit/>
          </a:bodyPr>
          <a:lstStyle/>
          <a:p>
            <a:pPr algn="ctr"/>
            <a:r>
              <a:rPr lang="en-US" sz="3800" b="1"/>
              <a:t>GitHub Copilot Dev Days Sweepstake</a:t>
            </a:r>
          </a:p>
        </p:txBody>
      </p:sp>
      <p:sp>
        <p:nvSpPr>
          <p:cNvPr id="3" name="TextBox 2">
            <a:extLst>
              <a:ext uri="{FF2B5EF4-FFF2-40B4-BE49-F238E27FC236}">
                <a16:creationId xmlns:a16="http://schemas.microsoft.com/office/drawing/2014/main" id="{955C3C44-BC85-AFB4-60B3-347F66010AE5}"/>
              </a:ext>
            </a:extLst>
          </p:cNvPr>
          <p:cNvSpPr txBox="1"/>
          <p:nvPr/>
        </p:nvSpPr>
        <p:spPr>
          <a:xfrm>
            <a:off x="1905000" y="1211867"/>
            <a:ext cx="8382000" cy="769441"/>
          </a:xfrm>
          <a:prstGeom prst="rect">
            <a:avLst/>
          </a:prstGeom>
          <a:noFill/>
        </p:spPr>
        <p:txBody>
          <a:bodyPr vert="horz" wrap="square" rtlCol="0">
            <a:spAutoFit/>
          </a:bodyPr>
          <a:lstStyle/>
          <a:p>
            <a:pPr algn="ctr"/>
            <a:r>
              <a:rPr lang="en-US" sz="2200" dirty="0"/>
              <a:t>All completed surveys are eligible for our sweepstakes to win a GitHub Copilot Pro+ one-year subscription.</a:t>
            </a:r>
          </a:p>
        </p:txBody>
      </p:sp>
      <p:pic>
        <p:nvPicPr>
          <p:cNvPr id="5" name="Picture 4">
            <a:extLst>
              <a:ext uri="{FF2B5EF4-FFF2-40B4-BE49-F238E27FC236}">
                <a16:creationId xmlns:a16="http://schemas.microsoft.com/office/drawing/2014/main" id="{5EE6183A-2FA5-8407-1C12-7BCBF1AF60A5}"/>
              </a:ext>
            </a:extLst>
          </p:cNvPr>
          <p:cNvPicPr>
            <a:picLocks/>
          </p:cNvPicPr>
          <p:nvPr/>
        </p:nvPicPr>
        <p:blipFill>
          <a:blip r:embed="rId2">
            <a:extLst>
              <a:ext uri="{28A0092B-C50C-407E-A947-70E740481C1C}">
                <a14:useLocalDpi xmlns:a14="http://schemas.microsoft.com/office/drawing/2010/main" val="0"/>
              </a:ext>
            </a:extLst>
          </a:blip>
          <a:srcRect/>
          <a:stretch/>
        </p:blipFill>
        <p:spPr>
          <a:xfrm>
            <a:off x="4450080" y="2160467"/>
            <a:ext cx="3291840" cy="3291840"/>
          </a:xfrm>
          <a:prstGeom prst="rect">
            <a:avLst/>
          </a:prstGeom>
        </p:spPr>
      </p:pic>
      <p:sp>
        <p:nvSpPr>
          <p:cNvPr id="6" name="TextBox 5">
            <a:extLst>
              <a:ext uri="{FF2B5EF4-FFF2-40B4-BE49-F238E27FC236}">
                <a16:creationId xmlns:a16="http://schemas.microsoft.com/office/drawing/2014/main" id="{27B12961-7168-3649-E820-26BC690871A4}"/>
              </a:ext>
            </a:extLst>
          </p:cNvPr>
          <p:cNvSpPr txBox="1"/>
          <p:nvPr/>
        </p:nvSpPr>
        <p:spPr>
          <a:xfrm>
            <a:off x="889000" y="5943600"/>
            <a:ext cx="10414000" cy="369332"/>
          </a:xfrm>
          <a:prstGeom prst="rect">
            <a:avLst/>
          </a:prstGeom>
          <a:noFill/>
        </p:spPr>
        <p:txBody>
          <a:bodyPr vert="horz" rtlCol="0">
            <a:spAutoFit/>
          </a:bodyPr>
          <a:lstStyle/>
          <a:p>
            <a:pPr algn="ctr"/>
            <a:r>
              <a:rPr lang="en-US" u="sng">
                <a:hlinkClick r:id="rId3"/>
              </a:rPr>
              <a:t>https://aka.ms/githubcopilotdevdays/sweepstakes</a:t>
            </a:r>
            <a:endParaRPr lang="en-US" u="sng"/>
          </a:p>
        </p:txBody>
      </p:sp>
      <p:pic>
        <p:nvPicPr>
          <p:cNvPr id="4" name="Picture 3" descr="A blue and purple helmet with a yellow center&#10;&#10;AI-generated content may be incorrect.">
            <a:extLst>
              <a:ext uri="{FF2B5EF4-FFF2-40B4-BE49-F238E27FC236}">
                <a16:creationId xmlns:a16="http://schemas.microsoft.com/office/drawing/2014/main" id="{06CFF05D-4A1D-78B0-E362-CFBF6982775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rot="20194762">
            <a:off x="1040885" y="2878486"/>
            <a:ext cx="2576311" cy="2576313"/>
          </a:xfrm>
          <a:prstGeom prst="rect">
            <a:avLst/>
          </a:prstGeom>
        </p:spPr>
      </p:pic>
    </p:spTree>
    <p:extLst>
      <p:ext uri="{BB962C8B-B14F-4D97-AF65-F5344CB8AC3E}">
        <p14:creationId xmlns:p14="http://schemas.microsoft.com/office/powerpoint/2010/main" val="200242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FCC8FB-EDBE-47A3-2DA8-EE2795092B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55564B-54D5-0E60-25D4-3FED841A6F96}"/>
              </a:ext>
            </a:extLst>
          </p:cNvPr>
          <p:cNvSpPr>
            <a:spLocks noGrp="1"/>
          </p:cNvSpPr>
          <p:nvPr>
            <p:ph type="title" idx="4294967295"/>
          </p:nvPr>
        </p:nvSpPr>
        <p:spPr>
          <a:xfrm>
            <a:off x="0" y="-1325563"/>
            <a:ext cx="10515600" cy="1325563"/>
          </a:xfrm>
          <a:prstGeom prst="rect">
            <a:avLst/>
          </a:prstGeom>
        </p:spPr>
        <p:txBody>
          <a:bodyPr anchor="b"/>
          <a:lstStyle/>
          <a:p>
            <a:r>
              <a:rPr lang="en-US"/>
              <a:t>Thank you</a:t>
            </a:r>
          </a:p>
        </p:txBody>
      </p:sp>
    </p:spTree>
    <p:extLst>
      <p:ext uri="{BB962C8B-B14F-4D97-AF65-F5344CB8AC3E}">
        <p14:creationId xmlns:p14="http://schemas.microsoft.com/office/powerpoint/2010/main" val="3223314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niverse 25">
  <a:themeElements>
    <a:clrScheme name="Universe 2025">
      <a:dk1>
        <a:srgbClr val="000000"/>
      </a:dk1>
      <a:lt1>
        <a:srgbClr val="FFFFFF"/>
      </a:lt1>
      <a:dk2>
        <a:srgbClr val="E4EBE5"/>
      </a:dk2>
      <a:lt2>
        <a:srgbClr val="232824"/>
      </a:lt2>
      <a:accent1>
        <a:srgbClr val="BEFFD0"/>
      </a:accent1>
      <a:accent2>
        <a:srgbClr val="8BF1A6"/>
      </a:accent2>
      <a:accent3>
        <a:srgbClr val="5EEC83"/>
      </a:accent3>
      <a:accent4>
        <a:srgbClr val="087827"/>
      </a:accent4>
      <a:accent5>
        <a:srgbClr val="DBFF95"/>
      </a:accent5>
      <a:accent6>
        <a:srgbClr val="D3FA36"/>
      </a:accent6>
      <a:hlink>
        <a:srgbClr val="EEF6FC"/>
      </a:hlink>
      <a:folHlink>
        <a:srgbClr val="56CCC4"/>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niverse 25" id="{EBCFF90B-FE23-4DF3-892D-7952A198CC3A}" vid="{44FF69D1-5BFF-4CF0-AEC7-1C55AA229D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
  <TotalTime>0</TotalTime>
  <Words>2505</Words>
  <Application>Microsoft Office PowerPoint</Application>
  <PresentationFormat>Widescreen</PresentationFormat>
  <Paragraphs>148</Paragraphs>
  <Slides>24</Slides>
  <Notes>21</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Aptos</vt:lpstr>
      <vt:lpstr>Arial</vt:lpstr>
      <vt:lpstr>Calibri</vt:lpstr>
      <vt:lpstr>Consolas</vt:lpstr>
      <vt:lpstr>Courier New</vt:lpstr>
      <vt:lpstr>Segoe UI Semibold</vt:lpstr>
      <vt:lpstr>Segoe UI Variable Display Semibold</vt:lpstr>
      <vt:lpstr>Universe 25</vt:lpstr>
      <vt:lpstr>GitHub Copilot  Dev Days</vt:lpstr>
      <vt:lpstr>GitHub Copilot:  Your AI Companion for Every Workflow</vt:lpstr>
      <vt:lpstr>PowerPoint Presentation</vt:lpstr>
      <vt:lpstr>Copilot works in the background</vt:lpstr>
      <vt:lpstr>PowerPoint Presentation</vt:lpstr>
      <vt:lpstr>PowerPoint Presentation</vt:lpstr>
      <vt:lpstr>Available wherever your team codes and collaborates</vt:lpstr>
      <vt:lpstr>Ask Copilot to make changes to any PR</vt:lpstr>
      <vt:lpstr>Start Copilot coding agent tasks from Teams or Slack</vt:lpstr>
      <vt:lpstr>Assign Linear issues to Copilot</vt:lpstr>
      <vt:lpstr>Manage, monitor, steer and review agent sessions, all in one place</vt:lpstr>
      <vt:lpstr>Stay secure while you move faster</vt:lpstr>
      <vt:lpstr>Have Copilot review code, then hand updates to  coding agent for implementation</vt:lpstr>
      <vt:lpstr>Customizing coding agent</vt:lpstr>
      <vt:lpstr>Customizing Copilot coding agent</vt:lpstr>
      <vt:lpstr>Create repository custom instructions files that give Copilot additional context .</vt:lpstr>
      <vt:lpstr>Configure Copilot’s environment with GitHub Actions</vt:lpstr>
      <vt:lpstr>Configure MCP servers to access additional context </vt:lpstr>
      <vt:lpstr>Reduce repetitive prompting by creating specialized agents to target recurring tasks</vt:lpstr>
      <vt:lpstr>PowerPoint Presentation</vt:lpstr>
      <vt:lpstr>Demo</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2026-03-03T18:56:24Z</dcterms:created>
  <dcterms:modified xsi:type="dcterms:W3CDTF">2026-03-11T17:48:26Z</dcterms:modified>
</cp:coreProperties>
</file>