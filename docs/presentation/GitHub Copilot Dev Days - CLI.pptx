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65" r:id="rId1"/>
  </p:sldMasterIdLst>
  <p:notesMasterIdLst>
    <p:notesMasterId r:id="rId18"/>
  </p:notesMasterIdLst>
  <p:handoutMasterIdLst>
    <p:handoutMasterId r:id="rId19"/>
  </p:handoutMasterIdLst>
  <p:sldIdLst>
    <p:sldId id="679" r:id="rId2"/>
    <p:sldId id="2147470929" r:id="rId3"/>
    <p:sldId id="732" r:id="rId4"/>
    <p:sldId id="330" r:id="rId5"/>
    <p:sldId id="2147470914" r:id="rId6"/>
    <p:sldId id="715" r:id="rId7"/>
    <p:sldId id="2147470931" r:id="rId8"/>
    <p:sldId id="2147470921" r:id="rId9"/>
    <p:sldId id="2147470923" r:id="rId10"/>
    <p:sldId id="2147470915" r:id="rId11"/>
    <p:sldId id="2147470920" r:id="rId12"/>
    <p:sldId id="761" r:id="rId13"/>
    <p:sldId id="2147470932" r:id="rId14"/>
    <p:sldId id="2147470925" r:id="rId15"/>
    <p:sldId id="2147470948" r:id="rId16"/>
    <p:sldId id="60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lides" id="{385D34A4-7E3C-4778-8092-DA3D4E465E55}">
          <p14:sldIdLst>
            <p14:sldId id="679"/>
          </p14:sldIdLst>
        </p14:section>
        <p14:section name="CLI" id="{0664FFC0-5C97-4B28-BDFD-C07AFD1F212C}">
          <p14:sldIdLst>
            <p14:sldId id="2147470929"/>
            <p14:sldId id="732"/>
            <p14:sldId id="330"/>
            <p14:sldId id="2147470914"/>
            <p14:sldId id="715"/>
            <p14:sldId id="2147470931"/>
            <p14:sldId id="2147470921"/>
            <p14:sldId id="2147470923"/>
            <p14:sldId id="2147470915"/>
            <p14:sldId id="2147470920"/>
            <p14:sldId id="761"/>
            <p14:sldId id="2147470932"/>
            <p14:sldId id="2147470925"/>
            <p14:sldId id="2147470948"/>
          </p14:sldIdLst>
        </p14:section>
        <p14:section name="Thank you" id="{08508A40-E246-4DD9-B36F-C59E0B83A954}">
          <p14:sldIdLst>
            <p14:sldId id="60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9FF0"/>
    <a:srgbClr val="7A3ACF"/>
    <a:srgbClr val="000000"/>
    <a:srgbClr val="080922"/>
    <a:srgbClr val="6C36CB"/>
    <a:srgbClr val="8BF1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976A33-C448-467D-AE4C-E2867A1D1B52}" v="4" dt="2026-03-03T21:58:57.4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046" autoAdjust="0"/>
    <p:restoredTop sz="75290" autoAdjust="0"/>
  </p:normalViewPr>
  <p:slideViewPr>
    <p:cSldViewPr snapToGrid="0">
      <p:cViewPr varScale="1">
        <p:scale>
          <a:sx n="56" d="100"/>
          <a:sy n="56" d="100"/>
        </p:scale>
        <p:origin x="1066" y="48"/>
      </p:cViewPr>
      <p:guideLst/>
    </p:cSldViewPr>
  </p:slideViewPr>
  <p:notesTextViewPr>
    <p:cViewPr>
      <p:scale>
        <a:sx n="1" d="1"/>
        <a:sy n="1" d="1"/>
      </p:scale>
      <p:origin x="0" y="0"/>
    </p:cViewPr>
  </p:notesTextViewPr>
  <p:notesViewPr>
    <p:cSldViewPr snapToGrid="0">
      <p:cViewPr varScale="1">
        <p:scale>
          <a:sx n="92" d="100"/>
          <a:sy n="92" d="100"/>
        </p:scale>
        <p:origin x="2093"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878B027-873C-7CE8-EF99-E50AE015D6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1BEEC3B-0A93-4D1A-3898-A0EF07120FE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79C32B-9090-4D5E-8893-2200DA8B6489}" type="datetimeFigureOut">
              <a:rPr lang="en-US" smtClean="0"/>
              <a:t>3/11/2026</a:t>
            </a:fld>
            <a:endParaRPr lang="en-US"/>
          </a:p>
        </p:txBody>
      </p:sp>
      <p:sp>
        <p:nvSpPr>
          <p:cNvPr id="4" name="Footer Placeholder 3">
            <a:extLst>
              <a:ext uri="{FF2B5EF4-FFF2-40B4-BE49-F238E27FC236}">
                <a16:creationId xmlns:a16="http://schemas.microsoft.com/office/drawing/2014/main" id="{FF80F166-7BE4-1F4E-8B0F-7BFD37A9F03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BAAFD4D-477B-C4E4-AD08-2131BB8A3F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DE32C76-01A7-41D2-BA16-3BEC88438B24}" type="slidenum">
              <a:rPr lang="en-US" smtClean="0"/>
              <a:t>‹#›</a:t>
            </a:fld>
            <a:endParaRPr lang="en-US"/>
          </a:p>
        </p:txBody>
      </p:sp>
    </p:spTree>
    <p:extLst>
      <p:ext uri="{BB962C8B-B14F-4D97-AF65-F5344CB8AC3E}">
        <p14:creationId xmlns:p14="http://schemas.microsoft.com/office/powerpoint/2010/main" val="13838674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1B0C1E-A73E-4994-A7F0-AA72833EDF2C}" type="datetimeFigureOut">
              <a:t>3/11/2026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3E318D-D634-447D-804D-1A35DED75EBD}" type="slidenum">
              <a:t>‹#›</a:t>
            </a:fld>
            <a:endParaRPr lang="en-US"/>
          </a:p>
        </p:txBody>
      </p:sp>
    </p:spTree>
    <p:extLst>
      <p:ext uri="{BB962C8B-B14F-4D97-AF65-F5344CB8AC3E}">
        <p14:creationId xmlns:p14="http://schemas.microsoft.com/office/powerpoint/2010/main" val="2085643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Welcome everyone to GitHub Copilot Dev Days.  My name is (Insert name),  and I’m so excited to be here this is just one of hundreds of global events that GitHub and the  development community partnered with to show off the latest and greatest and agentic development with GitHub Copilot.</a:t>
            </a:r>
          </a:p>
        </p:txBody>
      </p:sp>
      <p:sp>
        <p:nvSpPr>
          <p:cNvPr id="4" name="Slide Number Placeholder 3"/>
          <p:cNvSpPr>
            <a:spLocks noGrp="1"/>
          </p:cNvSpPr>
          <p:nvPr>
            <p:ph type="sldNum" sz="quarter" idx="5"/>
          </p:nvPr>
        </p:nvSpPr>
        <p:spPr/>
        <p:txBody>
          <a:bodyPr/>
          <a:lstStyle/>
          <a:p>
            <a:fld id="{813E318D-D634-447D-804D-1A35DED75EBD}" type="slidenum">
              <a:rPr lang="en-US" smtClean="0"/>
              <a:t>1</a:t>
            </a:fld>
            <a:endParaRPr lang="en-US"/>
          </a:p>
        </p:txBody>
      </p:sp>
    </p:spTree>
    <p:extLst>
      <p:ext uri="{BB962C8B-B14F-4D97-AF65-F5344CB8AC3E}">
        <p14:creationId xmlns:p14="http://schemas.microsoft.com/office/powerpoint/2010/main" val="3850135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OK let's talk about the terminal and GitHub copilot CLI which is your AI terminal companion that gives you all of the powers of GitHub copilot directly in your terminal and so much more</a:t>
            </a:r>
          </a:p>
        </p:txBody>
      </p:sp>
      <p:sp>
        <p:nvSpPr>
          <p:cNvPr id="4" name="Slide Number Placeholder 3"/>
          <p:cNvSpPr>
            <a:spLocks noGrp="1"/>
          </p:cNvSpPr>
          <p:nvPr>
            <p:ph type="sldNum" sz="quarter" idx="5"/>
          </p:nvPr>
        </p:nvSpPr>
        <p:spPr/>
        <p:txBody>
          <a:bodyPr/>
          <a:lstStyle/>
          <a:p>
            <a:fld id="{813E318D-D634-447D-804D-1A35DED75EBD}" type="slidenum">
              <a:rPr lang="en-US" smtClean="0"/>
              <a:t>2</a:t>
            </a:fld>
            <a:endParaRPr lang="en-US"/>
          </a:p>
        </p:txBody>
      </p:sp>
    </p:spTree>
    <p:extLst>
      <p:ext uri="{BB962C8B-B14F-4D97-AF65-F5344CB8AC3E}">
        <p14:creationId xmlns:p14="http://schemas.microsoft.com/office/powerpoint/2010/main" val="40927169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 as you may expect the GitHub copilot CLI is packed full of features obviously including interactive but also headless automation and assistance code generation modification tools execution and script and shell commands it can understand your entire code base and it’s multi file contacts where there’s lifecycle hooks multiple modes for any different situation and of course skill and MCP server integration as well</a:t>
            </a:r>
          </a:p>
        </p:txBody>
      </p:sp>
      <p:sp>
        <p:nvSpPr>
          <p:cNvPr id="4" name="Slide Number Placeholder 3"/>
          <p:cNvSpPr>
            <a:spLocks noGrp="1"/>
          </p:cNvSpPr>
          <p:nvPr>
            <p:ph type="sldNum" sz="quarter" idx="5"/>
          </p:nvPr>
        </p:nvSpPr>
        <p:spPr/>
        <p:txBody>
          <a:bodyPr/>
          <a:lstStyle/>
          <a:p>
            <a:pPr marL="0" marR="0" lvl="0" indent="0" algn="r" defTabSz="2743200" rtl="0" eaLnBrk="1" fontAlgn="auto" latinLnBrk="0" hangingPunct="1">
              <a:lnSpc>
                <a:spcPct val="100000"/>
              </a:lnSpc>
              <a:spcBef>
                <a:spcPts val="0"/>
              </a:spcBef>
              <a:spcAft>
                <a:spcPts val="0"/>
              </a:spcAft>
              <a:buClrTx/>
              <a:buSzTx/>
              <a:buFontTx/>
              <a:buNone/>
              <a:tabLst/>
              <a:defRPr/>
            </a:pPr>
            <a:fld id="{8E6C1656-E6D2-D941-BA7D-9511EB890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2743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773861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CC903-1DA1-D605-A688-0EA10A77B4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843261-B271-5010-F524-3406457C3C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C85BC0-7F22-3399-D2F9-9F64B6C99F35}"/>
              </a:ext>
            </a:extLst>
          </p:cNvPr>
          <p:cNvSpPr>
            <a:spLocks noGrp="1"/>
          </p:cNvSpPr>
          <p:nvPr>
            <p:ph type="body" idx="1"/>
          </p:nvPr>
        </p:nvSpPr>
        <p:spPr/>
        <p:txBody>
          <a:bodyPr/>
          <a:lstStyle/>
          <a:p>
            <a:r>
              <a:rPr lang="en-US" dirty="0"/>
              <a:t> it can work directly in an interactive mode by just typing in copilot and that's going to allow you to interact with your mouse and keyboard just as you would with any terminal. But you can also run it completely and non interactive mode and that’s really great for automating pipelines or running scripts for example.  And then finally there’s a server mode which actually exposes a JSON RPC port and this is actually heavily used with the GitHub copilot SDK which I mentioned a little bit previously in the opening but definitely is worth going deeper into later on</a:t>
            </a:r>
          </a:p>
        </p:txBody>
      </p:sp>
      <p:sp>
        <p:nvSpPr>
          <p:cNvPr id="4" name="Slide Number Placeholder 3">
            <a:extLst>
              <a:ext uri="{FF2B5EF4-FFF2-40B4-BE49-F238E27FC236}">
                <a16:creationId xmlns:a16="http://schemas.microsoft.com/office/drawing/2014/main" id="{237546A6-52A9-2AE7-850A-040CA34FF36C}"/>
              </a:ext>
            </a:extLst>
          </p:cNvPr>
          <p:cNvSpPr>
            <a:spLocks noGrp="1"/>
          </p:cNvSpPr>
          <p:nvPr>
            <p:ph type="sldNum" sz="quarter" idx="5"/>
          </p:nvPr>
        </p:nvSpPr>
        <p:spPr/>
        <p:txBody>
          <a:bodyPr/>
          <a:lstStyle/>
          <a:p>
            <a:pPr marL="0" marR="0" lvl="0" indent="0" algn="r" defTabSz="2743200" rtl="0" eaLnBrk="1" fontAlgn="auto" latinLnBrk="0" hangingPunct="1">
              <a:lnSpc>
                <a:spcPct val="100000"/>
              </a:lnSpc>
              <a:spcBef>
                <a:spcPts val="0"/>
              </a:spcBef>
              <a:spcAft>
                <a:spcPts val="0"/>
              </a:spcAft>
              <a:buClrTx/>
              <a:buSzTx/>
              <a:buFontTx/>
              <a:buNone/>
              <a:tabLst/>
              <a:defRPr/>
            </a:pPr>
            <a:fld id="{8E6C1656-E6D2-D941-BA7D-9511EB890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2743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896708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get up copilot CLI is available across windows Mac and Linux you can install it with common tools like </a:t>
            </a:r>
            <a:r>
              <a:rPr lang="en-US" dirty="0" err="1"/>
              <a:t>winget</a:t>
            </a:r>
            <a:r>
              <a:rPr lang="en-US" dirty="0"/>
              <a:t> or homebrew and of course you can install it with NPM as well.  Once you have it installed the CLI will automatically update or you can run copilot update and check for updates manually</a:t>
            </a:r>
          </a:p>
        </p:txBody>
      </p:sp>
      <p:sp>
        <p:nvSpPr>
          <p:cNvPr id="4" name="Slide Number Placeholder 3"/>
          <p:cNvSpPr>
            <a:spLocks noGrp="1"/>
          </p:cNvSpPr>
          <p:nvPr>
            <p:ph type="sldNum" sz="quarter" idx="5"/>
          </p:nvPr>
        </p:nvSpPr>
        <p:spPr/>
        <p:txBody>
          <a:bodyPr/>
          <a:lstStyle/>
          <a:p>
            <a:fld id="{813E318D-D634-447D-804D-1A35DED75EBD}" type="slidenum">
              <a:rPr lang="en-US" smtClean="0"/>
              <a:t>5</a:t>
            </a:fld>
            <a:endParaRPr lang="en-US"/>
          </a:p>
        </p:txBody>
      </p:sp>
    </p:spTree>
    <p:extLst>
      <p:ext uri="{BB962C8B-B14F-4D97-AF65-F5344CB8AC3E}">
        <p14:creationId xmlns:p14="http://schemas.microsoft.com/office/powerpoint/2010/main" val="1568774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B47B5-A053-C476-A3B0-4FB1F1E0D5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E79453-7EF7-8A8F-9619-D76C5F4D02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EC8095-E741-CEC2-47F6-FCACCBFF346F}"/>
              </a:ext>
            </a:extLst>
          </p:cNvPr>
          <p:cNvSpPr>
            <a:spLocks noGrp="1"/>
          </p:cNvSpPr>
          <p:nvPr>
            <p:ph type="body" idx="1"/>
          </p:nvPr>
        </p:nvSpPr>
        <p:spPr/>
        <p:txBody>
          <a:bodyPr/>
          <a:lstStyle/>
          <a:p>
            <a:pPr marL="0" indent="0">
              <a:buFont typeface="Arial" panose="020B0604020202020204" pitchFamily="34" charset="0"/>
              <a:buNone/>
            </a:pPr>
            <a:r>
              <a:rPr lang="en-US" b="0" i="0" dirty="0"/>
              <a:t> what's really unique about the CLI is that there are powerful agents  Built in directly to the CLI the general agent is your coding agent and you give it a prompt and it will go ahead and use the tools and tasks to go off and execute them.</a:t>
            </a:r>
          </a:p>
          <a:p>
            <a:pPr marL="0" indent="0">
              <a:buFont typeface="Arial" panose="020B0604020202020204" pitchFamily="34" charset="0"/>
              <a:buNone/>
            </a:pPr>
            <a:endParaRPr lang="en-US" b="0" i="0" dirty="0"/>
          </a:p>
          <a:p>
            <a:pPr marL="0" indent="0">
              <a:buFont typeface="Arial" panose="020B0604020202020204" pitchFamily="34" charset="0"/>
              <a:buNone/>
            </a:pPr>
            <a:r>
              <a:rPr lang="en-US" b="0" i="0" dirty="0"/>
              <a:t> The research agent is set up to do deep research to help you really investigate issues or problems or understand potential features that you might be adding into your code base through GitHub search and also web sources as well and this is really great as it provides full huge documentation on the research topic that you’re giving it</a:t>
            </a:r>
          </a:p>
          <a:p>
            <a:pPr marL="0" indent="0">
              <a:buFont typeface="Arial" panose="020B0604020202020204" pitchFamily="34" charset="0"/>
              <a:buNone/>
            </a:pPr>
            <a:endParaRPr lang="en-US" b="0" i="0" dirty="0"/>
          </a:p>
          <a:p>
            <a:pPr marL="0" indent="0">
              <a:buFont typeface="Arial" panose="020B0604020202020204" pitchFamily="34" charset="0"/>
              <a:buNone/>
            </a:pPr>
            <a:r>
              <a:rPr lang="en-US" b="0" i="0" dirty="0"/>
              <a:t> one of the more commonly used is plan agent this will create a full implementation plan it will ask you questions I’ll clarify requirements O once it’s done it’s ready to fully implement exactly to your specification</a:t>
            </a:r>
          </a:p>
          <a:p>
            <a:pPr marL="0" indent="0">
              <a:buFont typeface="Arial" panose="020B0604020202020204" pitchFamily="34" charset="0"/>
              <a:buNone/>
            </a:pPr>
            <a:endParaRPr lang="en-US" b="0" i="0" dirty="0"/>
          </a:p>
          <a:p>
            <a:pPr marL="0" indent="0">
              <a:buFont typeface="Arial" panose="020B0604020202020204" pitchFamily="34" charset="0"/>
              <a:buNone/>
            </a:pPr>
            <a:r>
              <a:rPr lang="en-US" b="0" i="0" dirty="0"/>
              <a:t> and something that combines this together is the autopilot mode for these agents which works through all of the tasks without waiting for input every single step and does it all autonomously it’ll automatically figure out the additional steps and tasks that it needs to do to fully complete it</a:t>
            </a:r>
          </a:p>
          <a:p>
            <a:pPr marL="0" indent="0">
              <a:buFont typeface="Arial" panose="020B0604020202020204" pitchFamily="34" charset="0"/>
              <a:buNone/>
            </a:pPr>
            <a:endParaRPr lang="en-US" b="0" i="0" dirty="0"/>
          </a:p>
          <a:p>
            <a:pPr marL="0" indent="0">
              <a:buFont typeface="Arial" panose="020B0604020202020204" pitchFamily="34" charset="0"/>
              <a:buNone/>
            </a:pPr>
            <a:r>
              <a:rPr lang="en-US" b="0" i="0" dirty="0"/>
              <a:t> and best of all you can create your own custom agents to  specify exactly how you want the specific agent to work what tools are available to it and what MCC servers as well O for example you could create your own code reviewer or your own GitHub expert that you work with directly inside of the CLI</a:t>
            </a:r>
          </a:p>
        </p:txBody>
      </p:sp>
      <p:sp>
        <p:nvSpPr>
          <p:cNvPr id="4" name="Slide Number Placeholder 3">
            <a:extLst>
              <a:ext uri="{FF2B5EF4-FFF2-40B4-BE49-F238E27FC236}">
                <a16:creationId xmlns:a16="http://schemas.microsoft.com/office/drawing/2014/main" id="{E13992A4-EDC8-8F93-7D81-4AA669652C2A}"/>
              </a:ext>
            </a:extLst>
          </p:cNvPr>
          <p:cNvSpPr>
            <a:spLocks noGrp="1"/>
          </p:cNvSpPr>
          <p:nvPr>
            <p:ph type="sldNum" sz="quarter" idx="5"/>
          </p:nvPr>
        </p:nvSpPr>
        <p:spPr/>
        <p:txBody>
          <a:bodyPr/>
          <a:lstStyle/>
          <a:p>
            <a:pPr marL="0" marR="0" lvl="0" indent="0" algn="r" defTabSz="2743200" rtl="0" eaLnBrk="1" fontAlgn="auto" latinLnBrk="0" hangingPunct="1">
              <a:lnSpc>
                <a:spcPct val="100000"/>
              </a:lnSpc>
              <a:spcBef>
                <a:spcPts val="0"/>
              </a:spcBef>
              <a:spcAft>
                <a:spcPts val="0"/>
              </a:spcAft>
              <a:buClrTx/>
              <a:buSzTx/>
              <a:buFontTx/>
              <a:buNone/>
              <a:tabLst/>
              <a:defRPr/>
            </a:pPr>
            <a:fld id="{8E6C1656-E6D2-D941-BA7D-9511EB890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2743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023236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There are a bunch of sub agents that are built to directly into the CLI that can run asynchronously and we’ll provide isolated contacts back to the main agent things like exploring the code base executing commands like testing doing builds and linting there’s a general purpose sub agent that will understand complete complex tasks that require the full tool set and there’s even a code review sub agent that’ll identify bugs and security issues as well</a:t>
            </a:r>
          </a:p>
        </p:txBody>
      </p:sp>
      <p:sp>
        <p:nvSpPr>
          <p:cNvPr id="4" name="Slide Number Placeholder 3"/>
          <p:cNvSpPr>
            <a:spLocks noGrp="1"/>
          </p:cNvSpPr>
          <p:nvPr>
            <p:ph type="sldNum" sz="quarter" idx="5"/>
          </p:nvPr>
        </p:nvSpPr>
        <p:spPr/>
        <p:txBody>
          <a:bodyPr/>
          <a:lstStyle/>
          <a:p>
            <a:fld id="{813E318D-D634-447D-804D-1A35DED75EBD}" type="slidenum">
              <a:rPr lang="en-US" smtClean="0"/>
              <a:t>7</a:t>
            </a:fld>
            <a:endParaRPr lang="en-US"/>
          </a:p>
        </p:txBody>
      </p:sp>
    </p:spTree>
    <p:extLst>
      <p:ext uri="{BB962C8B-B14F-4D97-AF65-F5344CB8AC3E}">
        <p14:creationId xmlns:p14="http://schemas.microsoft.com/office/powerpoint/2010/main" val="20003347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one thing that you'll use all the time inside of the CLI are slash commands these are things such as switching the agent or model that you want to use going into and out of plan mode or review agent and loading up skills or doing a diff for example.  This is just a subset of them there are so many being added all the time to handle different scenarios when working in the CLI</a:t>
            </a:r>
          </a:p>
        </p:txBody>
      </p:sp>
      <p:sp>
        <p:nvSpPr>
          <p:cNvPr id="4" name="Slide Number Placeholder 3"/>
          <p:cNvSpPr>
            <a:spLocks noGrp="1"/>
          </p:cNvSpPr>
          <p:nvPr>
            <p:ph type="sldNum" sz="quarter" idx="5"/>
          </p:nvPr>
        </p:nvSpPr>
        <p:spPr/>
        <p:txBody>
          <a:bodyPr/>
          <a:lstStyle/>
          <a:p>
            <a:fld id="{813E318D-D634-447D-804D-1A35DED75EBD}" type="slidenum">
              <a:rPr lang="en-US" smtClean="0"/>
              <a:t>8</a:t>
            </a:fld>
            <a:endParaRPr lang="en-US"/>
          </a:p>
        </p:txBody>
      </p:sp>
    </p:spTree>
    <p:extLst>
      <p:ext uri="{BB962C8B-B14F-4D97-AF65-F5344CB8AC3E}">
        <p14:creationId xmlns:p14="http://schemas.microsoft.com/office/powerpoint/2010/main" val="25926071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another thing that you can do is specifically mention code files that you may want to be working on directly inside of a specific prompt and you can even give it images by dragging and dropping it or pasting it in directly into the CLI and then it can use vision API to understand that image and of course it can read those files directly it’s a nice way to guide the agent into what you need to have done</a:t>
            </a:r>
          </a:p>
        </p:txBody>
      </p:sp>
      <p:sp>
        <p:nvSpPr>
          <p:cNvPr id="4" name="Slide Number Placeholder 3"/>
          <p:cNvSpPr>
            <a:spLocks noGrp="1"/>
          </p:cNvSpPr>
          <p:nvPr>
            <p:ph type="sldNum" sz="quarter" idx="5"/>
          </p:nvPr>
        </p:nvSpPr>
        <p:spPr/>
        <p:txBody>
          <a:bodyPr/>
          <a:lstStyle/>
          <a:p>
            <a:fld id="{813E318D-D634-447D-804D-1A35DED75EBD}" type="slidenum">
              <a:rPr lang="en-US" smtClean="0"/>
              <a:t>9</a:t>
            </a:fld>
            <a:endParaRPr lang="en-US"/>
          </a:p>
        </p:txBody>
      </p:sp>
    </p:spTree>
    <p:extLst>
      <p:ext uri="{BB962C8B-B14F-4D97-AF65-F5344CB8AC3E}">
        <p14:creationId xmlns:p14="http://schemas.microsoft.com/office/powerpoint/2010/main" val="29885548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3E318D-D634-447D-804D-1A35DED75EBD}" type="slidenum">
              <a:rPr lang="en-US" smtClean="0"/>
              <a:t>10</a:t>
            </a:fld>
            <a:endParaRPr lang="en-US"/>
          </a:p>
        </p:txBody>
      </p:sp>
    </p:spTree>
    <p:extLst>
      <p:ext uri="{BB962C8B-B14F-4D97-AF65-F5344CB8AC3E}">
        <p14:creationId xmlns:p14="http://schemas.microsoft.com/office/powerpoint/2010/main" val="24915951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There are common things available inside the CLI such as custom instructions and prompt files but also skills and plugins give you reusable procedures that extend GitHub copilot's capabilities for these repeatable tasks you can use the add new skills or new plugins directly into your project or in a global setting and what’s great about skills is that they are being able to load on demand so for example you might have one for how to do git commits or how to do image resizing and when you ask it to do a thing it can then load that skill up on demand</a:t>
            </a:r>
          </a:p>
        </p:txBody>
      </p:sp>
      <p:sp>
        <p:nvSpPr>
          <p:cNvPr id="4" name="Slide Number Placeholder 3"/>
          <p:cNvSpPr>
            <a:spLocks noGrp="1"/>
          </p:cNvSpPr>
          <p:nvPr>
            <p:ph type="sldNum" sz="quarter" idx="5"/>
          </p:nvPr>
        </p:nvSpPr>
        <p:spPr/>
        <p:txBody>
          <a:bodyPr/>
          <a:lstStyle/>
          <a:p>
            <a:fld id="{813E318D-D634-447D-804D-1A35DED75EBD}" type="slidenum">
              <a:rPr lang="en-US" smtClean="0"/>
              <a:t>11</a:t>
            </a:fld>
            <a:endParaRPr lang="en-US"/>
          </a:p>
        </p:txBody>
      </p:sp>
    </p:spTree>
    <p:extLst>
      <p:ext uri="{BB962C8B-B14F-4D97-AF65-F5344CB8AC3E}">
        <p14:creationId xmlns:p14="http://schemas.microsoft.com/office/powerpoint/2010/main" val="30772294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CLI also has powerful context awareness it has this concept of infinite sessions which means you never really have to worry about the context it automatically managed it for you at anytime you can say slash context to visualize the current context and where things are at or do you compact to automatically compact and summarize the current context but because of infinite sessions it does it for you automatically</a:t>
            </a:r>
          </a:p>
        </p:txBody>
      </p:sp>
      <p:sp>
        <p:nvSpPr>
          <p:cNvPr id="4" name="Slide Number Placeholder 3"/>
          <p:cNvSpPr>
            <a:spLocks noGrp="1"/>
          </p:cNvSpPr>
          <p:nvPr>
            <p:ph type="sldNum" sz="quarter" idx="5"/>
          </p:nvPr>
        </p:nvSpPr>
        <p:spPr/>
        <p:txBody>
          <a:bodyPr/>
          <a:lstStyle/>
          <a:p>
            <a:fld id="{813E318D-D634-447D-804D-1A35DED75EBD}" type="slidenum">
              <a:rPr lang="en-US" smtClean="0"/>
              <a:t>12</a:t>
            </a:fld>
            <a:endParaRPr lang="en-US"/>
          </a:p>
        </p:txBody>
      </p:sp>
    </p:spTree>
    <p:extLst>
      <p:ext uri="{BB962C8B-B14F-4D97-AF65-F5344CB8AC3E}">
        <p14:creationId xmlns:p14="http://schemas.microsoft.com/office/powerpoint/2010/main" val="23581293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last thing I want to talk about too is that you can be running multiple parallel copilot sessions all at the same time you can have multiple slit tabs for example multiple terminals open you could be running in background task agents inside of VS code either interactively or in the background or in any other IDE as well you can run all of these at the same time across multiple code bases and this is just scratching the surface of the CLI</a:t>
            </a:r>
          </a:p>
        </p:txBody>
      </p:sp>
      <p:sp>
        <p:nvSpPr>
          <p:cNvPr id="4" name="Slide Number Placeholder 3"/>
          <p:cNvSpPr>
            <a:spLocks noGrp="1"/>
          </p:cNvSpPr>
          <p:nvPr>
            <p:ph type="sldNum" sz="quarter" idx="5"/>
          </p:nvPr>
        </p:nvSpPr>
        <p:spPr/>
        <p:txBody>
          <a:bodyPr/>
          <a:lstStyle/>
          <a:p>
            <a:fld id="{813E318D-D634-447D-804D-1A35DED75EBD}" type="slidenum">
              <a:rPr lang="en-US" smtClean="0"/>
              <a:t>13</a:t>
            </a:fld>
            <a:endParaRPr lang="en-US"/>
          </a:p>
        </p:txBody>
      </p:sp>
    </p:spTree>
    <p:extLst>
      <p:ext uri="{BB962C8B-B14F-4D97-AF65-F5344CB8AC3E}">
        <p14:creationId xmlns:p14="http://schemas.microsoft.com/office/powerpoint/2010/main" val="3457736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let's go ahead and see it in action</a:t>
            </a:r>
          </a:p>
        </p:txBody>
      </p:sp>
      <p:sp>
        <p:nvSpPr>
          <p:cNvPr id="4" name="Slide Number Placeholder 3"/>
          <p:cNvSpPr>
            <a:spLocks noGrp="1"/>
          </p:cNvSpPr>
          <p:nvPr>
            <p:ph type="sldNum" sz="quarter" idx="5"/>
          </p:nvPr>
        </p:nvSpPr>
        <p:spPr/>
        <p:txBody>
          <a:bodyPr/>
          <a:lstStyle/>
          <a:p>
            <a:fld id="{813E318D-D634-447D-804D-1A35DED75EBD}" type="slidenum">
              <a:rPr lang="en-US" smtClean="0"/>
              <a:t>14</a:t>
            </a:fld>
            <a:endParaRPr lang="en-US"/>
          </a:p>
        </p:txBody>
      </p:sp>
    </p:spTree>
    <p:extLst>
      <p:ext uri="{BB962C8B-B14F-4D97-AF65-F5344CB8AC3E}">
        <p14:creationId xmlns:p14="http://schemas.microsoft.com/office/powerpoint/2010/main" val="33386253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alright let's open it up for Q&amp;A</a:t>
            </a:r>
          </a:p>
        </p:txBody>
      </p:sp>
      <p:sp>
        <p:nvSpPr>
          <p:cNvPr id="4" name="Slide Number Placeholder 3"/>
          <p:cNvSpPr>
            <a:spLocks noGrp="1"/>
          </p:cNvSpPr>
          <p:nvPr>
            <p:ph type="sldNum" sz="quarter" idx="5"/>
          </p:nvPr>
        </p:nvSpPr>
        <p:spPr/>
        <p:txBody>
          <a:bodyPr/>
          <a:lstStyle/>
          <a:p>
            <a:fld id="{813E318D-D634-447D-804D-1A35DED75EBD}" type="slidenum">
              <a:rPr lang="en-US" smtClean="0"/>
              <a:t>16</a:t>
            </a:fld>
            <a:endParaRPr lang="en-US"/>
          </a:p>
        </p:txBody>
      </p:sp>
    </p:spTree>
    <p:extLst>
      <p:ext uri="{BB962C8B-B14F-4D97-AF65-F5344CB8AC3E}">
        <p14:creationId xmlns:p14="http://schemas.microsoft.com/office/powerpoint/2010/main" val="20474249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ternal/Town Halls_Blank">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61623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cSld name="2_Splash page - event logo">
    <p:bg>
      <p:bgPr>
        <a:solidFill>
          <a:srgbClr val="000000"/>
        </a:solidFill>
        <a:effectLst/>
      </p:bgPr>
    </p:bg>
    <p:spTree>
      <p:nvGrpSpPr>
        <p:cNvPr id="1" name=""/>
        <p:cNvGrpSpPr/>
        <p:nvPr/>
      </p:nvGrpSpPr>
      <p:grpSpPr>
        <a:xfrm>
          <a:off x="0" y="0"/>
          <a:ext cx="0" cy="0"/>
          <a:chOff x="0" y="0"/>
          <a:chExt cx="0" cy="0"/>
        </a:xfrm>
      </p:grpSpPr>
      <p:sp>
        <p:nvSpPr>
          <p:cNvPr id="2" name="Picture Placeholder 17">
            <a:extLst>
              <a:ext uri="{FF2B5EF4-FFF2-40B4-BE49-F238E27FC236}">
                <a16:creationId xmlns:a16="http://schemas.microsoft.com/office/drawing/2014/main" id="{1FFF5AE7-693A-1EA1-448A-851073E1E86B}"/>
              </a:ext>
            </a:extLst>
          </p:cNvPr>
          <p:cNvSpPr>
            <a:spLocks noGrp="1"/>
          </p:cNvSpPr>
          <p:nvPr>
            <p:ph type="pic" sz="quarter" idx="10" hasCustomPrompt="1"/>
          </p:nvPr>
        </p:nvSpPr>
        <p:spPr>
          <a:xfrm>
            <a:off x="6096000" y="887157"/>
            <a:ext cx="5263744" cy="5083685"/>
          </a:xfrm>
          <a:prstGeom prst="roundRect">
            <a:avLst>
              <a:gd name="adj" fmla="val 2850"/>
            </a:avLst>
          </a:prstGeom>
          <a:noFill/>
          <a:ln>
            <a:solidFill>
              <a:schemeClr val="tx2"/>
            </a:solidFill>
          </a:ln>
          <a:effectLst>
            <a:outerShdw blurRad="226684" dist="365489" dir="5400000" algn="t" rotWithShape="0">
              <a:prstClr val="black">
                <a:alpha val="40000"/>
              </a:prstClr>
            </a:outerShdw>
          </a:effectLst>
        </p:spPr>
        <p:txBody>
          <a:bodyPr anchor="ctr"/>
          <a:lstStyle>
            <a:lvl1pPr algn="ctr">
              <a:defRPr sz="1800">
                <a:latin typeface="Aptos" pitchFamily="2" charset="77"/>
              </a:defRPr>
            </a:lvl1pPr>
          </a:lstStyle>
          <a:p>
            <a:r>
              <a:rPr lang="en-US"/>
              <a:t>Click to add an image</a:t>
            </a:r>
          </a:p>
        </p:txBody>
      </p:sp>
      <p:sp>
        <p:nvSpPr>
          <p:cNvPr id="6" name="Text Placeholder 23">
            <a:extLst>
              <a:ext uri="{FF2B5EF4-FFF2-40B4-BE49-F238E27FC236}">
                <a16:creationId xmlns:a16="http://schemas.microsoft.com/office/drawing/2014/main" id="{CB63979A-A17F-E938-C84A-1AB2E69FC6AB}"/>
              </a:ext>
            </a:extLst>
          </p:cNvPr>
          <p:cNvSpPr>
            <a:spLocks noGrp="1"/>
          </p:cNvSpPr>
          <p:nvPr>
            <p:ph type="body" sz="quarter" idx="26" hasCustomPrompt="1"/>
          </p:nvPr>
        </p:nvSpPr>
        <p:spPr>
          <a:xfrm>
            <a:off x="738765" y="4406716"/>
            <a:ext cx="4435909" cy="156412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7" name="Text Placeholder 23">
            <a:extLst>
              <a:ext uri="{FF2B5EF4-FFF2-40B4-BE49-F238E27FC236}">
                <a16:creationId xmlns:a16="http://schemas.microsoft.com/office/drawing/2014/main" id="{9C4B9E08-03E4-3991-C992-D35CCFCE104B}"/>
              </a:ext>
            </a:extLst>
          </p:cNvPr>
          <p:cNvSpPr>
            <a:spLocks noGrp="1"/>
          </p:cNvSpPr>
          <p:nvPr>
            <p:ph type="body" sz="quarter" idx="30" hasCustomPrompt="1"/>
          </p:nvPr>
        </p:nvSpPr>
        <p:spPr>
          <a:xfrm>
            <a:off x="738767" y="1573760"/>
            <a:ext cx="4435906" cy="2685089"/>
          </a:xfrm>
          <a:prstGeom prst="rect">
            <a:avLst/>
          </a:prstGeom>
        </p:spPr>
        <p:txBody>
          <a:bodyPr anchor="t" anchorCtr="0">
            <a:noAutofit/>
          </a:bodyPr>
          <a:lstStyle>
            <a:lvl1pPr marL="0" indent="0" algn="l">
              <a:buNone/>
              <a:defRPr sz="3600" b="1"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that should be 10 words or less</a:t>
            </a:r>
          </a:p>
        </p:txBody>
      </p:sp>
      <p:sp>
        <p:nvSpPr>
          <p:cNvPr id="9" name="Text Placeholder 23">
            <a:extLst>
              <a:ext uri="{FF2B5EF4-FFF2-40B4-BE49-F238E27FC236}">
                <a16:creationId xmlns:a16="http://schemas.microsoft.com/office/drawing/2014/main" id="{37D3A4FC-8E41-6E24-0959-8E3974B113A8}"/>
              </a:ext>
            </a:extLst>
          </p:cNvPr>
          <p:cNvSpPr>
            <a:spLocks noGrp="1"/>
          </p:cNvSpPr>
          <p:nvPr>
            <p:ph type="body" sz="quarter" idx="31" hasCustomPrompt="1"/>
          </p:nvPr>
        </p:nvSpPr>
        <p:spPr>
          <a:xfrm>
            <a:off x="738765" y="887157"/>
            <a:ext cx="4435908" cy="538736"/>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Header</a:t>
            </a:r>
          </a:p>
        </p:txBody>
      </p:sp>
    </p:spTree>
    <p:extLst>
      <p:ext uri="{BB962C8B-B14F-4D97-AF65-F5344CB8AC3E}">
        <p14:creationId xmlns:p14="http://schemas.microsoft.com/office/powerpoint/2010/main" val="600476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Security_Roadmap slide_1 feature">
    <p:bg>
      <p:bgPr>
        <a:solidFill>
          <a:schemeClr val="bg1"/>
        </a:solidFill>
        <a:effectLst/>
      </p:bgPr>
    </p:bg>
    <p:spTree>
      <p:nvGrpSpPr>
        <p:cNvPr id="1" name=""/>
        <p:cNvGrpSpPr/>
        <p:nvPr/>
      </p:nvGrpSpPr>
      <p:grpSpPr>
        <a:xfrm>
          <a:off x="0" y="0"/>
          <a:ext cx="0" cy="0"/>
          <a:chOff x="0" y="0"/>
          <a:chExt cx="0" cy="0"/>
        </a:xfrm>
      </p:grpSpPr>
      <p:sp>
        <p:nvSpPr>
          <p:cNvPr id="3" name="Picture Placeholder 9">
            <a:extLst>
              <a:ext uri="{FF2B5EF4-FFF2-40B4-BE49-F238E27FC236}">
                <a16:creationId xmlns:a16="http://schemas.microsoft.com/office/drawing/2014/main" id="{79C7943A-B90A-54C3-B112-3171A8FDB2FD}"/>
              </a:ext>
            </a:extLst>
          </p:cNvPr>
          <p:cNvSpPr>
            <a:spLocks noGrp="1"/>
          </p:cNvSpPr>
          <p:nvPr>
            <p:ph type="pic" sz="quarter" idx="32"/>
          </p:nvPr>
        </p:nvSpPr>
        <p:spPr>
          <a:xfrm>
            <a:off x="6088062" y="0"/>
            <a:ext cx="6103938" cy="6858000"/>
          </a:xfrm>
          <a:prstGeom prst="rect">
            <a:avLst/>
          </a:prstGeom>
        </p:spPr>
        <p:txBody>
          <a:bodyPr/>
          <a:lstStyle/>
          <a:p>
            <a:r>
              <a:rPr lang="en-US"/>
              <a:t>Click icon to add picture</a:t>
            </a:r>
          </a:p>
        </p:txBody>
      </p:sp>
      <p:sp>
        <p:nvSpPr>
          <p:cNvPr id="4" name="Text Placeholder 23">
            <a:extLst>
              <a:ext uri="{FF2B5EF4-FFF2-40B4-BE49-F238E27FC236}">
                <a16:creationId xmlns:a16="http://schemas.microsoft.com/office/drawing/2014/main" id="{5FBBC732-E702-3E6F-497C-7F29694D13FB}"/>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indent="0" algn="l">
              <a:buNone/>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6" name="Text Placeholder 23">
            <a:extLst>
              <a:ext uri="{FF2B5EF4-FFF2-40B4-BE49-F238E27FC236}">
                <a16:creationId xmlns:a16="http://schemas.microsoft.com/office/drawing/2014/main" id="{36049FF2-2512-15EC-0BC5-02E04BA2768C}"/>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 </a:t>
            </a:r>
          </a:p>
        </p:txBody>
      </p:sp>
      <p:sp>
        <p:nvSpPr>
          <p:cNvPr id="7" name="Title 3">
            <a:extLst>
              <a:ext uri="{FF2B5EF4-FFF2-40B4-BE49-F238E27FC236}">
                <a16:creationId xmlns:a16="http://schemas.microsoft.com/office/drawing/2014/main" id="{70DE6B89-9C84-0073-FFF4-317627227D3A}"/>
              </a:ext>
            </a:extLst>
          </p:cNvPr>
          <p:cNvSpPr>
            <a:spLocks noGrp="1"/>
          </p:cNvSpPr>
          <p:nvPr>
            <p:ph type="title" hasCustomPrompt="1"/>
          </p:nvPr>
        </p:nvSpPr>
        <p:spPr>
          <a:xfrm>
            <a:off x="380678" y="1078522"/>
            <a:ext cx="5329526" cy="2860431"/>
          </a:xfrm>
          <a:prstGeom prst="rect">
            <a:avLst/>
          </a:prstGeom>
        </p:spPr>
        <p:txBody>
          <a:bodyPr anchor="t"/>
          <a:lstStyle>
            <a:lvl1pPr>
              <a:defRPr b="1" i="0">
                <a:solidFill>
                  <a:schemeClr val="tx1"/>
                </a:solidFill>
                <a:latin typeface="Aptos" pitchFamily="2" charset="77"/>
              </a:defRPr>
            </a:lvl1pPr>
          </a:lstStyle>
          <a:p>
            <a:r>
              <a:rPr lang="en-US"/>
              <a:t>The name of the new feature/tool</a:t>
            </a:r>
          </a:p>
        </p:txBody>
      </p:sp>
      <p:sp>
        <p:nvSpPr>
          <p:cNvPr id="9" name="Rectangle 8">
            <a:extLst>
              <a:ext uri="{FF2B5EF4-FFF2-40B4-BE49-F238E27FC236}">
                <a16:creationId xmlns:a16="http://schemas.microsoft.com/office/drawing/2014/main" id="{A6F09B9F-3FE4-6399-1385-FFD635ADD1DA}"/>
              </a:ext>
            </a:extLst>
          </p:cNvPr>
          <p:cNvSpPr/>
          <p:nvPr/>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817D17F9-863A-DEA9-AD9D-B5963C46FDA4}"/>
              </a:ext>
            </a:extLst>
          </p:cNvPr>
          <p:cNvSpPr/>
          <p:nvPr/>
        </p:nvSpPr>
        <p:spPr>
          <a:xfrm>
            <a:off x="-6317174" y="1078345"/>
            <a:ext cx="2669164" cy="415936"/>
          </a:xfrm>
          <a:prstGeom prst="roundRect">
            <a:avLst>
              <a:gd name="adj" fmla="val 50000"/>
            </a:avLst>
          </a:prstGeom>
          <a:noFill/>
          <a:ln w="12700">
            <a:gradFill flip="none" rotWithShape="1">
              <a:gsLst>
                <a:gs pos="0">
                  <a:srgbClr val="8342FB"/>
                </a:gs>
                <a:gs pos="47000">
                  <a:srgbClr val="3194FF"/>
                </a:gs>
                <a:gs pos="100000">
                  <a:schemeClr val="accent3"/>
                </a:gs>
              </a:gsLst>
              <a:lin ang="189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500">
                <a:latin typeface="Aptos" pitchFamily="2" charset="77"/>
              </a:rPr>
              <a:t>       </a:t>
            </a:r>
            <a:r>
              <a:rPr lang="en-US" sz="1600">
                <a:latin typeface="Aptos" pitchFamily="2" charset="77"/>
              </a:rPr>
              <a:t>Copilot feature name</a:t>
            </a:r>
          </a:p>
        </p:txBody>
      </p:sp>
      <p:grpSp>
        <p:nvGrpSpPr>
          <p:cNvPr id="17" name="Google Shape;1693;p69">
            <a:extLst>
              <a:ext uri="{FF2B5EF4-FFF2-40B4-BE49-F238E27FC236}">
                <a16:creationId xmlns:a16="http://schemas.microsoft.com/office/drawing/2014/main" id="{90C9FAD5-5318-45E8-71B2-93F19CCC648E}"/>
              </a:ext>
            </a:extLst>
          </p:cNvPr>
          <p:cNvGrpSpPr/>
          <p:nvPr/>
        </p:nvGrpSpPr>
        <p:grpSpPr>
          <a:xfrm>
            <a:off x="-6166919" y="1201727"/>
            <a:ext cx="192384" cy="160586"/>
            <a:chOff x="690700" y="246575"/>
            <a:chExt cx="6228425" cy="5199000"/>
          </a:xfrm>
        </p:grpSpPr>
        <p:sp>
          <p:nvSpPr>
            <p:cNvPr id="18" name="Google Shape;1694;p69">
              <a:extLst>
                <a:ext uri="{FF2B5EF4-FFF2-40B4-BE49-F238E27FC236}">
                  <a16:creationId xmlns:a16="http://schemas.microsoft.com/office/drawing/2014/main" id="{9181ADA1-486B-A4ED-A80A-733E51A55A58}"/>
                </a:ext>
              </a:extLst>
            </p:cNvPr>
            <p:cNvSpPr/>
            <p:nvPr/>
          </p:nvSpPr>
          <p:spPr>
            <a:xfrm>
              <a:off x="690700" y="246575"/>
              <a:ext cx="6228425" cy="5199000"/>
            </a:xfrm>
            <a:custGeom>
              <a:avLst/>
              <a:gdLst/>
              <a:ahLst/>
              <a:cxnLst/>
              <a:rect l="l" t="t" r="r" b="b"/>
              <a:pathLst>
                <a:path w="249137" h="207960" extrusionOk="0">
                  <a:moveTo>
                    <a:pt x="248256" y="155809"/>
                  </a:moveTo>
                  <a:cubicBezTo>
                    <a:pt x="239350" y="171352"/>
                    <a:pt x="187470" y="207959"/>
                    <a:pt x="124585" y="207959"/>
                  </a:cubicBezTo>
                  <a:cubicBezTo>
                    <a:pt x="61666" y="207959"/>
                    <a:pt x="9787" y="171352"/>
                    <a:pt x="880" y="155809"/>
                  </a:cubicBezTo>
                  <a:cubicBezTo>
                    <a:pt x="203" y="154691"/>
                    <a:pt x="0" y="153404"/>
                    <a:pt x="0" y="152084"/>
                  </a:cubicBezTo>
                  <a:lnTo>
                    <a:pt x="0" y="124451"/>
                  </a:lnTo>
                  <a:cubicBezTo>
                    <a:pt x="0" y="123333"/>
                    <a:pt x="169" y="122182"/>
                    <a:pt x="610" y="121132"/>
                  </a:cubicBezTo>
                  <a:cubicBezTo>
                    <a:pt x="4470" y="111413"/>
                    <a:pt x="14595" y="97326"/>
                    <a:pt x="27633" y="93567"/>
                  </a:cubicBezTo>
                  <a:cubicBezTo>
                    <a:pt x="29360" y="89097"/>
                    <a:pt x="31934" y="82629"/>
                    <a:pt x="34338" y="77820"/>
                  </a:cubicBezTo>
                  <a:cubicBezTo>
                    <a:pt x="33932" y="74163"/>
                    <a:pt x="33796" y="70370"/>
                    <a:pt x="33796" y="66543"/>
                  </a:cubicBezTo>
                  <a:cubicBezTo>
                    <a:pt x="33796" y="52727"/>
                    <a:pt x="36708" y="40637"/>
                    <a:pt x="45513" y="31596"/>
                  </a:cubicBezTo>
                  <a:cubicBezTo>
                    <a:pt x="49644" y="27397"/>
                    <a:pt x="54758" y="24146"/>
                    <a:pt x="60820" y="21741"/>
                  </a:cubicBezTo>
                  <a:cubicBezTo>
                    <a:pt x="75347" y="9923"/>
                    <a:pt x="96004" y="1"/>
                    <a:pt x="124348" y="1"/>
                  </a:cubicBezTo>
                  <a:cubicBezTo>
                    <a:pt x="152692" y="1"/>
                    <a:pt x="173789" y="9923"/>
                    <a:pt x="188317" y="21741"/>
                  </a:cubicBezTo>
                  <a:cubicBezTo>
                    <a:pt x="194379" y="24146"/>
                    <a:pt x="199492" y="27397"/>
                    <a:pt x="203624" y="31596"/>
                  </a:cubicBezTo>
                  <a:cubicBezTo>
                    <a:pt x="212428" y="40637"/>
                    <a:pt x="215374" y="52727"/>
                    <a:pt x="215374" y="66543"/>
                  </a:cubicBezTo>
                  <a:cubicBezTo>
                    <a:pt x="215374" y="70370"/>
                    <a:pt x="215205" y="74163"/>
                    <a:pt x="214833" y="77820"/>
                  </a:cubicBezTo>
                  <a:cubicBezTo>
                    <a:pt x="217203" y="82629"/>
                    <a:pt x="219777" y="89097"/>
                    <a:pt x="221504" y="93567"/>
                  </a:cubicBezTo>
                  <a:cubicBezTo>
                    <a:pt x="234575" y="97326"/>
                    <a:pt x="244667" y="111413"/>
                    <a:pt x="248527" y="121132"/>
                  </a:cubicBezTo>
                  <a:cubicBezTo>
                    <a:pt x="248967" y="122182"/>
                    <a:pt x="249137" y="123333"/>
                    <a:pt x="249137" y="124451"/>
                  </a:cubicBezTo>
                  <a:lnTo>
                    <a:pt x="249137" y="152084"/>
                  </a:lnTo>
                  <a:cubicBezTo>
                    <a:pt x="249137" y="153404"/>
                    <a:pt x="248933" y="154691"/>
                    <a:pt x="248256" y="155809"/>
                  </a:cubicBezTo>
                  <a:close/>
                  <a:moveTo>
                    <a:pt x="133017" y="63191"/>
                  </a:moveTo>
                  <a:cubicBezTo>
                    <a:pt x="132577" y="59770"/>
                    <a:pt x="132374" y="56689"/>
                    <a:pt x="132340" y="53912"/>
                  </a:cubicBezTo>
                  <a:lnTo>
                    <a:pt x="132340" y="53709"/>
                  </a:lnTo>
                  <a:cubicBezTo>
                    <a:pt x="132374" y="45717"/>
                    <a:pt x="134101" y="40536"/>
                    <a:pt x="136912" y="37353"/>
                  </a:cubicBezTo>
                  <a:cubicBezTo>
                    <a:pt x="140434" y="33289"/>
                    <a:pt x="147748" y="30173"/>
                    <a:pt x="163190" y="31867"/>
                  </a:cubicBezTo>
                  <a:cubicBezTo>
                    <a:pt x="178801" y="33526"/>
                    <a:pt x="187538" y="37420"/>
                    <a:pt x="192482" y="42466"/>
                  </a:cubicBezTo>
                  <a:cubicBezTo>
                    <a:pt x="197291" y="47376"/>
                    <a:pt x="199797" y="54725"/>
                    <a:pt x="199797" y="66543"/>
                  </a:cubicBezTo>
                  <a:cubicBezTo>
                    <a:pt x="199797" y="79107"/>
                    <a:pt x="198002" y="86523"/>
                    <a:pt x="194006" y="91061"/>
                  </a:cubicBezTo>
                  <a:cubicBezTo>
                    <a:pt x="190213" y="95328"/>
                    <a:pt x="182763" y="98849"/>
                    <a:pt x="166441" y="98849"/>
                  </a:cubicBezTo>
                  <a:cubicBezTo>
                    <a:pt x="153878" y="98849"/>
                    <a:pt x="146698" y="94752"/>
                    <a:pt x="142127" y="89097"/>
                  </a:cubicBezTo>
                  <a:cubicBezTo>
                    <a:pt x="137183" y="83035"/>
                    <a:pt x="134406" y="74163"/>
                    <a:pt x="133017" y="63191"/>
                  </a:cubicBezTo>
                  <a:close/>
                  <a:moveTo>
                    <a:pt x="116119" y="63191"/>
                  </a:moveTo>
                  <a:cubicBezTo>
                    <a:pt x="116560" y="59770"/>
                    <a:pt x="116797" y="56689"/>
                    <a:pt x="116797" y="53912"/>
                  </a:cubicBezTo>
                  <a:lnTo>
                    <a:pt x="116797" y="53709"/>
                  </a:lnTo>
                  <a:cubicBezTo>
                    <a:pt x="116763" y="45717"/>
                    <a:pt x="115036" y="40536"/>
                    <a:pt x="112259" y="37353"/>
                  </a:cubicBezTo>
                  <a:cubicBezTo>
                    <a:pt x="108703" y="33289"/>
                    <a:pt x="101388" y="30173"/>
                    <a:pt x="85980" y="31867"/>
                  </a:cubicBezTo>
                  <a:cubicBezTo>
                    <a:pt x="70335" y="33526"/>
                    <a:pt x="61598" y="37420"/>
                    <a:pt x="56654" y="42466"/>
                  </a:cubicBezTo>
                  <a:cubicBezTo>
                    <a:pt x="51879" y="47376"/>
                    <a:pt x="49340" y="54725"/>
                    <a:pt x="49340" y="66543"/>
                  </a:cubicBezTo>
                  <a:cubicBezTo>
                    <a:pt x="49340" y="79107"/>
                    <a:pt x="51168" y="86523"/>
                    <a:pt x="55130" y="91061"/>
                  </a:cubicBezTo>
                  <a:cubicBezTo>
                    <a:pt x="58923" y="95328"/>
                    <a:pt x="66373" y="98849"/>
                    <a:pt x="82696" y="98849"/>
                  </a:cubicBezTo>
                  <a:cubicBezTo>
                    <a:pt x="95259" y="98849"/>
                    <a:pt x="102438" y="94752"/>
                    <a:pt x="107010" y="89097"/>
                  </a:cubicBezTo>
                  <a:cubicBezTo>
                    <a:pt x="111954" y="83035"/>
                    <a:pt x="114731" y="74163"/>
                    <a:pt x="116119" y="63191"/>
                  </a:cubicBezTo>
                  <a:close/>
                  <a:moveTo>
                    <a:pt x="126346" y="93634"/>
                  </a:moveTo>
                  <a:cubicBezTo>
                    <a:pt x="126956" y="93634"/>
                    <a:pt x="125770" y="93634"/>
                    <a:pt x="126346" y="93634"/>
                  </a:cubicBezTo>
                  <a:cubicBezTo>
                    <a:pt x="125770" y="93634"/>
                    <a:pt x="123366" y="93634"/>
                    <a:pt x="122790" y="93634"/>
                  </a:cubicBezTo>
                  <a:cubicBezTo>
                    <a:pt x="121673" y="95497"/>
                    <a:pt x="120454" y="97258"/>
                    <a:pt x="119099" y="98917"/>
                  </a:cubicBezTo>
                  <a:cubicBezTo>
                    <a:pt x="111107" y="108738"/>
                    <a:pt x="99187" y="114393"/>
                    <a:pt x="82696" y="114393"/>
                  </a:cubicBezTo>
                  <a:cubicBezTo>
                    <a:pt x="64815" y="114393"/>
                    <a:pt x="51676" y="110668"/>
                    <a:pt x="43447" y="101355"/>
                  </a:cubicBezTo>
                  <a:cubicBezTo>
                    <a:pt x="43007" y="100814"/>
                    <a:pt x="42567" y="100272"/>
                    <a:pt x="42567" y="100272"/>
                  </a:cubicBezTo>
                  <a:lnTo>
                    <a:pt x="41551" y="101355"/>
                  </a:lnTo>
                  <a:lnTo>
                    <a:pt x="41551" y="169659"/>
                  </a:lnTo>
                  <a:cubicBezTo>
                    <a:pt x="56451" y="177752"/>
                    <a:pt x="88419" y="192280"/>
                    <a:pt x="124585" y="192280"/>
                  </a:cubicBezTo>
                  <a:cubicBezTo>
                    <a:pt x="160752" y="192280"/>
                    <a:pt x="192686" y="177752"/>
                    <a:pt x="207586" y="169659"/>
                  </a:cubicBezTo>
                  <a:lnTo>
                    <a:pt x="207586" y="101355"/>
                  </a:lnTo>
                  <a:lnTo>
                    <a:pt x="206570" y="100272"/>
                  </a:lnTo>
                  <a:cubicBezTo>
                    <a:pt x="206570" y="100272"/>
                    <a:pt x="206231" y="100712"/>
                    <a:pt x="205689" y="101355"/>
                  </a:cubicBezTo>
                  <a:cubicBezTo>
                    <a:pt x="197460" y="110668"/>
                    <a:pt x="184321" y="114393"/>
                    <a:pt x="166441" y="114393"/>
                  </a:cubicBezTo>
                  <a:cubicBezTo>
                    <a:pt x="149949" y="114393"/>
                    <a:pt x="138029" y="108738"/>
                    <a:pt x="130037" y="98917"/>
                  </a:cubicBezTo>
                  <a:cubicBezTo>
                    <a:pt x="128683" y="97258"/>
                    <a:pt x="127464" y="95497"/>
                    <a:pt x="126346" y="93634"/>
                  </a:cubicBezTo>
                  <a:close/>
                </a:path>
              </a:pathLst>
            </a:custGeom>
            <a:solidFill>
              <a:srgbClr val="FFFFFF"/>
            </a:solidFill>
            <a:ln>
              <a:noFill/>
            </a:ln>
          </p:spPr>
          <p:txBody>
            <a:bodyPr spcFirstLastPara="1" wrap="square" lIns="101113" tIns="101113" rIns="101113" bIns="101113" anchor="ctr" anchorCtr="0">
              <a:noAutofit/>
            </a:bodyPr>
            <a:lstStyle/>
            <a:p>
              <a:endParaRPr sz="1991">
                <a:latin typeface="Aptos" pitchFamily="2" charset="77"/>
              </a:endParaRPr>
            </a:p>
          </p:txBody>
        </p:sp>
        <p:sp>
          <p:nvSpPr>
            <p:cNvPr id="19" name="Google Shape;1695;p69">
              <a:extLst>
                <a:ext uri="{FF2B5EF4-FFF2-40B4-BE49-F238E27FC236}">
                  <a16:creationId xmlns:a16="http://schemas.microsoft.com/office/drawing/2014/main" id="{D2EB6D54-1D04-3426-1116-BD526BBF8BCE}"/>
                </a:ext>
              </a:extLst>
            </p:cNvPr>
            <p:cNvSpPr/>
            <p:nvPr/>
          </p:nvSpPr>
          <p:spPr>
            <a:xfrm>
              <a:off x="296210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endParaRPr sz="1991">
                <a:latin typeface="Aptos" pitchFamily="2" charset="77"/>
              </a:endParaRPr>
            </a:p>
          </p:txBody>
        </p:sp>
        <p:sp>
          <p:nvSpPr>
            <p:cNvPr id="20" name="Google Shape;1696;p69">
              <a:extLst>
                <a:ext uri="{FF2B5EF4-FFF2-40B4-BE49-F238E27FC236}">
                  <a16:creationId xmlns:a16="http://schemas.microsoft.com/office/drawing/2014/main" id="{9B8CA1D0-EE17-781A-D7C4-3837D25A1339}"/>
                </a:ext>
              </a:extLst>
            </p:cNvPr>
            <p:cNvSpPr/>
            <p:nvPr/>
          </p:nvSpPr>
          <p:spPr>
            <a:xfrm>
              <a:off x="419475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endParaRPr sz="1991">
                <a:latin typeface="Aptos" pitchFamily="2" charset="77"/>
              </a:endParaRPr>
            </a:p>
          </p:txBody>
        </p:sp>
      </p:grpSp>
      <p:sp>
        <p:nvSpPr>
          <p:cNvPr id="21" name="Text Placeholder 23">
            <a:extLst>
              <a:ext uri="{FF2B5EF4-FFF2-40B4-BE49-F238E27FC236}">
                <a16:creationId xmlns:a16="http://schemas.microsoft.com/office/drawing/2014/main" id="{681F3C19-4A00-5C21-68D9-AE3DB7F3C883}"/>
              </a:ext>
            </a:extLst>
          </p:cNvPr>
          <p:cNvSpPr txBox="1">
            <a:spLocks/>
          </p:cNvSpPr>
          <p:nvPr/>
        </p:nvSpPr>
        <p:spPr>
          <a:xfrm>
            <a:off x="-6355919" y="4899085"/>
            <a:ext cx="5329526" cy="1564127"/>
          </a:xfrm>
          <a:prstGeom prst="rect">
            <a:avLst/>
          </a:prstGeom>
        </p:spPr>
        <p:txBody>
          <a:bodyPr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rgbClr val="B6BFB8"/>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Supporting text if applicable. Keep it short and sweet.</a:t>
            </a:r>
          </a:p>
        </p:txBody>
      </p:sp>
      <p:sp>
        <p:nvSpPr>
          <p:cNvPr id="22" name="Text Placeholder 23">
            <a:extLst>
              <a:ext uri="{FF2B5EF4-FFF2-40B4-BE49-F238E27FC236}">
                <a16:creationId xmlns:a16="http://schemas.microsoft.com/office/drawing/2014/main" id="{C30760E8-5FE2-1485-13D4-2511792EDD61}"/>
              </a:ext>
            </a:extLst>
          </p:cNvPr>
          <p:cNvSpPr txBox="1">
            <a:spLocks/>
          </p:cNvSpPr>
          <p:nvPr/>
        </p:nvSpPr>
        <p:spPr>
          <a:xfrm>
            <a:off x="-6355919" y="394788"/>
            <a:ext cx="5329528" cy="538736"/>
          </a:xfrm>
          <a:prstGeom prst="rect">
            <a:avLst/>
          </a:prstGeom>
        </p:spPr>
        <p:txBody>
          <a:bodyPr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chemeClr val="accent2"/>
                </a:solidFill>
              </a:rPr>
              <a:t>Beta / Coming soon </a:t>
            </a:r>
          </a:p>
        </p:txBody>
      </p:sp>
      <p:sp>
        <p:nvSpPr>
          <p:cNvPr id="23" name="Title 3">
            <a:extLst>
              <a:ext uri="{FF2B5EF4-FFF2-40B4-BE49-F238E27FC236}">
                <a16:creationId xmlns:a16="http://schemas.microsoft.com/office/drawing/2014/main" id="{89E16DA8-14E9-7B47-04BA-0D076C597EF0}"/>
              </a:ext>
            </a:extLst>
          </p:cNvPr>
          <p:cNvSpPr txBox="1">
            <a:spLocks/>
          </p:cNvSpPr>
          <p:nvPr/>
        </p:nvSpPr>
        <p:spPr>
          <a:xfrm>
            <a:off x="-6355919" y="1814384"/>
            <a:ext cx="5329526" cy="2860431"/>
          </a:xfrm>
          <a:prstGeom prst="rect">
            <a:avLst/>
          </a:prstGeom>
        </p:spPr>
        <p:txBody>
          <a:bodyPr/>
          <a:lstStyle>
            <a:lvl1pPr algn="l" defTabSz="914400" rtl="0" eaLnBrk="1" latinLnBrk="0" hangingPunct="1">
              <a:lnSpc>
                <a:spcPct val="90000"/>
              </a:lnSpc>
              <a:spcBef>
                <a:spcPct val="0"/>
              </a:spcBef>
              <a:buNone/>
              <a:defRPr sz="3600" b="1" i="0" kern="1200">
                <a:solidFill>
                  <a:schemeClr val="tx1"/>
                </a:solidFill>
                <a:latin typeface="Aptos" pitchFamily="2" charset="77"/>
                <a:ea typeface="+mj-ea"/>
                <a:cs typeface="Arial" panose="020B0604020202020204" pitchFamily="34" charset="0"/>
              </a:defRPr>
            </a:lvl1pPr>
          </a:lstStyle>
          <a:p>
            <a:r>
              <a:rPr lang="en-US"/>
              <a:t>A value prop in sentence case that is 12 words or less</a:t>
            </a:r>
          </a:p>
        </p:txBody>
      </p:sp>
      <p:sp>
        <p:nvSpPr>
          <p:cNvPr id="24" name="Rectangle 23">
            <a:extLst>
              <a:ext uri="{FF2B5EF4-FFF2-40B4-BE49-F238E27FC236}">
                <a16:creationId xmlns:a16="http://schemas.microsoft.com/office/drawing/2014/main" id="{38705596-F813-0C20-3648-BC8286CDA0A0}"/>
              </a:ext>
            </a:extLst>
          </p:cNvPr>
          <p:cNvSpPr/>
          <p:nvPr/>
        </p:nvSpPr>
        <p:spPr>
          <a:xfrm>
            <a:off x="-686937"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521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Locked">
    <p:bg>
      <p:bgPr>
        <a:solidFill>
          <a:srgbClr val="000000"/>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D6F6C720-DF33-D17F-F413-FB11274DEF80}"/>
              </a:ext>
            </a:extLst>
          </p:cNvPr>
          <p:cNvSpPr/>
          <p:nvPr/>
        </p:nvSpPr>
        <p:spPr>
          <a:xfrm>
            <a:off x="-5221" y="-887828"/>
            <a:ext cx="914400" cy="457200"/>
          </a:xfrm>
          <a:prstGeom prst="roundRect">
            <a:avLst>
              <a:gd name="adj" fmla="val 50000"/>
            </a:avLst>
          </a:prstGeom>
          <a:solidFill>
            <a:srgbClr val="FF507A"/>
          </a:solidFill>
          <a:ln>
            <a:solidFill>
              <a:schemeClr val="tx2"/>
            </a:solidFill>
          </a:ln>
          <a:effectLst>
            <a:outerShdw blurRad="254000" dist="254000" dir="5400000" algn="t" rotWithShape="0">
              <a:prstClr val="black">
                <a:alpha val="40000"/>
              </a:prstClr>
            </a:outerShdw>
          </a:effectLst>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200" b="1" i="0">
                <a:solidFill>
                  <a:schemeClr val="tx1"/>
                </a:solidFill>
                <a:latin typeface="Aptos" pitchFamily="2" charset="77"/>
              </a:rPr>
              <a:t>Locked</a:t>
            </a:r>
          </a:p>
        </p:txBody>
      </p:sp>
      <p:pic>
        <p:nvPicPr>
          <p:cNvPr id="3" name="Picture 2">
            <a:extLst>
              <a:ext uri="{FF2B5EF4-FFF2-40B4-BE49-F238E27FC236}">
                <a16:creationId xmlns:a16="http://schemas.microsoft.com/office/drawing/2014/main" id="{7F89459C-3D23-DFF1-35FB-F4DBA62BC888}"/>
              </a:ext>
            </a:extLst>
          </p:cNvPr>
          <p:cNvPicPr/>
          <p:nvPr/>
        </p:nvPicPr>
        <p:blipFill>
          <a:blip r:embed="rId2" cstate="screen">
            <a:extLst>
              <a:ext uri="{28A0092B-C50C-407E-A947-70E740481C1C}">
                <a14:useLocalDpi xmlns:a14="http://schemas.microsoft.com/office/drawing/2010/main"/>
              </a:ext>
            </a:extLst>
          </a:blip>
          <a:stretch>
            <a:fillRect/>
          </a:stretch>
        </p:blipFill>
        <p:spPr>
          <a:xfrm>
            <a:off x="0" y="7148946"/>
            <a:ext cx="2660073" cy="177752"/>
          </a:xfrm>
          <a:prstGeom prst="rect">
            <a:avLst/>
          </a:prstGeom>
        </p:spPr>
      </p:pic>
      <p:sp>
        <p:nvSpPr>
          <p:cNvPr id="5" name="TextBox 4">
            <a:extLst>
              <a:ext uri="{FF2B5EF4-FFF2-40B4-BE49-F238E27FC236}">
                <a16:creationId xmlns:a16="http://schemas.microsoft.com/office/drawing/2014/main" id="{023DC181-FD35-DCFF-793A-2CC1A0FF3EC2}"/>
              </a:ext>
            </a:extLst>
          </p:cNvPr>
          <p:cNvSpPr txBox="1"/>
          <p:nvPr/>
        </p:nvSpPr>
        <p:spPr>
          <a:xfrm>
            <a:off x="6865257" y="7101159"/>
            <a:ext cx="5326743" cy="276999"/>
          </a:xfrm>
          <a:prstGeom prst="rect">
            <a:avLst/>
          </a:prstGeom>
          <a:noFill/>
        </p:spPr>
        <p:txBody>
          <a:bodyPr wrap="square" rtlCol="0">
            <a:spAutoFit/>
          </a:bodyPr>
          <a:lstStyle/>
          <a:p>
            <a:pPr algn="r"/>
            <a:r>
              <a:rPr lang="en-US" sz="1200">
                <a:latin typeface="Aptos" pitchFamily="2" charset="77"/>
              </a:rPr>
              <a:t>slide expiration _ TUES, NOV 26 2024</a:t>
            </a:r>
          </a:p>
        </p:txBody>
      </p:sp>
    </p:spTree>
    <p:extLst>
      <p:ext uri="{BB962C8B-B14F-4D97-AF65-F5344CB8AC3E}">
        <p14:creationId xmlns:p14="http://schemas.microsoft.com/office/powerpoint/2010/main" val="1689479073"/>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eneral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7491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I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53415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evEx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3176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urity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8031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amp; Subtitle">
    <p:bg>
      <p:bgPr>
        <a:solidFill>
          <a:srgbClr val="00000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934219-9B18-8925-0B79-BF8DB5FD4165}"/>
              </a:ext>
            </a:extLst>
          </p:cNvPr>
          <p:cNvSpPr txBox="1"/>
          <p:nvPr/>
        </p:nvSpPr>
        <p:spPr>
          <a:xfrm>
            <a:off x="9356271" y="-1045029"/>
            <a:ext cx="184731" cy="369332"/>
          </a:xfrm>
          <a:prstGeom prst="rect">
            <a:avLst/>
          </a:prstGeom>
          <a:noFill/>
        </p:spPr>
        <p:txBody>
          <a:bodyPr wrap="none" rtlCol="0">
            <a:spAutoFit/>
          </a:bodyPr>
          <a:lstStyle/>
          <a:p>
            <a:endParaRPr lang="en-US"/>
          </a:p>
        </p:txBody>
      </p:sp>
      <p:sp>
        <p:nvSpPr>
          <p:cNvPr id="4" name="Text Placeholder 23">
            <a:extLst>
              <a:ext uri="{FF2B5EF4-FFF2-40B4-BE49-F238E27FC236}">
                <a16:creationId xmlns:a16="http://schemas.microsoft.com/office/drawing/2014/main" id="{51F7D6A9-0B03-B598-268C-7410B09FF4E1}"/>
              </a:ext>
            </a:extLst>
          </p:cNvPr>
          <p:cNvSpPr>
            <a:spLocks noGrp="1"/>
          </p:cNvSpPr>
          <p:nvPr>
            <p:ph type="body" sz="quarter" idx="22" hasCustomPrompt="1"/>
          </p:nvPr>
        </p:nvSpPr>
        <p:spPr>
          <a:xfrm>
            <a:off x="720436" y="5159829"/>
            <a:ext cx="10818832" cy="990019"/>
          </a:xfrm>
        </p:spPr>
        <p:txBody>
          <a:bodyPr anchor="t" anchorCtr="0">
            <a:noAutofit/>
          </a:bodyPr>
          <a:lstStyle>
            <a:lvl1pPr marL="0" indent="0" algn="l">
              <a:buNone/>
              <a:defRPr sz="18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 information here</a:t>
            </a:r>
          </a:p>
        </p:txBody>
      </p:sp>
      <p:sp>
        <p:nvSpPr>
          <p:cNvPr id="6" name="Text Placeholder 23">
            <a:extLst>
              <a:ext uri="{FF2B5EF4-FFF2-40B4-BE49-F238E27FC236}">
                <a16:creationId xmlns:a16="http://schemas.microsoft.com/office/drawing/2014/main" id="{B8BD3C84-FADE-BF52-5760-D3D87F6A37D6}"/>
              </a:ext>
            </a:extLst>
          </p:cNvPr>
          <p:cNvSpPr>
            <a:spLocks noGrp="1"/>
          </p:cNvSpPr>
          <p:nvPr>
            <p:ph type="body" sz="quarter" idx="32" hasCustomPrompt="1"/>
          </p:nvPr>
        </p:nvSpPr>
        <p:spPr>
          <a:xfrm>
            <a:off x="720435" y="708152"/>
            <a:ext cx="10818831" cy="369332"/>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7" name="Title 1">
            <a:extLst>
              <a:ext uri="{FF2B5EF4-FFF2-40B4-BE49-F238E27FC236}">
                <a16:creationId xmlns:a16="http://schemas.microsoft.com/office/drawing/2014/main" id="{74EF8970-F0DD-E62A-43D3-7E1139307101}"/>
              </a:ext>
            </a:extLst>
          </p:cNvPr>
          <p:cNvSpPr>
            <a:spLocks noGrp="1"/>
          </p:cNvSpPr>
          <p:nvPr>
            <p:ph type="ctrTitle" hasCustomPrompt="1"/>
          </p:nvPr>
        </p:nvSpPr>
        <p:spPr>
          <a:xfrm>
            <a:off x="720436" y="1273358"/>
            <a:ext cx="10818832" cy="3217000"/>
          </a:xfrm>
        </p:spPr>
        <p:txBody>
          <a:bodyPr anchor="t">
            <a:noAutofit/>
          </a:bodyPr>
          <a:lstStyle>
            <a:lvl1pPr algn="l">
              <a:defRPr sz="4800" b="1" i="0">
                <a:solidFill>
                  <a:schemeClr val="tx1"/>
                </a:solidFill>
                <a:latin typeface="Aptos" pitchFamily="2" charset="77"/>
              </a:defRPr>
            </a:lvl1pPr>
          </a:lstStyle>
          <a:p>
            <a:r>
              <a:rPr lang="en-US"/>
              <a:t>Title should be less than ten words</a:t>
            </a:r>
          </a:p>
        </p:txBody>
      </p:sp>
    </p:spTree>
    <p:extLst>
      <p:ext uri="{BB962C8B-B14F-4D97-AF65-F5344CB8AC3E}">
        <p14:creationId xmlns:p14="http://schemas.microsoft.com/office/powerpoint/2010/main" val="158238192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Copilot feature specific 1">
    <p:spTree>
      <p:nvGrpSpPr>
        <p:cNvPr id="1" name=""/>
        <p:cNvGrpSpPr/>
        <p:nvPr/>
      </p:nvGrpSpPr>
      <p:grpSpPr>
        <a:xfrm>
          <a:off x="0" y="0"/>
          <a:ext cx="0" cy="0"/>
          <a:chOff x="0" y="0"/>
          <a:chExt cx="0" cy="0"/>
        </a:xfrm>
      </p:grpSpPr>
      <p:sp>
        <p:nvSpPr>
          <p:cNvPr id="14" name="Title 3">
            <a:extLst>
              <a:ext uri="{FF2B5EF4-FFF2-40B4-BE49-F238E27FC236}">
                <a16:creationId xmlns:a16="http://schemas.microsoft.com/office/drawing/2014/main" id="{5DB9C4AF-D54B-2966-FD9E-8AD866CE4CA1}"/>
              </a:ext>
            </a:extLst>
          </p:cNvPr>
          <p:cNvSpPr>
            <a:spLocks noGrp="1"/>
          </p:cNvSpPr>
          <p:nvPr>
            <p:ph type="title" hasCustomPrompt="1"/>
          </p:nvPr>
        </p:nvSpPr>
        <p:spPr>
          <a:xfrm>
            <a:off x="380678"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13" name="Text Placeholder 23">
            <a:extLst>
              <a:ext uri="{FF2B5EF4-FFF2-40B4-BE49-F238E27FC236}">
                <a16:creationId xmlns:a16="http://schemas.microsoft.com/office/drawing/2014/main" id="{EA5B5886-EA34-DAE8-50CF-0EFEF5F0187B}"/>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11" name="Rectangle 10">
            <a:extLst>
              <a:ext uri="{FF2B5EF4-FFF2-40B4-BE49-F238E27FC236}">
                <a16:creationId xmlns:a16="http://schemas.microsoft.com/office/drawing/2014/main" id="{6E2EF7E6-FBD4-9CAF-B4D5-F790303CD6A4}"/>
              </a:ext>
            </a:extLst>
          </p:cNvPr>
          <p:cNvSpPr/>
          <p:nvPr/>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icture Placeholder 9">
            <a:extLst>
              <a:ext uri="{FF2B5EF4-FFF2-40B4-BE49-F238E27FC236}">
                <a16:creationId xmlns:a16="http://schemas.microsoft.com/office/drawing/2014/main" id="{2AFB5C47-8B12-3D29-6D72-04EE3AD28E97}"/>
              </a:ext>
            </a:extLst>
          </p:cNvPr>
          <p:cNvSpPr>
            <a:spLocks noGrp="1"/>
          </p:cNvSpPr>
          <p:nvPr>
            <p:ph type="pic" sz="quarter" idx="32"/>
          </p:nvPr>
        </p:nvSpPr>
        <p:spPr>
          <a:xfrm>
            <a:off x="6088062" y="0"/>
            <a:ext cx="6103938" cy="6858000"/>
          </a:xfrm>
          <a:prstGeom prst="rect">
            <a:avLst/>
          </a:prstGeom>
          <a:gradFill>
            <a:gsLst>
              <a:gs pos="100000">
                <a:srgbClr val="8CF2A6"/>
              </a:gs>
              <a:gs pos="0">
                <a:srgbClr val="C16EFF"/>
              </a:gs>
              <a:gs pos="52000">
                <a:srgbClr val="3194FF"/>
              </a:gs>
            </a:gsLst>
            <a:lin ang="2700000" scaled="1"/>
          </a:gradFill>
        </p:spPr>
        <p:txBody>
          <a:bodyPr/>
          <a:lstStyle/>
          <a:p>
            <a:r>
              <a:rPr lang="en-US"/>
              <a:t>Click icon to add picture</a:t>
            </a:r>
          </a:p>
        </p:txBody>
      </p:sp>
      <p:sp>
        <p:nvSpPr>
          <p:cNvPr id="2" name="Text Placeholder 23">
            <a:extLst>
              <a:ext uri="{FF2B5EF4-FFF2-40B4-BE49-F238E27FC236}">
                <a16:creationId xmlns:a16="http://schemas.microsoft.com/office/drawing/2014/main" id="{6075BC0D-A378-EE4D-A90D-78FBF20D0574}"/>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3" name="Rectangle 2">
            <a:extLst>
              <a:ext uri="{FF2B5EF4-FFF2-40B4-BE49-F238E27FC236}">
                <a16:creationId xmlns:a16="http://schemas.microsoft.com/office/drawing/2014/main" id="{130AD247-D9D4-5E1F-D16C-22550DE423BE}"/>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125720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opilot feature specific 3">
    <p:spTree>
      <p:nvGrpSpPr>
        <p:cNvPr id="1" name=""/>
        <p:cNvGrpSpPr/>
        <p:nvPr/>
      </p:nvGrpSpPr>
      <p:grpSpPr>
        <a:xfrm>
          <a:off x="0" y="0"/>
          <a:ext cx="0" cy="0"/>
          <a:chOff x="0" y="0"/>
          <a:chExt cx="0" cy="0"/>
        </a:xfrm>
      </p:grpSpPr>
      <p:sp>
        <p:nvSpPr>
          <p:cNvPr id="22" name="Rounded Rectangle 21">
            <a:extLst>
              <a:ext uri="{FF2B5EF4-FFF2-40B4-BE49-F238E27FC236}">
                <a16:creationId xmlns:a16="http://schemas.microsoft.com/office/drawing/2014/main" id="{CE29818A-4EA9-A52C-46E9-8BA0AA870332}"/>
              </a:ext>
            </a:extLst>
          </p:cNvPr>
          <p:cNvSpPr/>
          <p:nvPr/>
        </p:nvSpPr>
        <p:spPr>
          <a:xfrm>
            <a:off x="1646961" y="2537246"/>
            <a:ext cx="8898071" cy="4549354"/>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Aptos" pitchFamily="2" charset="77"/>
                <a:cs typeface="Aptos" pitchFamily="2" charset="77"/>
              </a:rPr>
              <a:t>Cover this entire rectangle with the product shot / UI</a:t>
            </a:r>
          </a:p>
        </p:txBody>
      </p:sp>
      <p:sp>
        <p:nvSpPr>
          <p:cNvPr id="21" name="Rectangle 20">
            <a:extLst>
              <a:ext uri="{FF2B5EF4-FFF2-40B4-BE49-F238E27FC236}">
                <a16:creationId xmlns:a16="http://schemas.microsoft.com/office/drawing/2014/main" id="{0F3B6736-5737-D701-0E58-0C9EB2DD4C76}"/>
              </a:ext>
            </a:extLst>
          </p:cNvPr>
          <p:cNvSpPr/>
          <p:nvPr/>
        </p:nvSpPr>
        <p:spPr>
          <a:xfrm rot="5400000">
            <a:off x="6077712" y="-6076188"/>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3">
            <a:extLst>
              <a:ext uri="{FF2B5EF4-FFF2-40B4-BE49-F238E27FC236}">
                <a16:creationId xmlns:a16="http://schemas.microsoft.com/office/drawing/2014/main" id="{DAB439ED-7498-1CDD-489D-2D06C8A093C4}"/>
              </a:ext>
            </a:extLst>
          </p:cNvPr>
          <p:cNvSpPr>
            <a:spLocks noGrp="1"/>
          </p:cNvSpPr>
          <p:nvPr>
            <p:ph type="title" hasCustomPrompt="1"/>
          </p:nvPr>
        </p:nvSpPr>
        <p:spPr>
          <a:xfrm>
            <a:off x="0" y="1277951"/>
            <a:ext cx="12188952" cy="1127328"/>
          </a:xfrm>
          <a:prstGeom prst="rect">
            <a:avLst/>
          </a:prstGeom>
        </p:spPr>
        <p:txBody>
          <a:bodyPr anchor="t"/>
          <a:lstStyle>
            <a:lvl1pPr algn="ctr">
              <a:defRPr b="1" i="0">
                <a:solidFill>
                  <a:schemeClr val="tx1"/>
                </a:solidFill>
                <a:latin typeface="Aptos" pitchFamily="2" charset="77"/>
              </a:defRPr>
            </a:lvl1pPr>
          </a:lstStyle>
          <a:p>
            <a:r>
              <a:rPr lang="en-US"/>
              <a:t>A value prop in sentence case </a:t>
            </a:r>
            <a:br>
              <a:rPr lang="en-US"/>
            </a:br>
            <a:r>
              <a:rPr lang="en-US"/>
              <a:t>that is 12 words or less</a:t>
            </a:r>
          </a:p>
        </p:txBody>
      </p:sp>
      <p:sp>
        <p:nvSpPr>
          <p:cNvPr id="4" name="Text Placeholder 23">
            <a:extLst>
              <a:ext uri="{FF2B5EF4-FFF2-40B4-BE49-F238E27FC236}">
                <a16:creationId xmlns:a16="http://schemas.microsoft.com/office/drawing/2014/main" id="{57A727C7-5F13-A52A-4A2C-7FC2467078EF}"/>
              </a:ext>
            </a:extLst>
          </p:cNvPr>
          <p:cNvSpPr>
            <a:spLocks noGrp="1"/>
          </p:cNvSpPr>
          <p:nvPr>
            <p:ph type="body" sz="quarter" idx="31" hasCustomPrompt="1"/>
          </p:nvPr>
        </p:nvSpPr>
        <p:spPr>
          <a:xfrm>
            <a:off x="3431236" y="263101"/>
            <a:ext cx="5329528" cy="286734"/>
          </a:xfrm>
          <a:prstGeom prst="rect">
            <a:avLst/>
          </a:prstGeom>
        </p:spPr>
        <p:txBody>
          <a:bodyPr anchor="ctr" anchorCtr="0">
            <a:noAutofit/>
          </a:bodyPr>
          <a:lstStyle>
            <a:lvl1pPr marL="0" indent="0" algn="ctr">
              <a:buNone/>
              <a:defRPr sz="12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3" name="Rounded Rectangle 2">
            <a:extLst>
              <a:ext uri="{FF2B5EF4-FFF2-40B4-BE49-F238E27FC236}">
                <a16:creationId xmlns:a16="http://schemas.microsoft.com/office/drawing/2014/main" id="{FAA5322E-CB77-3341-553B-E9D7226E3C07}"/>
              </a:ext>
            </a:extLst>
          </p:cNvPr>
          <p:cNvSpPr/>
          <p:nvPr userDrawn="1"/>
        </p:nvSpPr>
        <p:spPr>
          <a:xfrm>
            <a:off x="1646961" y="2537246"/>
            <a:ext cx="8898071" cy="4549354"/>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Aptos" pitchFamily="2" charset="77"/>
                <a:cs typeface="Aptos" pitchFamily="2" charset="77"/>
              </a:rPr>
              <a:t>Cover this entire rectangle with the product shot / UI</a:t>
            </a:r>
          </a:p>
        </p:txBody>
      </p:sp>
      <p:sp>
        <p:nvSpPr>
          <p:cNvPr id="5" name="Rectangle 4">
            <a:extLst>
              <a:ext uri="{FF2B5EF4-FFF2-40B4-BE49-F238E27FC236}">
                <a16:creationId xmlns:a16="http://schemas.microsoft.com/office/drawing/2014/main" id="{002C702E-5817-7BF0-B0F9-A0E1BAECBFB5}"/>
              </a:ext>
            </a:extLst>
          </p:cNvPr>
          <p:cNvSpPr/>
          <p:nvPr userDrawn="1"/>
        </p:nvSpPr>
        <p:spPr>
          <a:xfrm rot="5400000">
            <a:off x="6077712" y="-6076188"/>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433419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ecurity feature specific 2">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2AFB5C47-8B12-3D29-6D72-04EE3AD28E97}"/>
              </a:ext>
            </a:extLst>
          </p:cNvPr>
          <p:cNvSpPr>
            <a:spLocks noGrp="1"/>
          </p:cNvSpPr>
          <p:nvPr>
            <p:ph type="pic" sz="quarter" idx="32"/>
          </p:nvPr>
        </p:nvSpPr>
        <p:spPr>
          <a:xfrm>
            <a:off x="0" y="0"/>
            <a:ext cx="6103938" cy="6858000"/>
          </a:xfrm>
          <a:prstGeom prst="rect">
            <a:avLst/>
          </a:prstGeom>
          <a:gradFill>
            <a:gsLst>
              <a:gs pos="100000">
                <a:srgbClr val="9EECFF"/>
              </a:gs>
              <a:gs pos="0">
                <a:srgbClr val="3194FF"/>
              </a:gs>
            </a:gsLst>
            <a:lin ang="2700000" scaled="1"/>
          </a:gradFill>
        </p:spPr>
        <p:txBody>
          <a:bodyPr/>
          <a:lstStyle/>
          <a:p>
            <a:r>
              <a:rPr lang="en-US"/>
              <a:t>Click icon to add picture</a:t>
            </a:r>
          </a:p>
        </p:txBody>
      </p:sp>
      <p:sp>
        <p:nvSpPr>
          <p:cNvPr id="7" name="Rectangle 6">
            <a:extLst>
              <a:ext uri="{FF2B5EF4-FFF2-40B4-BE49-F238E27FC236}">
                <a16:creationId xmlns:a16="http://schemas.microsoft.com/office/drawing/2014/main" id="{7A362230-C912-A080-0D76-BAD92A2A4CBE}"/>
              </a:ext>
            </a:extLst>
          </p:cNvPr>
          <p:cNvSpPr/>
          <p:nvPr/>
        </p:nvSpPr>
        <p:spPr>
          <a:xfrm>
            <a:off x="6103336"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3">
            <a:extLst>
              <a:ext uri="{FF2B5EF4-FFF2-40B4-BE49-F238E27FC236}">
                <a16:creationId xmlns:a16="http://schemas.microsoft.com/office/drawing/2014/main" id="{B30DED90-C8A1-712C-7287-27FF7BF3A153}"/>
              </a:ext>
            </a:extLst>
          </p:cNvPr>
          <p:cNvSpPr>
            <a:spLocks noGrp="1"/>
          </p:cNvSpPr>
          <p:nvPr>
            <p:ph type="title" hasCustomPrompt="1"/>
          </p:nvPr>
        </p:nvSpPr>
        <p:spPr>
          <a:xfrm>
            <a:off x="6487010"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11" name="Text Placeholder 23">
            <a:extLst>
              <a:ext uri="{FF2B5EF4-FFF2-40B4-BE49-F238E27FC236}">
                <a16:creationId xmlns:a16="http://schemas.microsoft.com/office/drawing/2014/main" id="{19F1A0AB-79B7-AB7D-46CD-5F3E3DE389B2}"/>
              </a:ext>
            </a:extLst>
          </p:cNvPr>
          <p:cNvSpPr>
            <a:spLocks noGrp="1"/>
          </p:cNvSpPr>
          <p:nvPr>
            <p:ph type="body" sz="quarter" idx="31" hasCustomPrompt="1"/>
          </p:nvPr>
        </p:nvSpPr>
        <p:spPr>
          <a:xfrm>
            <a:off x="6487010"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13" name="Text Placeholder 23">
            <a:extLst>
              <a:ext uri="{FF2B5EF4-FFF2-40B4-BE49-F238E27FC236}">
                <a16:creationId xmlns:a16="http://schemas.microsoft.com/office/drawing/2014/main" id="{55B49007-0D35-3B56-802C-A03CE7C08D12}"/>
              </a:ext>
            </a:extLst>
          </p:cNvPr>
          <p:cNvSpPr>
            <a:spLocks noGrp="1"/>
          </p:cNvSpPr>
          <p:nvPr>
            <p:ph type="body" sz="quarter" idx="26" hasCustomPrompt="1"/>
          </p:nvPr>
        </p:nvSpPr>
        <p:spPr>
          <a:xfrm>
            <a:off x="6487010"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Tree>
    <p:extLst>
      <p:ext uri="{BB962C8B-B14F-4D97-AF65-F5344CB8AC3E}">
        <p14:creationId xmlns:p14="http://schemas.microsoft.com/office/powerpoint/2010/main" val="33819256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Enterprise feature specific 1">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2AFB5C47-8B12-3D29-6D72-04EE3AD28E97}"/>
              </a:ext>
            </a:extLst>
          </p:cNvPr>
          <p:cNvSpPr>
            <a:spLocks noGrp="1"/>
          </p:cNvSpPr>
          <p:nvPr>
            <p:ph type="pic" sz="quarter" idx="32"/>
          </p:nvPr>
        </p:nvSpPr>
        <p:spPr>
          <a:xfrm>
            <a:off x="6088062" y="0"/>
            <a:ext cx="6103938" cy="6858000"/>
          </a:xfrm>
          <a:prstGeom prst="rect">
            <a:avLst/>
          </a:prstGeom>
          <a:gradFill>
            <a:gsLst>
              <a:gs pos="100000">
                <a:srgbClr val="DDFF96"/>
              </a:gs>
              <a:gs pos="20000">
                <a:srgbClr val="8342FB"/>
              </a:gs>
              <a:gs pos="66000">
                <a:srgbClr val="FFAC82"/>
              </a:gs>
            </a:gsLst>
            <a:lin ang="2700000" scaled="1"/>
          </a:gradFill>
        </p:spPr>
        <p:txBody>
          <a:bodyPr/>
          <a:lstStyle/>
          <a:p>
            <a:r>
              <a:rPr lang="en-US"/>
              <a:t>Click icon to add picture</a:t>
            </a:r>
          </a:p>
        </p:txBody>
      </p:sp>
      <p:sp>
        <p:nvSpPr>
          <p:cNvPr id="17" name="Rectangle 16">
            <a:extLst>
              <a:ext uri="{FF2B5EF4-FFF2-40B4-BE49-F238E27FC236}">
                <a16:creationId xmlns:a16="http://schemas.microsoft.com/office/drawing/2014/main" id="{2AA922B8-55F0-98AD-538E-4138553A614F}"/>
              </a:ext>
            </a:extLst>
          </p:cNvPr>
          <p:cNvSpPr/>
          <p:nvPr/>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3">
            <a:extLst>
              <a:ext uri="{FF2B5EF4-FFF2-40B4-BE49-F238E27FC236}">
                <a16:creationId xmlns:a16="http://schemas.microsoft.com/office/drawing/2014/main" id="{E5CA9352-CB6A-4A10-B94E-64252E2575D2}"/>
              </a:ext>
            </a:extLst>
          </p:cNvPr>
          <p:cNvSpPr>
            <a:spLocks noGrp="1"/>
          </p:cNvSpPr>
          <p:nvPr>
            <p:ph type="title" hasCustomPrompt="1"/>
          </p:nvPr>
        </p:nvSpPr>
        <p:spPr>
          <a:xfrm>
            <a:off x="380678"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4" name="Text Placeholder 23">
            <a:extLst>
              <a:ext uri="{FF2B5EF4-FFF2-40B4-BE49-F238E27FC236}">
                <a16:creationId xmlns:a16="http://schemas.microsoft.com/office/drawing/2014/main" id="{25B4E141-7703-DB08-DC4E-7771507BA2F7}"/>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5" name="Text Placeholder 23">
            <a:extLst>
              <a:ext uri="{FF2B5EF4-FFF2-40B4-BE49-F238E27FC236}">
                <a16:creationId xmlns:a16="http://schemas.microsoft.com/office/drawing/2014/main" id="{AD9E998E-87D1-59CA-C6E6-291E62BAB469}"/>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2" name="Rectangle 1">
            <a:extLst>
              <a:ext uri="{FF2B5EF4-FFF2-40B4-BE49-F238E27FC236}">
                <a16:creationId xmlns:a16="http://schemas.microsoft.com/office/drawing/2014/main" id="{5A1E93F1-D16A-E690-B04B-47CF97D3C9D1}"/>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604066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Four statements">
    <p:bg>
      <p:bgPr>
        <a:solidFill>
          <a:srgbClr val="000000"/>
        </a:solidFill>
        <a:effectLst/>
      </p:bgPr>
    </p:bg>
    <p:spTree>
      <p:nvGrpSpPr>
        <p:cNvPr id="1" name=""/>
        <p:cNvGrpSpPr/>
        <p:nvPr/>
      </p:nvGrpSpPr>
      <p:grpSpPr>
        <a:xfrm>
          <a:off x="0" y="0"/>
          <a:ext cx="0" cy="0"/>
          <a:chOff x="0" y="0"/>
          <a:chExt cx="0" cy="0"/>
        </a:xfrm>
      </p:grpSpPr>
      <p:sp>
        <p:nvSpPr>
          <p:cNvPr id="9" name="Text Placeholder 23">
            <a:extLst>
              <a:ext uri="{FF2B5EF4-FFF2-40B4-BE49-F238E27FC236}">
                <a16:creationId xmlns:a16="http://schemas.microsoft.com/office/drawing/2014/main" id="{6105375C-8468-A60A-35F4-F2E865BCA2B5}"/>
              </a:ext>
            </a:extLst>
          </p:cNvPr>
          <p:cNvSpPr>
            <a:spLocks noGrp="1"/>
          </p:cNvSpPr>
          <p:nvPr>
            <p:ph type="body" sz="quarter" idx="26" hasCustomPrompt="1"/>
          </p:nvPr>
        </p:nvSpPr>
        <p:spPr>
          <a:xfrm>
            <a:off x="4637524" y="1957715"/>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1</a:t>
            </a:r>
          </a:p>
        </p:txBody>
      </p:sp>
      <p:sp>
        <p:nvSpPr>
          <p:cNvPr id="10" name="Text Placeholder 23">
            <a:extLst>
              <a:ext uri="{FF2B5EF4-FFF2-40B4-BE49-F238E27FC236}">
                <a16:creationId xmlns:a16="http://schemas.microsoft.com/office/drawing/2014/main" id="{880850F9-DBA5-87B5-AFD9-06937D861DDF}"/>
              </a:ext>
            </a:extLst>
          </p:cNvPr>
          <p:cNvSpPr>
            <a:spLocks noGrp="1"/>
          </p:cNvSpPr>
          <p:nvPr>
            <p:ph type="body" sz="quarter" idx="27" hasCustomPrompt="1"/>
          </p:nvPr>
        </p:nvSpPr>
        <p:spPr>
          <a:xfrm>
            <a:off x="4637525" y="2432664"/>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11" name="Picture Placeholder 24">
            <a:extLst>
              <a:ext uri="{FF2B5EF4-FFF2-40B4-BE49-F238E27FC236}">
                <a16:creationId xmlns:a16="http://schemas.microsoft.com/office/drawing/2014/main" id="{EB5D7FED-59FD-275C-B51E-A317DA91E5A3}"/>
              </a:ext>
            </a:extLst>
          </p:cNvPr>
          <p:cNvSpPr>
            <a:spLocks noGrp="1"/>
          </p:cNvSpPr>
          <p:nvPr>
            <p:ph type="pic" sz="quarter" idx="28" hasCustomPrompt="1"/>
          </p:nvPr>
        </p:nvSpPr>
        <p:spPr>
          <a:xfrm>
            <a:off x="4637525" y="1418460"/>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12" name="Text Placeholder 23">
            <a:extLst>
              <a:ext uri="{FF2B5EF4-FFF2-40B4-BE49-F238E27FC236}">
                <a16:creationId xmlns:a16="http://schemas.microsoft.com/office/drawing/2014/main" id="{3F452737-E01C-517A-4B05-910B9B6DCF4D}"/>
              </a:ext>
            </a:extLst>
          </p:cNvPr>
          <p:cNvSpPr>
            <a:spLocks noGrp="1"/>
          </p:cNvSpPr>
          <p:nvPr>
            <p:ph type="body" sz="quarter" idx="29" hasCustomPrompt="1"/>
          </p:nvPr>
        </p:nvSpPr>
        <p:spPr>
          <a:xfrm>
            <a:off x="4637524" y="4139883"/>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3</a:t>
            </a:r>
          </a:p>
        </p:txBody>
      </p:sp>
      <p:sp>
        <p:nvSpPr>
          <p:cNvPr id="13" name="Text Placeholder 23">
            <a:extLst>
              <a:ext uri="{FF2B5EF4-FFF2-40B4-BE49-F238E27FC236}">
                <a16:creationId xmlns:a16="http://schemas.microsoft.com/office/drawing/2014/main" id="{4D081FFC-16E5-7744-FD3D-9E04413B3B58}"/>
              </a:ext>
            </a:extLst>
          </p:cNvPr>
          <p:cNvSpPr>
            <a:spLocks noGrp="1"/>
          </p:cNvSpPr>
          <p:nvPr>
            <p:ph type="body" sz="quarter" idx="30" hasCustomPrompt="1"/>
          </p:nvPr>
        </p:nvSpPr>
        <p:spPr>
          <a:xfrm>
            <a:off x="4637525" y="4614832"/>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14" name="Picture Placeholder 24">
            <a:extLst>
              <a:ext uri="{FF2B5EF4-FFF2-40B4-BE49-F238E27FC236}">
                <a16:creationId xmlns:a16="http://schemas.microsoft.com/office/drawing/2014/main" id="{CE225B63-8F69-3259-9E10-F34A10DAC563}"/>
              </a:ext>
            </a:extLst>
          </p:cNvPr>
          <p:cNvSpPr>
            <a:spLocks noGrp="1"/>
          </p:cNvSpPr>
          <p:nvPr>
            <p:ph type="pic" sz="quarter" idx="31" hasCustomPrompt="1"/>
          </p:nvPr>
        </p:nvSpPr>
        <p:spPr>
          <a:xfrm>
            <a:off x="4637525" y="3600628"/>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15" name="Text Placeholder 23">
            <a:extLst>
              <a:ext uri="{FF2B5EF4-FFF2-40B4-BE49-F238E27FC236}">
                <a16:creationId xmlns:a16="http://schemas.microsoft.com/office/drawing/2014/main" id="{E87E6B0B-83D1-4AA0-E720-5C62B8601C10}"/>
              </a:ext>
            </a:extLst>
          </p:cNvPr>
          <p:cNvSpPr>
            <a:spLocks noGrp="1"/>
          </p:cNvSpPr>
          <p:nvPr>
            <p:ph type="body" sz="quarter" idx="32" hasCustomPrompt="1"/>
          </p:nvPr>
        </p:nvSpPr>
        <p:spPr>
          <a:xfrm>
            <a:off x="8332207" y="1957715"/>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2</a:t>
            </a:r>
          </a:p>
        </p:txBody>
      </p:sp>
      <p:sp>
        <p:nvSpPr>
          <p:cNvPr id="16" name="Text Placeholder 23">
            <a:extLst>
              <a:ext uri="{FF2B5EF4-FFF2-40B4-BE49-F238E27FC236}">
                <a16:creationId xmlns:a16="http://schemas.microsoft.com/office/drawing/2014/main" id="{31FE0450-DA87-2749-0CF7-CA6E4DDB4E39}"/>
              </a:ext>
            </a:extLst>
          </p:cNvPr>
          <p:cNvSpPr>
            <a:spLocks noGrp="1"/>
          </p:cNvSpPr>
          <p:nvPr>
            <p:ph type="body" sz="quarter" idx="33" hasCustomPrompt="1"/>
          </p:nvPr>
        </p:nvSpPr>
        <p:spPr>
          <a:xfrm>
            <a:off x="8332208" y="2432664"/>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4" name="Picture Placeholder 24">
            <a:extLst>
              <a:ext uri="{FF2B5EF4-FFF2-40B4-BE49-F238E27FC236}">
                <a16:creationId xmlns:a16="http://schemas.microsoft.com/office/drawing/2014/main" id="{2CBF0351-2BE0-7A68-1357-B289321082E2}"/>
              </a:ext>
            </a:extLst>
          </p:cNvPr>
          <p:cNvSpPr>
            <a:spLocks noGrp="1"/>
          </p:cNvSpPr>
          <p:nvPr>
            <p:ph type="pic" sz="quarter" idx="34" hasCustomPrompt="1"/>
          </p:nvPr>
        </p:nvSpPr>
        <p:spPr>
          <a:xfrm>
            <a:off x="8332208" y="1418460"/>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25" name="Text Placeholder 23">
            <a:extLst>
              <a:ext uri="{FF2B5EF4-FFF2-40B4-BE49-F238E27FC236}">
                <a16:creationId xmlns:a16="http://schemas.microsoft.com/office/drawing/2014/main" id="{7219DD41-C1D8-75E3-C46D-A28B1FFE9FF0}"/>
              </a:ext>
            </a:extLst>
          </p:cNvPr>
          <p:cNvSpPr>
            <a:spLocks noGrp="1"/>
          </p:cNvSpPr>
          <p:nvPr>
            <p:ph type="body" sz="quarter" idx="35" hasCustomPrompt="1"/>
          </p:nvPr>
        </p:nvSpPr>
        <p:spPr>
          <a:xfrm>
            <a:off x="8332207" y="4139883"/>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4</a:t>
            </a:r>
          </a:p>
        </p:txBody>
      </p:sp>
      <p:sp>
        <p:nvSpPr>
          <p:cNvPr id="28" name="Text Placeholder 23">
            <a:extLst>
              <a:ext uri="{FF2B5EF4-FFF2-40B4-BE49-F238E27FC236}">
                <a16:creationId xmlns:a16="http://schemas.microsoft.com/office/drawing/2014/main" id="{03229E1C-F844-A238-49DB-038A784709A6}"/>
              </a:ext>
            </a:extLst>
          </p:cNvPr>
          <p:cNvSpPr>
            <a:spLocks noGrp="1"/>
          </p:cNvSpPr>
          <p:nvPr>
            <p:ph type="body" sz="quarter" idx="36" hasCustomPrompt="1"/>
          </p:nvPr>
        </p:nvSpPr>
        <p:spPr>
          <a:xfrm>
            <a:off x="8332208" y="4614832"/>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9" name="Picture Placeholder 24">
            <a:extLst>
              <a:ext uri="{FF2B5EF4-FFF2-40B4-BE49-F238E27FC236}">
                <a16:creationId xmlns:a16="http://schemas.microsoft.com/office/drawing/2014/main" id="{AC66BFF0-7E82-C663-C55A-2FC7CDFBC167}"/>
              </a:ext>
            </a:extLst>
          </p:cNvPr>
          <p:cNvSpPr>
            <a:spLocks noGrp="1"/>
          </p:cNvSpPr>
          <p:nvPr>
            <p:ph type="pic" sz="quarter" idx="37" hasCustomPrompt="1"/>
          </p:nvPr>
        </p:nvSpPr>
        <p:spPr>
          <a:xfrm>
            <a:off x="8332208" y="3600628"/>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2" name="Title 1">
            <a:extLst>
              <a:ext uri="{FF2B5EF4-FFF2-40B4-BE49-F238E27FC236}">
                <a16:creationId xmlns:a16="http://schemas.microsoft.com/office/drawing/2014/main" id="{77BB2AB4-C828-3430-78EB-DEBABFA1C097}"/>
              </a:ext>
            </a:extLst>
          </p:cNvPr>
          <p:cNvSpPr>
            <a:spLocks noGrp="1"/>
          </p:cNvSpPr>
          <p:nvPr>
            <p:ph type="ctrTitle" hasCustomPrompt="1"/>
          </p:nvPr>
        </p:nvSpPr>
        <p:spPr>
          <a:xfrm>
            <a:off x="720437" y="1957715"/>
            <a:ext cx="3461954" cy="3571517"/>
          </a:xfrm>
        </p:spPr>
        <p:txBody>
          <a:bodyPr anchor="t">
            <a:noAutofit/>
          </a:bodyPr>
          <a:lstStyle>
            <a:lvl1pPr algn="l">
              <a:defRPr sz="4800" b="1" i="0">
                <a:solidFill>
                  <a:schemeClr val="tx1"/>
                </a:solidFill>
                <a:latin typeface="Aptos" pitchFamily="2" charset="77"/>
              </a:defRPr>
            </a:lvl1pPr>
          </a:lstStyle>
          <a:p>
            <a:r>
              <a:rPr lang="en-US"/>
              <a:t>Title should be less than ten words</a:t>
            </a:r>
          </a:p>
        </p:txBody>
      </p:sp>
      <p:sp>
        <p:nvSpPr>
          <p:cNvPr id="3" name="Text Placeholder 23">
            <a:extLst>
              <a:ext uri="{FF2B5EF4-FFF2-40B4-BE49-F238E27FC236}">
                <a16:creationId xmlns:a16="http://schemas.microsoft.com/office/drawing/2014/main" id="{68AEC395-7F97-4BE3-5FE1-60D8D627C49C}"/>
              </a:ext>
            </a:extLst>
          </p:cNvPr>
          <p:cNvSpPr>
            <a:spLocks noGrp="1"/>
          </p:cNvSpPr>
          <p:nvPr>
            <p:ph type="body" sz="quarter" idx="38" hasCustomPrompt="1"/>
          </p:nvPr>
        </p:nvSpPr>
        <p:spPr>
          <a:xfrm>
            <a:off x="720436" y="1426607"/>
            <a:ext cx="3461954" cy="365760"/>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Tree>
    <p:extLst>
      <p:ext uri="{BB962C8B-B14F-4D97-AF65-F5344CB8AC3E}">
        <p14:creationId xmlns:p14="http://schemas.microsoft.com/office/powerpoint/2010/main" val="414563644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AI_Large number &amp; statement">
    <p:bg>
      <p:bgPr>
        <a:solidFill>
          <a:srgbClr val="000000"/>
        </a:solidFill>
        <a:effectLst/>
      </p:bgPr>
    </p:bg>
    <p:spTree>
      <p:nvGrpSpPr>
        <p:cNvPr id="1" name=""/>
        <p:cNvGrpSpPr/>
        <p:nvPr/>
      </p:nvGrpSpPr>
      <p:grpSpPr>
        <a:xfrm>
          <a:off x="0" y="0"/>
          <a:ext cx="0" cy="0"/>
          <a:chOff x="0" y="0"/>
          <a:chExt cx="0" cy="0"/>
        </a:xfrm>
      </p:grpSpPr>
      <p:pic>
        <p:nvPicPr>
          <p:cNvPr id="26" name="Picture 25" descr="A blue sky with clouds&#10;&#10;AI-generated content may be incorrect.">
            <a:extLst>
              <a:ext uri="{FF2B5EF4-FFF2-40B4-BE49-F238E27FC236}">
                <a16:creationId xmlns:a16="http://schemas.microsoft.com/office/drawing/2014/main" id="{58960C67-0FEF-76A6-AD49-528B3E8E245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66" y="0"/>
            <a:ext cx="6102266" cy="6858000"/>
          </a:xfrm>
          <a:prstGeom prst="rect">
            <a:avLst/>
          </a:prstGeom>
        </p:spPr>
      </p:pic>
      <p:sp>
        <p:nvSpPr>
          <p:cNvPr id="27" name="Title 1">
            <a:extLst>
              <a:ext uri="{FF2B5EF4-FFF2-40B4-BE49-F238E27FC236}">
                <a16:creationId xmlns:a16="http://schemas.microsoft.com/office/drawing/2014/main" id="{4D9AF2ED-3216-A0DB-3B2F-2F8D011C1203}"/>
              </a:ext>
            </a:extLst>
          </p:cNvPr>
          <p:cNvSpPr>
            <a:spLocks noGrp="1"/>
          </p:cNvSpPr>
          <p:nvPr>
            <p:ph type="ctrTitle" hasCustomPrompt="1"/>
          </p:nvPr>
        </p:nvSpPr>
        <p:spPr>
          <a:xfrm>
            <a:off x="499432" y="2451283"/>
            <a:ext cx="5090871" cy="1955433"/>
          </a:xfrm>
          <a:prstGeom prst="rect">
            <a:avLst/>
          </a:prstGeom>
        </p:spPr>
        <p:txBody>
          <a:bodyPr anchor="ctr">
            <a:noAutofit/>
          </a:bodyPr>
          <a:lstStyle>
            <a:lvl1pPr algn="ctr">
              <a:defRPr sz="12000" b="1" i="0" spc="-300">
                <a:solidFill>
                  <a:schemeClr val="bg1"/>
                </a:solidFill>
                <a:latin typeface="Aptos" pitchFamily="2" charset="77"/>
              </a:defRPr>
            </a:lvl1pPr>
          </a:lstStyle>
          <a:p>
            <a:r>
              <a:rPr lang="en-US"/>
              <a:t>XXM</a:t>
            </a:r>
          </a:p>
        </p:txBody>
      </p:sp>
      <p:sp>
        <p:nvSpPr>
          <p:cNvPr id="28" name="Text Placeholder 23">
            <a:extLst>
              <a:ext uri="{FF2B5EF4-FFF2-40B4-BE49-F238E27FC236}">
                <a16:creationId xmlns:a16="http://schemas.microsoft.com/office/drawing/2014/main" id="{695EE8D7-ECE2-9E6B-6D33-216903961B0D}"/>
              </a:ext>
            </a:extLst>
          </p:cNvPr>
          <p:cNvSpPr>
            <a:spLocks noGrp="1"/>
          </p:cNvSpPr>
          <p:nvPr>
            <p:ph type="body" sz="quarter" idx="32" hasCustomPrompt="1"/>
          </p:nvPr>
        </p:nvSpPr>
        <p:spPr>
          <a:xfrm>
            <a:off x="499431" y="4406716"/>
            <a:ext cx="5090871" cy="1384511"/>
          </a:xfrm>
          <a:prstGeom prst="rect">
            <a:avLst/>
          </a:prstGeom>
        </p:spPr>
        <p:txBody>
          <a:bodyPr anchor="t" anchorCtr="0">
            <a:noAutofit/>
          </a:bodyPr>
          <a:lstStyle>
            <a:lvl1pPr marL="0" indent="0" algn="ctr">
              <a:buNone/>
              <a:defRPr sz="1800" b="0" i="0">
                <a:solidFill>
                  <a:schemeClr val="bg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And/or statement here</a:t>
            </a:r>
          </a:p>
        </p:txBody>
      </p:sp>
      <p:sp>
        <p:nvSpPr>
          <p:cNvPr id="29" name="Text Placeholder 23">
            <a:extLst>
              <a:ext uri="{FF2B5EF4-FFF2-40B4-BE49-F238E27FC236}">
                <a16:creationId xmlns:a16="http://schemas.microsoft.com/office/drawing/2014/main" id="{1D69AF07-CF7E-EC05-D359-1D0CEF0097A5}"/>
              </a:ext>
            </a:extLst>
          </p:cNvPr>
          <p:cNvSpPr>
            <a:spLocks noGrp="1"/>
          </p:cNvSpPr>
          <p:nvPr>
            <p:ph type="body" sz="quarter" idx="33" hasCustomPrompt="1"/>
          </p:nvPr>
        </p:nvSpPr>
        <p:spPr>
          <a:xfrm>
            <a:off x="499431" y="1066772"/>
            <a:ext cx="5090871" cy="1334528"/>
          </a:xfrm>
          <a:prstGeom prst="rect">
            <a:avLst/>
          </a:prstGeom>
        </p:spPr>
        <p:txBody>
          <a:bodyPr anchor="b" anchorCtr="0">
            <a:noAutofit/>
          </a:bodyPr>
          <a:lstStyle>
            <a:lvl1pPr marL="0" indent="0" algn="ctr">
              <a:buNone/>
              <a:defRPr sz="1800" b="0" i="0">
                <a:solidFill>
                  <a:schemeClr val="bg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here</a:t>
            </a:r>
          </a:p>
        </p:txBody>
      </p:sp>
      <p:sp>
        <p:nvSpPr>
          <p:cNvPr id="30" name="Rectangle 29">
            <a:extLst>
              <a:ext uri="{FF2B5EF4-FFF2-40B4-BE49-F238E27FC236}">
                <a16:creationId xmlns:a16="http://schemas.microsoft.com/office/drawing/2014/main" id="{70F3FB04-B8E4-3529-78EA-6396FB756359}"/>
              </a:ext>
            </a:extLst>
          </p:cNvPr>
          <p:cNvSpPr/>
          <p:nvPr/>
        </p:nvSpPr>
        <p:spPr>
          <a:xfrm>
            <a:off x="609600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23">
            <a:extLst>
              <a:ext uri="{FF2B5EF4-FFF2-40B4-BE49-F238E27FC236}">
                <a16:creationId xmlns:a16="http://schemas.microsoft.com/office/drawing/2014/main" id="{1E3EC00F-A751-32AF-B158-5684CEF4EDD3}"/>
              </a:ext>
            </a:extLst>
          </p:cNvPr>
          <p:cNvSpPr>
            <a:spLocks noGrp="1"/>
          </p:cNvSpPr>
          <p:nvPr>
            <p:ph type="body" sz="quarter" idx="26" hasCustomPrompt="1"/>
          </p:nvPr>
        </p:nvSpPr>
        <p:spPr>
          <a:xfrm>
            <a:off x="6506518" y="4899085"/>
            <a:ext cx="5329526" cy="1564127"/>
          </a:xfrm>
          <a:prstGeom prst="rect">
            <a:avLst/>
          </a:prstGeom>
        </p:spPr>
        <p:txBody>
          <a:bodyPr anchor="b" anchorCtr="0">
            <a:noAutofit/>
          </a:bodyPr>
          <a:lstStyle>
            <a:lvl1pPr marL="0" indent="0" algn="l">
              <a:buNone/>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32" name="Text Placeholder 23">
            <a:extLst>
              <a:ext uri="{FF2B5EF4-FFF2-40B4-BE49-F238E27FC236}">
                <a16:creationId xmlns:a16="http://schemas.microsoft.com/office/drawing/2014/main" id="{3160BE5B-2BA3-D923-86BE-6A1E7BEAB11A}"/>
              </a:ext>
            </a:extLst>
          </p:cNvPr>
          <p:cNvSpPr>
            <a:spLocks noGrp="1"/>
          </p:cNvSpPr>
          <p:nvPr>
            <p:ph type="body" sz="quarter" idx="31" hasCustomPrompt="1"/>
          </p:nvPr>
        </p:nvSpPr>
        <p:spPr>
          <a:xfrm>
            <a:off x="6506518" y="394788"/>
            <a:ext cx="5329528" cy="538736"/>
          </a:xfrm>
          <a:prstGeom prst="rect">
            <a:avLst/>
          </a:prstGeom>
        </p:spPr>
        <p:txBody>
          <a:bodyPr anchor="ctr" anchorCtr="0">
            <a:noAutofit/>
          </a:bodyPr>
          <a:lstStyle>
            <a:lvl1pPr marL="0" indent="0" algn="l">
              <a:buNone/>
              <a:defRPr sz="16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Header</a:t>
            </a:r>
          </a:p>
        </p:txBody>
      </p:sp>
      <p:sp>
        <p:nvSpPr>
          <p:cNvPr id="33" name="Text Placeholder 9">
            <a:extLst>
              <a:ext uri="{FF2B5EF4-FFF2-40B4-BE49-F238E27FC236}">
                <a16:creationId xmlns:a16="http://schemas.microsoft.com/office/drawing/2014/main" id="{99BC23C1-D9EB-EBDD-BF6B-F0076FC5726A}"/>
              </a:ext>
            </a:extLst>
          </p:cNvPr>
          <p:cNvSpPr>
            <a:spLocks noGrp="1"/>
          </p:cNvSpPr>
          <p:nvPr>
            <p:ph type="body" sz="quarter" idx="34" hasCustomPrompt="1"/>
          </p:nvPr>
        </p:nvSpPr>
        <p:spPr>
          <a:xfrm>
            <a:off x="6506162" y="1078522"/>
            <a:ext cx="5329882" cy="2862072"/>
          </a:xfrm>
          <a:prstGeom prst="rect">
            <a:avLst/>
          </a:prstGeom>
        </p:spPr>
        <p:txBody>
          <a:bodyPr/>
          <a:lstStyle>
            <a:lvl1pPr>
              <a:defRPr sz="3600" b="1" i="0">
                <a:solidFill>
                  <a:schemeClr val="tx1"/>
                </a:solidFill>
                <a:latin typeface="Aptos" pitchFamily="2" charset="77"/>
                <a:cs typeface="Aptos" pitchFamily="2" charset="77"/>
              </a:defRPr>
            </a:lvl1pPr>
          </a:lstStyle>
          <a:p>
            <a:pPr lvl="0"/>
            <a:r>
              <a:rPr lang="en-US"/>
              <a:t>Statement that should be 10 words or less</a:t>
            </a:r>
          </a:p>
        </p:txBody>
      </p:sp>
    </p:spTree>
    <p:extLst>
      <p:ext uri="{BB962C8B-B14F-4D97-AF65-F5344CB8AC3E}">
        <p14:creationId xmlns:p14="http://schemas.microsoft.com/office/powerpoint/2010/main" val="5461432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Copilot Roadmap slide_2 features">
    <p:bg>
      <p:bgPr>
        <a:solidFill>
          <a:schemeClr val="bg1"/>
        </a:solidFill>
        <a:effectLst/>
      </p:bgPr>
    </p:bg>
    <p:spTree>
      <p:nvGrpSpPr>
        <p:cNvPr id="1" name=""/>
        <p:cNvGrpSpPr/>
        <p:nvPr/>
      </p:nvGrpSpPr>
      <p:grpSpPr>
        <a:xfrm>
          <a:off x="0" y="0"/>
          <a:ext cx="0" cy="0"/>
          <a:chOff x="0" y="0"/>
          <a:chExt cx="0" cy="0"/>
        </a:xfrm>
      </p:grpSpPr>
      <p:sp>
        <p:nvSpPr>
          <p:cNvPr id="18" name="Text Placeholder 23">
            <a:extLst>
              <a:ext uri="{FF2B5EF4-FFF2-40B4-BE49-F238E27FC236}">
                <a16:creationId xmlns:a16="http://schemas.microsoft.com/office/drawing/2014/main" id="{FA752C42-8FFE-E7DC-6F4B-E25EF4A96C41}"/>
              </a:ext>
            </a:extLst>
          </p:cNvPr>
          <p:cNvSpPr>
            <a:spLocks noGrp="1"/>
          </p:cNvSpPr>
          <p:nvPr>
            <p:ph type="body" sz="quarter" idx="31" hasCustomPrompt="1"/>
          </p:nvPr>
        </p:nvSpPr>
        <p:spPr>
          <a:xfrm>
            <a:off x="288809" y="365644"/>
            <a:ext cx="4086100" cy="442635"/>
          </a:xfrm>
          <a:prstGeom prst="rect">
            <a:avLst/>
          </a:prstGeom>
        </p:spPr>
        <p:txBody>
          <a:bodyPr anchor="b" anchorCtr="0">
            <a:noAutofit/>
          </a:bodyPr>
          <a:lstStyle>
            <a:lvl1pPr marL="0" indent="0" algn="l">
              <a:buNone/>
              <a:defRPr sz="16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19" name="Text Placeholder 23">
            <a:extLst>
              <a:ext uri="{FF2B5EF4-FFF2-40B4-BE49-F238E27FC236}">
                <a16:creationId xmlns:a16="http://schemas.microsoft.com/office/drawing/2014/main" id="{8A9C4DCD-EF1F-C3CD-2570-EF693C75FD15}"/>
              </a:ext>
            </a:extLst>
          </p:cNvPr>
          <p:cNvSpPr>
            <a:spLocks noGrp="1"/>
          </p:cNvSpPr>
          <p:nvPr>
            <p:ph type="body" sz="quarter" idx="32" hasCustomPrompt="1"/>
          </p:nvPr>
        </p:nvSpPr>
        <p:spPr>
          <a:xfrm>
            <a:off x="4994384" y="4246318"/>
            <a:ext cx="3239551" cy="457200"/>
          </a:xfrm>
          <a:prstGeom prst="rect">
            <a:avLst/>
          </a:prstGeom>
        </p:spPr>
        <p:txBody>
          <a:bodyPr anchor="t" anchorCtr="0">
            <a:noAutofit/>
          </a:bodyPr>
          <a:lstStyle>
            <a:lvl1pPr marL="0" indent="0" algn="l">
              <a:buNone/>
              <a:defRPr sz="1800" b="0" i="0">
                <a:solidFill>
                  <a:schemeClr val="tx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22" name="Text Placeholder 23">
            <a:extLst>
              <a:ext uri="{FF2B5EF4-FFF2-40B4-BE49-F238E27FC236}">
                <a16:creationId xmlns:a16="http://schemas.microsoft.com/office/drawing/2014/main" id="{F9241AAA-8131-726E-B1DB-AAAD8D4021CF}"/>
              </a:ext>
            </a:extLst>
          </p:cNvPr>
          <p:cNvSpPr>
            <a:spLocks noGrp="1"/>
          </p:cNvSpPr>
          <p:nvPr>
            <p:ph type="body" sz="quarter" idx="33" hasCustomPrompt="1"/>
          </p:nvPr>
        </p:nvSpPr>
        <p:spPr>
          <a:xfrm>
            <a:off x="4994385" y="5358512"/>
            <a:ext cx="3239550" cy="1133844"/>
          </a:xfrm>
          <a:prstGeom prst="rect">
            <a:avLst/>
          </a:prstGeom>
        </p:spPr>
        <p:txBody>
          <a:bodyPr anchor="b">
            <a:noAutofit/>
          </a:bodyPr>
          <a:lstStyle>
            <a:lvl1pPr marL="0" indent="0" algn="l">
              <a:buNone/>
              <a:defRPr sz="16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3" name="Text Placeholder 23">
            <a:extLst>
              <a:ext uri="{FF2B5EF4-FFF2-40B4-BE49-F238E27FC236}">
                <a16:creationId xmlns:a16="http://schemas.microsoft.com/office/drawing/2014/main" id="{C492EABB-08D4-AC0C-3F73-88250F24E33A}"/>
              </a:ext>
            </a:extLst>
          </p:cNvPr>
          <p:cNvSpPr>
            <a:spLocks noGrp="1"/>
          </p:cNvSpPr>
          <p:nvPr>
            <p:ph type="body" sz="quarter" idx="35" hasCustomPrompt="1"/>
          </p:nvPr>
        </p:nvSpPr>
        <p:spPr>
          <a:xfrm>
            <a:off x="8725136" y="4246318"/>
            <a:ext cx="3239551" cy="457200"/>
          </a:xfrm>
          <a:prstGeom prst="rect">
            <a:avLst/>
          </a:prstGeom>
        </p:spPr>
        <p:txBody>
          <a:bodyPr anchor="t" anchorCtr="0">
            <a:noAutofit/>
          </a:bodyPr>
          <a:lstStyle>
            <a:lvl1pPr marL="0" indent="0" algn="l">
              <a:buNone/>
              <a:defRPr sz="1800" b="0" i="0">
                <a:solidFill>
                  <a:schemeClr val="tx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24" name="Text Placeholder 23">
            <a:extLst>
              <a:ext uri="{FF2B5EF4-FFF2-40B4-BE49-F238E27FC236}">
                <a16:creationId xmlns:a16="http://schemas.microsoft.com/office/drawing/2014/main" id="{1683D537-28C2-931A-7552-67F3035AF4D7}"/>
              </a:ext>
            </a:extLst>
          </p:cNvPr>
          <p:cNvSpPr>
            <a:spLocks noGrp="1"/>
          </p:cNvSpPr>
          <p:nvPr>
            <p:ph type="body" sz="quarter" idx="36" hasCustomPrompt="1"/>
          </p:nvPr>
        </p:nvSpPr>
        <p:spPr>
          <a:xfrm>
            <a:off x="8725137" y="5358512"/>
            <a:ext cx="3239550" cy="1133844"/>
          </a:xfrm>
          <a:prstGeom prst="rect">
            <a:avLst/>
          </a:prstGeom>
        </p:spPr>
        <p:txBody>
          <a:bodyPr anchor="b">
            <a:noAutofit/>
          </a:bodyPr>
          <a:lstStyle>
            <a:lvl1pPr marL="0" indent="0" algn="l">
              <a:buNone/>
              <a:defRPr sz="16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5" name="Text Placeholder 23">
            <a:extLst>
              <a:ext uri="{FF2B5EF4-FFF2-40B4-BE49-F238E27FC236}">
                <a16:creationId xmlns:a16="http://schemas.microsoft.com/office/drawing/2014/main" id="{6CCE2E32-8BB9-AC99-A4CA-0D769759AEE2}"/>
              </a:ext>
            </a:extLst>
          </p:cNvPr>
          <p:cNvSpPr>
            <a:spLocks noGrp="1"/>
          </p:cNvSpPr>
          <p:nvPr>
            <p:ph type="body" sz="quarter" idx="42" hasCustomPrompt="1"/>
          </p:nvPr>
        </p:nvSpPr>
        <p:spPr>
          <a:xfrm>
            <a:off x="4996541" y="4000033"/>
            <a:ext cx="3239550" cy="228536"/>
          </a:xfrm>
          <a:prstGeom prst="rect">
            <a:avLst/>
          </a:prstGeom>
        </p:spPr>
        <p:txBody>
          <a:bodyPr anchor="ctr" anchorCtr="0">
            <a:noAutofit/>
          </a:bodyPr>
          <a:lstStyle>
            <a:lvl1pPr marL="0" indent="0" algn="l">
              <a:buNone/>
              <a:defRPr sz="12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26" name="Text Placeholder 23">
            <a:extLst>
              <a:ext uri="{FF2B5EF4-FFF2-40B4-BE49-F238E27FC236}">
                <a16:creationId xmlns:a16="http://schemas.microsoft.com/office/drawing/2014/main" id="{42F71B73-1988-5873-1F14-44AA8F8941AB}"/>
              </a:ext>
            </a:extLst>
          </p:cNvPr>
          <p:cNvSpPr>
            <a:spLocks noGrp="1"/>
          </p:cNvSpPr>
          <p:nvPr>
            <p:ph type="body" sz="quarter" idx="43" hasCustomPrompt="1"/>
          </p:nvPr>
        </p:nvSpPr>
        <p:spPr>
          <a:xfrm>
            <a:off x="8725137" y="4000033"/>
            <a:ext cx="3239550" cy="228536"/>
          </a:xfrm>
          <a:prstGeom prst="rect">
            <a:avLst/>
          </a:prstGeom>
        </p:spPr>
        <p:txBody>
          <a:bodyPr anchor="ctr" anchorCtr="0">
            <a:noAutofit/>
          </a:bodyPr>
          <a:lstStyle>
            <a:lvl1pPr marL="0" indent="0" algn="l">
              <a:buNone/>
              <a:defRPr sz="12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27" name="Title 4">
            <a:extLst>
              <a:ext uri="{FF2B5EF4-FFF2-40B4-BE49-F238E27FC236}">
                <a16:creationId xmlns:a16="http://schemas.microsoft.com/office/drawing/2014/main" id="{7D7A8B61-BC0D-4B3F-0558-1874E953EE86}"/>
              </a:ext>
            </a:extLst>
          </p:cNvPr>
          <p:cNvSpPr>
            <a:spLocks noGrp="1"/>
          </p:cNvSpPr>
          <p:nvPr>
            <p:ph type="title" hasCustomPrompt="1"/>
          </p:nvPr>
        </p:nvSpPr>
        <p:spPr>
          <a:xfrm>
            <a:off x="283070" y="941950"/>
            <a:ext cx="4086099" cy="5550406"/>
          </a:xfrm>
          <a:prstGeom prst="rect">
            <a:avLst/>
          </a:prstGeom>
        </p:spPr>
        <p:txBody>
          <a:bodyPr/>
          <a:lstStyle>
            <a:lvl1pPr>
              <a:defRPr b="1" i="0">
                <a:solidFill>
                  <a:schemeClr val="tx1"/>
                </a:solidFill>
                <a:latin typeface="Aptos" pitchFamily="2" charset="77"/>
              </a:defRPr>
            </a:lvl1pPr>
          </a:lstStyle>
          <a:p>
            <a:r>
              <a:rPr lang="en-US"/>
              <a:t>Title that should be 10 words or less</a:t>
            </a:r>
          </a:p>
        </p:txBody>
      </p:sp>
      <p:sp>
        <p:nvSpPr>
          <p:cNvPr id="2" name="Rectangle 1">
            <a:extLst>
              <a:ext uri="{FF2B5EF4-FFF2-40B4-BE49-F238E27FC236}">
                <a16:creationId xmlns:a16="http://schemas.microsoft.com/office/drawing/2014/main" id="{713E0C1C-BBFB-5C23-9941-50DB6F241B83}"/>
              </a:ext>
            </a:extLst>
          </p:cNvPr>
          <p:cNvSpPr/>
          <p:nvPr/>
        </p:nvSpPr>
        <p:spPr>
          <a:xfrm>
            <a:off x="8461248"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A3C9200-315C-B256-15DE-34F1CA4FE119}"/>
              </a:ext>
            </a:extLst>
          </p:cNvPr>
          <p:cNvSpPr/>
          <p:nvPr/>
        </p:nvSpPr>
        <p:spPr>
          <a:xfrm>
            <a:off x="4724423"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25AC0458-901E-D182-3617-D91492821907}"/>
              </a:ext>
            </a:extLst>
          </p:cNvPr>
          <p:cNvSpPr>
            <a:spLocks noGrp="1"/>
          </p:cNvSpPr>
          <p:nvPr>
            <p:ph type="pic" sz="quarter" idx="44"/>
          </p:nvPr>
        </p:nvSpPr>
        <p:spPr>
          <a:xfrm>
            <a:off x="4760999" y="0"/>
            <a:ext cx="3694176" cy="3694176"/>
          </a:xfrm>
          <a:prstGeom prst="rect">
            <a:avLst/>
          </a:prstGeom>
          <a:gradFill>
            <a:gsLst>
              <a:gs pos="100000">
                <a:srgbClr val="8CF2A6"/>
              </a:gs>
              <a:gs pos="0">
                <a:srgbClr val="C16EFF"/>
              </a:gs>
              <a:gs pos="52000">
                <a:srgbClr val="3194FF"/>
              </a:gs>
            </a:gsLst>
            <a:lin ang="2700000" scaled="1"/>
          </a:gradFill>
        </p:spPr>
        <p:txBody>
          <a:bodyPr/>
          <a:lstStyle/>
          <a:p>
            <a:r>
              <a:rPr lang="en-US"/>
              <a:t>Click icon to add picture</a:t>
            </a:r>
          </a:p>
        </p:txBody>
      </p:sp>
      <p:sp>
        <p:nvSpPr>
          <p:cNvPr id="13" name="Picture Placeholder 9">
            <a:extLst>
              <a:ext uri="{FF2B5EF4-FFF2-40B4-BE49-F238E27FC236}">
                <a16:creationId xmlns:a16="http://schemas.microsoft.com/office/drawing/2014/main" id="{24114CFF-B0A0-A1F7-5DDA-253C84E1C30D}"/>
              </a:ext>
            </a:extLst>
          </p:cNvPr>
          <p:cNvSpPr>
            <a:spLocks noGrp="1"/>
          </p:cNvSpPr>
          <p:nvPr>
            <p:ph type="pic" sz="quarter" idx="45"/>
          </p:nvPr>
        </p:nvSpPr>
        <p:spPr>
          <a:xfrm>
            <a:off x="8497824" y="0"/>
            <a:ext cx="3694176" cy="3694176"/>
          </a:xfrm>
          <a:prstGeom prst="rect">
            <a:avLst/>
          </a:prstGeom>
          <a:gradFill flip="none" rotWithShape="1">
            <a:gsLst>
              <a:gs pos="100000">
                <a:srgbClr val="8CF2A6"/>
              </a:gs>
              <a:gs pos="0">
                <a:srgbClr val="C16EFF"/>
              </a:gs>
              <a:gs pos="52000">
                <a:srgbClr val="3194FF"/>
              </a:gs>
            </a:gsLst>
            <a:lin ang="8100000" scaled="1"/>
            <a:tileRect/>
          </a:gradFill>
        </p:spPr>
        <p:txBody>
          <a:bodyPr/>
          <a:lstStyle/>
          <a:p>
            <a:r>
              <a:rPr lang="en-US"/>
              <a:t>Click icon to add picture</a:t>
            </a:r>
          </a:p>
        </p:txBody>
      </p:sp>
      <p:sp>
        <p:nvSpPr>
          <p:cNvPr id="3" name="Rectangle 2">
            <a:extLst>
              <a:ext uri="{FF2B5EF4-FFF2-40B4-BE49-F238E27FC236}">
                <a16:creationId xmlns:a16="http://schemas.microsoft.com/office/drawing/2014/main" id="{8B56E78E-55A1-3101-DDA7-4715EFA4E778}"/>
              </a:ext>
            </a:extLst>
          </p:cNvPr>
          <p:cNvSpPr/>
          <p:nvPr userDrawn="1"/>
        </p:nvSpPr>
        <p:spPr>
          <a:xfrm>
            <a:off x="8461248"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2A30D0F-3B24-F391-734C-07CFDA5726CB}"/>
              </a:ext>
            </a:extLst>
          </p:cNvPr>
          <p:cNvSpPr/>
          <p:nvPr userDrawn="1"/>
        </p:nvSpPr>
        <p:spPr>
          <a:xfrm>
            <a:off x="4724423"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02122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Browser / two statements">
    <p:bg>
      <p:bgPr>
        <a:solidFill>
          <a:srgbClr val="000000"/>
        </a:solidFill>
        <a:effectLst/>
      </p:bgPr>
    </p:bg>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60FCB388-AE2B-FEE6-EDFC-B51DA5958CAB}"/>
              </a:ext>
            </a:extLst>
          </p:cNvPr>
          <p:cNvSpPr>
            <a:spLocks noGrp="1"/>
          </p:cNvSpPr>
          <p:nvPr>
            <p:ph type="pic" sz="quarter" idx="10" hasCustomPrompt="1"/>
          </p:nvPr>
        </p:nvSpPr>
        <p:spPr>
          <a:xfrm>
            <a:off x="7458497" y="966819"/>
            <a:ext cx="4866854" cy="5073650"/>
          </a:xfrm>
          <a:prstGeom prst="rect">
            <a:avLst/>
          </a:prstGeom>
          <a:solidFill>
            <a:schemeClr val="bg1"/>
          </a:solidFill>
          <a:effectLst>
            <a:outerShdw blurRad="420955" dist="232110" dir="5100000" algn="t" rotWithShape="0">
              <a:prstClr val="black">
                <a:alpha val="40000"/>
              </a:prstClr>
            </a:outerShdw>
          </a:effectLst>
        </p:spPr>
        <p:txBody>
          <a:bodyPr anchor="ctr">
            <a:normAutofit/>
          </a:bodyPr>
          <a:lstStyle>
            <a:lvl1pPr algn="ctr">
              <a:defRPr sz="1800">
                <a:latin typeface="Aptos" pitchFamily="2" charset="77"/>
              </a:defRPr>
            </a:lvl1pPr>
          </a:lstStyle>
          <a:p>
            <a:r>
              <a:rPr lang="en-US"/>
              <a:t>Screenshot</a:t>
            </a:r>
          </a:p>
        </p:txBody>
      </p:sp>
      <p:sp>
        <p:nvSpPr>
          <p:cNvPr id="4" name="Title 1">
            <a:extLst>
              <a:ext uri="{FF2B5EF4-FFF2-40B4-BE49-F238E27FC236}">
                <a16:creationId xmlns:a16="http://schemas.microsoft.com/office/drawing/2014/main" id="{D64D961E-D8F1-1621-0B65-EF22EBFBFA8F}"/>
              </a:ext>
            </a:extLst>
          </p:cNvPr>
          <p:cNvSpPr>
            <a:spLocks noGrp="1"/>
          </p:cNvSpPr>
          <p:nvPr>
            <p:ph type="ctrTitle" hasCustomPrompt="1"/>
          </p:nvPr>
        </p:nvSpPr>
        <p:spPr>
          <a:xfrm>
            <a:off x="758381" y="963376"/>
            <a:ext cx="6263325" cy="1984936"/>
          </a:xfrm>
          <a:prstGeom prst="rect">
            <a:avLst/>
          </a:prstGeom>
        </p:spPr>
        <p:txBody>
          <a:bodyPr anchor="t">
            <a:noAutofit/>
          </a:bodyPr>
          <a:lstStyle>
            <a:lvl1pPr algn="l">
              <a:defRPr sz="3600" b="1" i="0">
                <a:solidFill>
                  <a:schemeClr val="tx1"/>
                </a:solidFill>
                <a:latin typeface="Aptos" pitchFamily="2" charset="77"/>
              </a:defRPr>
            </a:lvl1pPr>
          </a:lstStyle>
          <a:p>
            <a:r>
              <a:rPr lang="en-US"/>
              <a:t>Title should be less </a:t>
            </a:r>
            <a:br>
              <a:rPr lang="en-US"/>
            </a:br>
            <a:r>
              <a:rPr lang="en-US"/>
              <a:t>than ten words</a:t>
            </a:r>
          </a:p>
        </p:txBody>
      </p:sp>
      <p:sp>
        <p:nvSpPr>
          <p:cNvPr id="6" name="Text Placeholder 23">
            <a:extLst>
              <a:ext uri="{FF2B5EF4-FFF2-40B4-BE49-F238E27FC236}">
                <a16:creationId xmlns:a16="http://schemas.microsoft.com/office/drawing/2014/main" id="{2474E636-F179-E536-9454-DE092280092A}"/>
              </a:ext>
            </a:extLst>
          </p:cNvPr>
          <p:cNvSpPr>
            <a:spLocks noGrp="1"/>
          </p:cNvSpPr>
          <p:nvPr>
            <p:ph type="body" sz="quarter" idx="26" hasCustomPrompt="1"/>
          </p:nvPr>
        </p:nvSpPr>
        <p:spPr>
          <a:xfrm>
            <a:off x="758381" y="4186526"/>
            <a:ext cx="3048593" cy="52795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1</a:t>
            </a:r>
          </a:p>
        </p:txBody>
      </p:sp>
      <p:sp>
        <p:nvSpPr>
          <p:cNvPr id="7" name="Text Placeholder 23">
            <a:extLst>
              <a:ext uri="{FF2B5EF4-FFF2-40B4-BE49-F238E27FC236}">
                <a16:creationId xmlns:a16="http://schemas.microsoft.com/office/drawing/2014/main" id="{CE169238-2E1E-D6F8-F1D2-A248C0498704}"/>
              </a:ext>
            </a:extLst>
          </p:cNvPr>
          <p:cNvSpPr>
            <a:spLocks noGrp="1"/>
          </p:cNvSpPr>
          <p:nvPr>
            <p:ph type="body" sz="quarter" idx="29" hasCustomPrompt="1"/>
          </p:nvPr>
        </p:nvSpPr>
        <p:spPr>
          <a:xfrm>
            <a:off x="758382" y="4737676"/>
            <a:ext cx="3048592" cy="1055914"/>
          </a:xfrm>
          <a:prstGeom prst="rect">
            <a:avLst/>
          </a:prstGeom>
        </p:spPr>
        <p:txBody>
          <a:bodyPr anchor="t">
            <a:norm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Try your best to keep your description no more than three lines</a:t>
            </a:r>
          </a:p>
        </p:txBody>
      </p:sp>
      <p:sp>
        <p:nvSpPr>
          <p:cNvPr id="8" name="Picture Placeholder 24">
            <a:extLst>
              <a:ext uri="{FF2B5EF4-FFF2-40B4-BE49-F238E27FC236}">
                <a16:creationId xmlns:a16="http://schemas.microsoft.com/office/drawing/2014/main" id="{8FBCA652-A806-87EE-B85F-BCFDB1B4066E}"/>
              </a:ext>
            </a:extLst>
          </p:cNvPr>
          <p:cNvSpPr>
            <a:spLocks noGrp="1"/>
          </p:cNvSpPr>
          <p:nvPr>
            <p:ph type="pic" sz="quarter" idx="30" hasCustomPrompt="1"/>
          </p:nvPr>
        </p:nvSpPr>
        <p:spPr>
          <a:xfrm>
            <a:off x="758382" y="3647272"/>
            <a:ext cx="365760" cy="365760"/>
          </a:xfrm>
          <a:prstGeom prst="rect">
            <a:avLst/>
          </a:prstGeom>
        </p:spPr>
        <p:txBody>
          <a:bodyPr anchor="ctr">
            <a:normAutofit/>
          </a:bodyPr>
          <a:lstStyle>
            <a:lvl1pPr algn="ctr">
              <a:defRPr sz="600">
                <a:latin typeface="Aptos" pitchFamily="2" charset="77"/>
              </a:defRPr>
            </a:lvl1pPr>
          </a:lstStyle>
          <a:p>
            <a:r>
              <a:rPr lang="en-US" err="1"/>
              <a:t>Octicon</a:t>
            </a:r>
            <a:endParaRPr lang="en-US"/>
          </a:p>
        </p:txBody>
      </p:sp>
      <p:sp>
        <p:nvSpPr>
          <p:cNvPr id="15" name="Text Placeholder 23">
            <a:extLst>
              <a:ext uri="{FF2B5EF4-FFF2-40B4-BE49-F238E27FC236}">
                <a16:creationId xmlns:a16="http://schemas.microsoft.com/office/drawing/2014/main" id="{73709F95-17EA-8C2B-E043-7CB31556A6B5}"/>
              </a:ext>
            </a:extLst>
          </p:cNvPr>
          <p:cNvSpPr>
            <a:spLocks noGrp="1"/>
          </p:cNvSpPr>
          <p:nvPr>
            <p:ph type="body" sz="quarter" idx="31" hasCustomPrompt="1"/>
          </p:nvPr>
        </p:nvSpPr>
        <p:spPr>
          <a:xfrm>
            <a:off x="3973113" y="4186526"/>
            <a:ext cx="3048593" cy="52795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2</a:t>
            </a:r>
          </a:p>
        </p:txBody>
      </p:sp>
      <p:sp>
        <p:nvSpPr>
          <p:cNvPr id="16" name="Text Placeholder 23">
            <a:extLst>
              <a:ext uri="{FF2B5EF4-FFF2-40B4-BE49-F238E27FC236}">
                <a16:creationId xmlns:a16="http://schemas.microsoft.com/office/drawing/2014/main" id="{7213201B-9B16-0B3D-E146-6B725E1AF606}"/>
              </a:ext>
            </a:extLst>
          </p:cNvPr>
          <p:cNvSpPr>
            <a:spLocks noGrp="1"/>
          </p:cNvSpPr>
          <p:nvPr>
            <p:ph type="body" sz="quarter" idx="32" hasCustomPrompt="1"/>
          </p:nvPr>
        </p:nvSpPr>
        <p:spPr>
          <a:xfrm>
            <a:off x="3973114" y="4737676"/>
            <a:ext cx="3048592" cy="1055914"/>
          </a:xfrm>
          <a:prstGeom prst="rect">
            <a:avLst/>
          </a:prstGeom>
        </p:spPr>
        <p:txBody>
          <a:bodyPr anchor="t">
            <a:norm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Try your best to keep your description no more than three lines</a:t>
            </a:r>
          </a:p>
        </p:txBody>
      </p:sp>
      <p:sp>
        <p:nvSpPr>
          <p:cNvPr id="18" name="Picture Placeholder 24">
            <a:extLst>
              <a:ext uri="{FF2B5EF4-FFF2-40B4-BE49-F238E27FC236}">
                <a16:creationId xmlns:a16="http://schemas.microsoft.com/office/drawing/2014/main" id="{9465DD82-942D-4363-BDF8-DEBD3E0B5B00}"/>
              </a:ext>
            </a:extLst>
          </p:cNvPr>
          <p:cNvSpPr>
            <a:spLocks noGrp="1"/>
          </p:cNvSpPr>
          <p:nvPr>
            <p:ph type="pic" sz="quarter" idx="33" hasCustomPrompt="1"/>
          </p:nvPr>
        </p:nvSpPr>
        <p:spPr>
          <a:xfrm>
            <a:off x="3973114" y="3647272"/>
            <a:ext cx="365760" cy="365760"/>
          </a:xfrm>
          <a:prstGeom prst="rect">
            <a:avLst/>
          </a:prstGeom>
        </p:spPr>
        <p:txBody>
          <a:bodyPr anchor="ctr">
            <a:normAutofit/>
          </a:bodyPr>
          <a:lstStyle>
            <a:lvl1pPr algn="ctr">
              <a:defRPr sz="600">
                <a:latin typeface="Aptos" pitchFamily="2" charset="77"/>
              </a:defRPr>
            </a:lvl1pPr>
          </a:lstStyle>
          <a:p>
            <a:r>
              <a:rPr lang="en-US" err="1"/>
              <a:t>Octicon</a:t>
            </a:r>
            <a:endParaRPr lang="en-US"/>
          </a:p>
        </p:txBody>
      </p:sp>
      <p:sp>
        <p:nvSpPr>
          <p:cNvPr id="2" name="Text Placeholder 23">
            <a:extLst>
              <a:ext uri="{FF2B5EF4-FFF2-40B4-BE49-F238E27FC236}">
                <a16:creationId xmlns:a16="http://schemas.microsoft.com/office/drawing/2014/main" id="{7717653C-80DF-3DD2-FC16-37BB8FC2866F}"/>
              </a:ext>
            </a:extLst>
          </p:cNvPr>
          <p:cNvSpPr>
            <a:spLocks noGrp="1"/>
          </p:cNvSpPr>
          <p:nvPr>
            <p:ph type="body" sz="quarter" idx="38" hasCustomPrompt="1"/>
          </p:nvPr>
        </p:nvSpPr>
        <p:spPr>
          <a:xfrm>
            <a:off x="758381" y="574423"/>
            <a:ext cx="3461954" cy="365760"/>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pic>
        <p:nvPicPr>
          <p:cNvPr id="9" name="Picture 7">
            <a:extLst>
              <a:ext uri="{FF2B5EF4-FFF2-40B4-BE49-F238E27FC236}">
                <a16:creationId xmlns:a16="http://schemas.microsoft.com/office/drawing/2014/main" id="{7AE14FBB-7CBC-D32F-39FD-4ABA51B0086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7458497" y="492220"/>
            <a:ext cx="8686800" cy="478511"/>
          </a:xfrm>
          <a:prstGeom prst="rect">
            <a:avLst/>
          </a:prstGeom>
        </p:spPr>
      </p:pic>
    </p:spTree>
    <p:extLst>
      <p:ext uri="{BB962C8B-B14F-4D97-AF65-F5344CB8AC3E}">
        <p14:creationId xmlns:p14="http://schemas.microsoft.com/office/powerpoint/2010/main" val="2334509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card - Dark mode - 2 speakers">
    <p:bg>
      <p:bgPr>
        <a:solidFill>
          <a:srgbClr val="000000"/>
        </a:solidFill>
        <a:effectLst/>
      </p:bgPr>
    </p:bg>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DABDFDA8-5032-521D-35FD-137BB6C48BEC}"/>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rcRect/>
          <a:stretch/>
        </p:blipFill>
        <p:spPr>
          <a:xfrm>
            <a:off x="11674" y="2766"/>
            <a:ext cx="12172140" cy="6852464"/>
          </a:xfrm>
          <a:prstGeom prst="rect">
            <a:avLst/>
          </a:prstGeom>
        </p:spPr>
      </p:pic>
      <p:sp>
        <p:nvSpPr>
          <p:cNvPr id="6" name="Title 1">
            <a:extLst>
              <a:ext uri="{FF2B5EF4-FFF2-40B4-BE49-F238E27FC236}">
                <a16:creationId xmlns:a16="http://schemas.microsoft.com/office/drawing/2014/main" id="{8E9EE805-E24C-DF0B-BCAC-04CFE6E3C397}"/>
              </a:ext>
            </a:extLst>
          </p:cNvPr>
          <p:cNvSpPr>
            <a:spLocks noGrp="1"/>
          </p:cNvSpPr>
          <p:nvPr>
            <p:ph type="ctrTitle" hasCustomPrompt="1"/>
          </p:nvPr>
        </p:nvSpPr>
        <p:spPr>
          <a:xfrm>
            <a:off x="2621097" y="380348"/>
            <a:ext cx="9077911" cy="4824698"/>
          </a:xfrm>
          <a:prstGeom prst="rect">
            <a:avLst/>
          </a:prstGeom>
        </p:spPr>
        <p:txBody>
          <a:bodyPr anchor="t">
            <a:normAutofit/>
          </a:bodyPr>
          <a:lstStyle>
            <a:lvl1pPr algn="l">
              <a:lnSpc>
                <a:spcPct val="80000"/>
              </a:lnSpc>
              <a:defRPr sz="8000" b="1" i="0">
                <a:solidFill>
                  <a:srgbClr val="8BF1A6"/>
                </a:solidFill>
                <a:latin typeface="Aptos" pitchFamily="2" charset="77"/>
              </a:defRPr>
            </a:lvl1pPr>
          </a:lstStyle>
          <a:p>
            <a:r>
              <a:rPr lang="en-US"/>
              <a:t>Presentation title </a:t>
            </a:r>
          </a:p>
        </p:txBody>
      </p:sp>
      <p:sp>
        <p:nvSpPr>
          <p:cNvPr id="28" name="Text Placeholder 23">
            <a:extLst>
              <a:ext uri="{FF2B5EF4-FFF2-40B4-BE49-F238E27FC236}">
                <a16:creationId xmlns:a16="http://schemas.microsoft.com/office/drawing/2014/main" id="{63BAA1F4-E359-6D1D-15CC-0F72B8861330}"/>
              </a:ext>
            </a:extLst>
          </p:cNvPr>
          <p:cNvSpPr>
            <a:spLocks noGrp="1"/>
          </p:cNvSpPr>
          <p:nvPr>
            <p:ph type="body" sz="quarter" idx="25" hasCustomPrompt="1"/>
          </p:nvPr>
        </p:nvSpPr>
        <p:spPr>
          <a:xfrm>
            <a:off x="3704302" y="5730720"/>
            <a:ext cx="2918060" cy="457200"/>
          </a:xfrm>
          <a:prstGeom prst="rect">
            <a:avLst/>
          </a:prstGeom>
        </p:spPr>
        <p:txBody>
          <a:bodyPr anchor="b" anchorCtr="0">
            <a:noAutofit/>
          </a:bodyPr>
          <a:lstStyle>
            <a:lvl1pPr marL="0" indent="0" algn="l">
              <a:buNone/>
              <a:defRPr sz="1800" b="0" i="0">
                <a:solidFill>
                  <a:schemeClr val="tx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First &amp; last name</a:t>
            </a:r>
          </a:p>
        </p:txBody>
      </p:sp>
      <p:sp>
        <p:nvSpPr>
          <p:cNvPr id="29" name="Text Placeholder 23">
            <a:extLst>
              <a:ext uri="{FF2B5EF4-FFF2-40B4-BE49-F238E27FC236}">
                <a16:creationId xmlns:a16="http://schemas.microsoft.com/office/drawing/2014/main" id="{CDD225E2-CA3A-7780-C15A-F080FC674F51}"/>
              </a:ext>
            </a:extLst>
          </p:cNvPr>
          <p:cNvSpPr>
            <a:spLocks noGrp="1"/>
          </p:cNvSpPr>
          <p:nvPr>
            <p:ph type="body" sz="quarter" idx="26" hasCustomPrompt="1"/>
          </p:nvPr>
        </p:nvSpPr>
        <p:spPr>
          <a:xfrm>
            <a:off x="3704302" y="6233277"/>
            <a:ext cx="2918060" cy="457200"/>
          </a:xfrm>
          <a:prstGeom prst="rect">
            <a:avLst/>
          </a:prstGeom>
        </p:spPr>
        <p:txBody>
          <a:bodyPr anchor="t" anchorCtr="0">
            <a:noAutofit/>
          </a:bodyPr>
          <a:lstStyle>
            <a:lvl1pPr marL="0" indent="0" algn="l">
              <a:buNone/>
              <a:defRPr sz="14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Position  / Company</a:t>
            </a:r>
          </a:p>
        </p:txBody>
      </p:sp>
      <p:sp>
        <p:nvSpPr>
          <p:cNvPr id="11" name="Text Placeholder 23">
            <a:extLst>
              <a:ext uri="{FF2B5EF4-FFF2-40B4-BE49-F238E27FC236}">
                <a16:creationId xmlns:a16="http://schemas.microsoft.com/office/drawing/2014/main" id="{5266F897-93A3-9BD1-063F-566A08499464}"/>
              </a:ext>
            </a:extLst>
          </p:cNvPr>
          <p:cNvSpPr>
            <a:spLocks noGrp="1"/>
          </p:cNvSpPr>
          <p:nvPr>
            <p:ph type="body" sz="quarter" idx="38" hasCustomPrompt="1"/>
          </p:nvPr>
        </p:nvSpPr>
        <p:spPr>
          <a:xfrm>
            <a:off x="8775953" y="5730720"/>
            <a:ext cx="2918060" cy="457200"/>
          </a:xfrm>
          <a:prstGeom prst="rect">
            <a:avLst/>
          </a:prstGeom>
        </p:spPr>
        <p:txBody>
          <a:bodyPr anchor="b" anchorCtr="0">
            <a:noAutofit/>
          </a:bodyPr>
          <a:lstStyle>
            <a:lvl1pPr marL="0" indent="0" algn="l">
              <a:buNone/>
              <a:defRPr sz="1800" b="0" i="0">
                <a:solidFill>
                  <a:schemeClr val="tx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First &amp; last name</a:t>
            </a:r>
          </a:p>
        </p:txBody>
      </p:sp>
      <p:sp>
        <p:nvSpPr>
          <p:cNvPr id="12" name="Text Placeholder 23">
            <a:extLst>
              <a:ext uri="{FF2B5EF4-FFF2-40B4-BE49-F238E27FC236}">
                <a16:creationId xmlns:a16="http://schemas.microsoft.com/office/drawing/2014/main" id="{E7508BB4-E117-9BD4-BB08-C14AC1FE8406}"/>
              </a:ext>
            </a:extLst>
          </p:cNvPr>
          <p:cNvSpPr>
            <a:spLocks noGrp="1"/>
          </p:cNvSpPr>
          <p:nvPr>
            <p:ph type="body" sz="quarter" idx="39" hasCustomPrompt="1"/>
          </p:nvPr>
        </p:nvSpPr>
        <p:spPr>
          <a:xfrm>
            <a:off x="8775953" y="6233277"/>
            <a:ext cx="2918060" cy="457200"/>
          </a:xfrm>
          <a:prstGeom prst="rect">
            <a:avLst/>
          </a:prstGeom>
        </p:spPr>
        <p:txBody>
          <a:bodyPr anchor="t" anchorCtr="0">
            <a:noAutofit/>
          </a:bodyPr>
          <a:lstStyle>
            <a:lvl1pPr marL="0" indent="0" algn="l">
              <a:buNone/>
              <a:defRPr sz="14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Position  / Company</a:t>
            </a:r>
          </a:p>
        </p:txBody>
      </p:sp>
      <p:sp>
        <p:nvSpPr>
          <p:cNvPr id="5" name="Rectangle 4">
            <a:extLst>
              <a:ext uri="{FF2B5EF4-FFF2-40B4-BE49-F238E27FC236}">
                <a16:creationId xmlns:a16="http://schemas.microsoft.com/office/drawing/2014/main" id="{69D10252-CD1F-88BE-2B77-9454DC9DC583}"/>
              </a:ext>
            </a:extLst>
          </p:cNvPr>
          <p:cNvSpPr/>
          <p:nvPr userDrawn="1"/>
        </p:nvSpPr>
        <p:spPr>
          <a:xfrm rot="5400000">
            <a:off x="7150276" y="535918"/>
            <a:ext cx="36576" cy="1002352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icture Placeholder 9">
            <a:extLst>
              <a:ext uri="{FF2B5EF4-FFF2-40B4-BE49-F238E27FC236}">
                <a16:creationId xmlns:a16="http://schemas.microsoft.com/office/drawing/2014/main" id="{29CF073E-C979-1616-02A6-D777AA3C33E1}"/>
              </a:ext>
            </a:extLst>
          </p:cNvPr>
          <p:cNvSpPr>
            <a:spLocks noGrp="1" noChangeAspect="1"/>
          </p:cNvSpPr>
          <p:nvPr>
            <p:ph type="pic" sz="quarter" idx="41"/>
          </p:nvPr>
        </p:nvSpPr>
        <p:spPr>
          <a:xfrm>
            <a:off x="2184783" y="5565045"/>
            <a:ext cx="1298448" cy="1298448"/>
          </a:xfrm>
          <a:prstGeom prst="rect">
            <a:avLst/>
          </a:prstGeom>
        </p:spPr>
        <p:txBody>
          <a:bodyPr/>
          <a:lstStyle/>
          <a:p>
            <a:endParaRPr lang="en-US"/>
          </a:p>
        </p:txBody>
      </p:sp>
      <p:sp>
        <p:nvSpPr>
          <p:cNvPr id="18" name="Picture Placeholder 9">
            <a:extLst>
              <a:ext uri="{FF2B5EF4-FFF2-40B4-BE49-F238E27FC236}">
                <a16:creationId xmlns:a16="http://schemas.microsoft.com/office/drawing/2014/main" id="{3F4DEFA9-46ED-D8EA-5B84-3FE3C18BC40F}"/>
              </a:ext>
            </a:extLst>
          </p:cNvPr>
          <p:cNvSpPr>
            <a:spLocks noGrp="1" noChangeAspect="1"/>
          </p:cNvSpPr>
          <p:nvPr>
            <p:ph type="pic" sz="quarter" idx="43"/>
          </p:nvPr>
        </p:nvSpPr>
        <p:spPr>
          <a:xfrm>
            <a:off x="7230039" y="5565045"/>
            <a:ext cx="1298448" cy="1298448"/>
          </a:xfrm>
          <a:prstGeom prst="rect">
            <a:avLst/>
          </a:prstGeom>
        </p:spPr>
        <p:txBody>
          <a:bodyPr/>
          <a:lstStyle/>
          <a:p>
            <a:endParaRPr lang="en-US"/>
          </a:p>
        </p:txBody>
      </p:sp>
      <p:sp>
        <p:nvSpPr>
          <p:cNvPr id="4" name="Rectangle 3">
            <a:extLst>
              <a:ext uri="{FF2B5EF4-FFF2-40B4-BE49-F238E27FC236}">
                <a16:creationId xmlns:a16="http://schemas.microsoft.com/office/drawing/2014/main" id="{DAE7CB62-5C8D-2981-EAA4-46E33D55EA7C}"/>
              </a:ext>
            </a:extLst>
          </p:cNvPr>
          <p:cNvSpPr/>
          <p:nvPr userDrawn="1"/>
        </p:nvSpPr>
        <p:spPr>
          <a:xfrm>
            <a:off x="7195694" y="5532120"/>
            <a:ext cx="36576" cy="132588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292244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4264102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amp; Content">
    <p:bg>
      <p:bgPr>
        <a:solidFill>
          <a:srgbClr val="00000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934219-9B18-8925-0B79-BF8DB5FD4165}"/>
              </a:ext>
            </a:extLst>
          </p:cNvPr>
          <p:cNvSpPr txBox="1"/>
          <p:nvPr/>
        </p:nvSpPr>
        <p:spPr>
          <a:xfrm>
            <a:off x="9356271" y="-1045029"/>
            <a:ext cx="184731" cy="369332"/>
          </a:xfrm>
          <a:prstGeom prst="rect">
            <a:avLst/>
          </a:prstGeom>
          <a:noFill/>
        </p:spPr>
        <p:txBody>
          <a:bodyPr wrap="none" rtlCol="0">
            <a:spAutoFit/>
          </a:bodyPr>
          <a:lstStyle/>
          <a:p>
            <a:endParaRPr lang="en-US"/>
          </a:p>
        </p:txBody>
      </p:sp>
      <p:sp>
        <p:nvSpPr>
          <p:cNvPr id="6" name="Text Placeholder 2">
            <a:extLst>
              <a:ext uri="{FF2B5EF4-FFF2-40B4-BE49-F238E27FC236}">
                <a16:creationId xmlns:a16="http://schemas.microsoft.com/office/drawing/2014/main" id="{64B8FA51-B975-B2D3-3F96-FFAB0F90049E}"/>
              </a:ext>
            </a:extLst>
          </p:cNvPr>
          <p:cNvSpPr>
            <a:spLocks noGrp="1"/>
          </p:cNvSpPr>
          <p:nvPr>
            <p:ph idx="1"/>
          </p:nvPr>
        </p:nvSpPr>
        <p:spPr>
          <a:xfrm>
            <a:off x="720436" y="2354817"/>
            <a:ext cx="10818832" cy="3822146"/>
          </a:xfrm>
          <a:prstGeom prst="rect">
            <a:avLst/>
          </a:prstGeom>
        </p:spPr>
        <p:txBody>
          <a:bodyPr vert="horz" lIns="91440" tIns="45720" rIns="91440" bIns="45720" rtlCol="0">
            <a:normAutofit/>
          </a:bodyPr>
          <a:lstStyle>
            <a:lvl1pPr>
              <a:defRPr>
                <a:latin typeface="Aptos" pitchFamily="2" charset="77"/>
              </a:defRPr>
            </a:lvl1pPr>
            <a:lvl2pPr>
              <a:defRPr>
                <a:latin typeface="Aptos" pitchFamily="2" charset="77"/>
              </a:defRPr>
            </a:lvl2pPr>
            <a:lvl3pPr>
              <a:defRPr>
                <a:latin typeface="Aptos" pitchFamily="2" charset="77"/>
              </a:defRPr>
            </a:lvl3pPr>
            <a:lvl4pPr>
              <a:defRPr>
                <a:latin typeface="Aptos" pitchFamily="2" charset="77"/>
              </a:defRPr>
            </a:lvl4pPr>
            <a:lvl5pPr>
              <a:defRPr>
                <a:latin typeface="Aptos"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3">
            <a:extLst>
              <a:ext uri="{FF2B5EF4-FFF2-40B4-BE49-F238E27FC236}">
                <a16:creationId xmlns:a16="http://schemas.microsoft.com/office/drawing/2014/main" id="{C8D9CAC6-8853-24B3-3968-58FD5156F719}"/>
              </a:ext>
            </a:extLst>
          </p:cNvPr>
          <p:cNvSpPr>
            <a:spLocks noGrp="1"/>
          </p:cNvSpPr>
          <p:nvPr>
            <p:ph type="body" sz="quarter" idx="32" hasCustomPrompt="1"/>
          </p:nvPr>
        </p:nvSpPr>
        <p:spPr>
          <a:xfrm>
            <a:off x="720435" y="708152"/>
            <a:ext cx="10818831" cy="365760"/>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4" name="Title 1">
            <a:extLst>
              <a:ext uri="{FF2B5EF4-FFF2-40B4-BE49-F238E27FC236}">
                <a16:creationId xmlns:a16="http://schemas.microsoft.com/office/drawing/2014/main" id="{89545FE6-14A5-6DEE-D1BD-98A78B9DC922}"/>
              </a:ext>
            </a:extLst>
          </p:cNvPr>
          <p:cNvSpPr>
            <a:spLocks noGrp="1"/>
          </p:cNvSpPr>
          <p:nvPr>
            <p:ph type="ctrTitle" hasCustomPrompt="1"/>
          </p:nvPr>
        </p:nvSpPr>
        <p:spPr>
          <a:xfrm>
            <a:off x="720436" y="1273358"/>
            <a:ext cx="10818832" cy="882013"/>
          </a:xfrm>
        </p:spPr>
        <p:txBody>
          <a:bodyPr anchor="t">
            <a:noAutofit/>
          </a:bodyPr>
          <a:lstStyle>
            <a:lvl1pPr algn="l">
              <a:defRPr sz="4800" b="1" i="0">
                <a:solidFill>
                  <a:schemeClr val="tx1"/>
                </a:solidFill>
                <a:latin typeface="Aptos" pitchFamily="2" charset="77"/>
              </a:defRPr>
            </a:lvl1pPr>
          </a:lstStyle>
          <a:p>
            <a:r>
              <a:rPr lang="en-US"/>
              <a:t>Title should be less than 10 words</a:t>
            </a:r>
          </a:p>
        </p:txBody>
      </p:sp>
    </p:spTree>
    <p:extLst>
      <p:ext uri="{BB962C8B-B14F-4D97-AF65-F5344CB8AC3E}">
        <p14:creationId xmlns:p14="http://schemas.microsoft.com/office/powerpoint/2010/main" val="17523636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hree Statements">
    <p:bg>
      <p:bgPr>
        <a:solidFill>
          <a:srgbClr val="000000"/>
        </a:solidFill>
        <a:effectLst/>
      </p:bgPr>
    </p:bg>
    <p:spTree>
      <p:nvGrpSpPr>
        <p:cNvPr id="1" name=""/>
        <p:cNvGrpSpPr/>
        <p:nvPr/>
      </p:nvGrpSpPr>
      <p:grpSpPr>
        <a:xfrm>
          <a:off x="0" y="0"/>
          <a:ext cx="0" cy="0"/>
          <a:chOff x="0" y="0"/>
          <a:chExt cx="0" cy="0"/>
        </a:xfrm>
      </p:grpSpPr>
      <p:sp>
        <p:nvSpPr>
          <p:cNvPr id="2" name="Text Placeholder 23">
            <a:extLst>
              <a:ext uri="{FF2B5EF4-FFF2-40B4-BE49-F238E27FC236}">
                <a16:creationId xmlns:a16="http://schemas.microsoft.com/office/drawing/2014/main" id="{C90F7202-87A7-49D5-1EEA-599F68B5D2BF}"/>
              </a:ext>
            </a:extLst>
          </p:cNvPr>
          <p:cNvSpPr>
            <a:spLocks noGrp="1"/>
          </p:cNvSpPr>
          <p:nvPr>
            <p:ph type="body" sz="quarter" idx="22" hasCustomPrompt="1"/>
          </p:nvPr>
        </p:nvSpPr>
        <p:spPr>
          <a:xfrm>
            <a:off x="674508" y="4274022"/>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1</a:t>
            </a:r>
          </a:p>
        </p:txBody>
      </p:sp>
      <p:sp>
        <p:nvSpPr>
          <p:cNvPr id="3" name="Text Placeholder 23">
            <a:extLst>
              <a:ext uri="{FF2B5EF4-FFF2-40B4-BE49-F238E27FC236}">
                <a16:creationId xmlns:a16="http://schemas.microsoft.com/office/drawing/2014/main" id="{1D01495C-06D4-CD38-BA69-8D11BAE69FD0}"/>
              </a:ext>
            </a:extLst>
          </p:cNvPr>
          <p:cNvSpPr>
            <a:spLocks noGrp="1"/>
          </p:cNvSpPr>
          <p:nvPr>
            <p:ph type="body" sz="quarter" idx="23" hasCustomPrompt="1"/>
          </p:nvPr>
        </p:nvSpPr>
        <p:spPr>
          <a:xfrm>
            <a:off x="674508" y="4748971"/>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4" name="Picture Placeholder 24">
            <a:extLst>
              <a:ext uri="{FF2B5EF4-FFF2-40B4-BE49-F238E27FC236}">
                <a16:creationId xmlns:a16="http://schemas.microsoft.com/office/drawing/2014/main" id="{BA673A28-5082-75B2-C493-25A6BA2892AD}"/>
              </a:ext>
            </a:extLst>
          </p:cNvPr>
          <p:cNvSpPr>
            <a:spLocks noGrp="1"/>
          </p:cNvSpPr>
          <p:nvPr>
            <p:ph type="pic" sz="quarter" idx="25" hasCustomPrompt="1"/>
          </p:nvPr>
        </p:nvSpPr>
        <p:spPr>
          <a:xfrm>
            <a:off x="674508" y="3734767"/>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5" name="Text Placeholder 23">
            <a:extLst>
              <a:ext uri="{FF2B5EF4-FFF2-40B4-BE49-F238E27FC236}">
                <a16:creationId xmlns:a16="http://schemas.microsoft.com/office/drawing/2014/main" id="{89DC60DF-BBF9-032D-AD0B-F365CD4D8920}"/>
              </a:ext>
            </a:extLst>
          </p:cNvPr>
          <p:cNvSpPr>
            <a:spLocks noGrp="1"/>
          </p:cNvSpPr>
          <p:nvPr>
            <p:ph type="body" sz="quarter" idx="26" hasCustomPrompt="1"/>
          </p:nvPr>
        </p:nvSpPr>
        <p:spPr>
          <a:xfrm>
            <a:off x="4478194" y="4272640"/>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2</a:t>
            </a:r>
          </a:p>
        </p:txBody>
      </p:sp>
      <p:sp>
        <p:nvSpPr>
          <p:cNvPr id="6" name="Text Placeholder 23">
            <a:extLst>
              <a:ext uri="{FF2B5EF4-FFF2-40B4-BE49-F238E27FC236}">
                <a16:creationId xmlns:a16="http://schemas.microsoft.com/office/drawing/2014/main" id="{AD9D8176-BB69-9F5A-BA39-87E5D942B5B0}"/>
              </a:ext>
            </a:extLst>
          </p:cNvPr>
          <p:cNvSpPr>
            <a:spLocks noGrp="1"/>
          </p:cNvSpPr>
          <p:nvPr>
            <p:ph type="body" sz="quarter" idx="27" hasCustomPrompt="1"/>
          </p:nvPr>
        </p:nvSpPr>
        <p:spPr>
          <a:xfrm>
            <a:off x="4478195" y="4747589"/>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8" name="Picture Placeholder 24">
            <a:extLst>
              <a:ext uri="{FF2B5EF4-FFF2-40B4-BE49-F238E27FC236}">
                <a16:creationId xmlns:a16="http://schemas.microsoft.com/office/drawing/2014/main" id="{8B0CD642-0531-E3F3-88CD-780EBE6D9300}"/>
              </a:ext>
            </a:extLst>
          </p:cNvPr>
          <p:cNvSpPr>
            <a:spLocks noGrp="1"/>
          </p:cNvSpPr>
          <p:nvPr>
            <p:ph type="pic" sz="quarter" idx="28" hasCustomPrompt="1"/>
          </p:nvPr>
        </p:nvSpPr>
        <p:spPr>
          <a:xfrm>
            <a:off x="4478195" y="3733385"/>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9" name="Text Placeholder 23">
            <a:extLst>
              <a:ext uri="{FF2B5EF4-FFF2-40B4-BE49-F238E27FC236}">
                <a16:creationId xmlns:a16="http://schemas.microsoft.com/office/drawing/2014/main" id="{2269E9E9-9FE1-4B58-A067-4BD00E8E0C31}"/>
              </a:ext>
            </a:extLst>
          </p:cNvPr>
          <p:cNvSpPr>
            <a:spLocks noGrp="1"/>
          </p:cNvSpPr>
          <p:nvPr>
            <p:ph type="body" sz="quarter" idx="29" hasCustomPrompt="1"/>
          </p:nvPr>
        </p:nvSpPr>
        <p:spPr>
          <a:xfrm>
            <a:off x="8277943" y="4272640"/>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3</a:t>
            </a:r>
          </a:p>
        </p:txBody>
      </p:sp>
      <p:sp>
        <p:nvSpPr>
          <p:cNvPr id="10" name="Text Placeholder 23">
            <a:extLst>
              <a:ext uri="{FF2B5EF4-FFF2-40B4-BE49-F238E27FC236}">
                <a16:creationId xmlns:a16="http://schemas.microsoft.com/office/drawing/2014/main" id="{FA5B6F15-FA33-ECFB-4754-66663281CBEB}"/>
              </a:ext>
            </a:extLst>
          </p:cNvPr>
          <p:cNvSpPr>
            <a:spLocks noGrp="1"/>
          </p:cNvSpPr>
          <p:nvPr>
            <p:ph type="body" sz="quarter" idx="30" hasCustomPrompt="1"/>
          </p:nvPr>
        </p:nvSpPr>
        <p:spPr>
          <a:xfrm>
            <a:off x="8277944" y="4747589"/>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11" name="Picture Placeholder 24">
            <a:extLst>
              <a:ext uri="{FF2B5EF4-FFF2-40B4-BE49-F238E27FC236}">
                <a16:creationId xmlns:a16="http://schemas.microsoft.com/office/drawing/2014/main" id="{ECA9FA2E-EA3D-1DBC-2A4B-62D38B8DF3E6}"/>
              </a:ext>
            </a:extLst>
          </p:cNvPr>
          <p:cNvSpPr>
            <a:spLocks noGrp="1"/>
          </p:cNvSpPr>
          <p:nvPr>
            <p:ph type="pic" sz="quarter" idx="31" hasCustomPrompt="1"/>
          </p:nvPr>
        </p:nvSpPr>
        <p:spPr>
          <a:xfrm>
            <a:off x="8277944" y="3733385"/>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12" name="Title 1">
            <a:extLst>
              <a:ext uri="{FF2B5EF4-FFF2-40B4-BE49-F238E27FC236}">
                <a16:creationId xmlns:a16="http://schemas.microsoft.com/office/drawing/2014/main" id="{1C7570C5-829F-FB1B-F5CF-692824B4A4AD}"/>
              </a:ext>
            </a:extLst>
          </p:cNvPr>
          <p:cNvSpPr>
            <a:spLocks noGrp="1"/>
          </p:cNvSpPr>
          <p:nvPr>
            <p:ph type="ctrTitle" hasCustomPrompt="1"/>
          </p:nvPr>
        </p:nvSpPr>
        <p:spPr>
          <a:xfrm>
            <a:off x="674508" y="1178132"/>
            <a:ext cx="10884125" cy="1646711"/>
          </a:xfrm>
        </p:spPr>
        <p:txBody>
          <a:bodyPr anchor="t">
            <a:noAutofit/>
          </a:bodyPr>
          <a:lstStyle>
            <a:lvl1pPr algn="l">
              <a:defRPr sz="4800" b="1" i="0">
                <a:solidFill>
                  <a:schemeClr val="tx1"/>
                </a:solidFill>
                <a:latin typeface="Aptos" pitchFamily="2" charset="77"/>
              </a:defRPr>
            </a:lvl1pPr>
          </a:lstStyle>
          <a:p>
            <a:r>
              <a:rPr lang="en-US"/>
              <a:t>Title should be less than 10 words</a:t>
            </a:r>
          </a:p>
        </p:txBody>
      </p:sp>
      <p:sp>
        <p:nvSpPr>
          <p:cNvPr id="13" name="Text Placeholder 23">
            <a:extLst>
              <a:ext uri="{FF2B5EF4-FFF2-40B4-BE49-F238E27FC236}">
                <a16:creationId xmlns:a16="http://schemas.microsoft.com/office/drawing/2014/main" id="{291076F0-6982-7308-4E79-073885B6FFE1}"/>
              </a:ext>
            </a:extLst>
          </p:cNvPr>
          <p:cNvSpPr>
            <a:spLocks noGrp="1"/>
          </p:cNvSpPr>
          <p:nvPr>
            <p:ph type="body" sz="quarter" idx="32" hasCustomPrompt="1"/>
          </p:nvPr>
        </p:nvSpPr>
        <p:spPr>
          <a:xfrm>
            <a:off x="674508" y="708152"/>
            <a:ext cx="10884124" cy="365760"/>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Tree>
    <p:extLst>
      <p:ext uri="{BB962C8B-B14F-4D97-AF65-F5344CB8AC3E}">
        <p14:creationId xmlns:p14="http://schemas.microsoft.com/office/powerpoint/2010/main" val="3250878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Agenda">
    <p:bg>
      <p:bgPr>
        <a:solidFill>
          <a:schemeClr val="bg1"/>
        </a:solid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C6ECBF4C-BF4F-0D2C-EA8E-54C29F31B2F7}"/>
              </a:ext>
            </a:extLst>
          </p:cNvPr>
          <p:cNvSpPr>
            <a:spLocks noGrp="1"/>
          </p:cNvSpPr>
          <p:nvPr>
            <p:ph type="body" sz="quarter" idx="11" hasCustomPrompt="1"/>
          </p:nvPr>
        </p:nvSpPr>
        <p:spPr>
          <a:xfrm>
            <a:off x="4109814" y="335102"/>
            <a:ext cx="726315" cy="6187796"/>
          </a:xfrm>
          <a:prstGeom prst="rect">
            <a:avLst/>
          </a:prstGeom>
        </p:spPr>
        <p:txBody>
          <a:bodyPr/>
          <a:lstStyle>
            <a:lvl1pPr>
              <a:defRPr sz="2800" b="1" i="0">
                <a:solidFill>
                  <a:srgbClr val="B6BFB8"/>
                </a:solidFill>
                <a:latin typeface="Aptos" pitchFamily="2" charset="77"/>
              </a:defRPr>
            </a:lvl1pPr>
          </a:lstStyle>
          <a:p>
            <a:pPr lvl="0"/>
            <a:r>
              <a:rPr lang="en-US"/>
              <a:t>01</a:t>
            </a:r>
          </a:p>
          <a:p>
            <a:pPr lvl="0"/>
            <a:r>
              <a:rPr lang="en-US"/>
              <a:t>02</a:t>
            </a:r>
          </a:p>
          <a:p>
            <a:pPr lvl="0"/>
            <a:r>
              <a:rPr lang="en-US"/>
              <a:t>03</a:t>
            </a:r>
          </a:p>
          <a:p>
            <a:pPr lvl="0"/>
            <a:r>
              <a:rPr lang="en-US"/>
              <a:t>04</a:t>
            </a:r>
          </a:p>
          <a:p>
            <a:pPr lvl="0"/>
            <a:r>
              <a:rPr lang="en-US"/>
              <a:t>05</a:t>
            </a:r>
          </a:p>
        </p:txBody>
      </p:sp>
      <p:sp>
        <p:nvSpPr>
          <p:cNvPr id="3" name="Text Placeholder 2">
            <a:extLst>
              <a:ext uri="{FF2B5EF4-FFF2-40B4-BE49-F238E27FC236}">
                <a16:creationId xmlns:a16="http://schemas.microsoft.com/office/drawing/2014/main" id="{88A2D5E6-6218-3513-0338-32F1DADBF965}"/>
              </a:ext>
            </a:extLst>
          </p:cNvPr>
          <p:cNvSpPr>
            <a:spLocks noGrp="1"/>
          </p:cNvSpPr>
          <p:nvPr>
            <p:ph type="body" sz="quarter" idx="12" hasCustomPrompt="1"/>
          </p:nvPr>
        </p:nvSpPr>
        <p:spPr>
          <a:xfrm>
            <a:off x="4836128" y="335102"/>
            <a:ext cx="6955155" cy="6187796"/>
          </a:xfrm>
          <a:prstGeom prst="rect">
            <a:avLst/>
          </a:prstGeom>
        </p:spPr>
        <p:txBody>
          <a:bodyPr/>
          <a:lstStyle>
            <a:lvl1pPr>
              <a:defRPr sz="2800" b="1" i="0">
                <a:solidFill>
                  <a:schemeClr val="tx1"/>
                </a:solidFill>
                <a:latin typeface="Aptos" pitchFamily="2" charset="77"/>
              </a:defRPr>
            </a:lvl1pPr>
          </a:lstStyle>
          <a:p>
            <a:pPr lvl="0"/>
            <a:r>
              <a:rPr lang="en-US"/>
              <a:t>Section title</a:t>
            </a:r>
          </a:p>
          <a:p>
            <a:pPr lvl="0"/>
            <a:r>
              <a:rPr lang="en-US"/>
              <a:t>Section title </a:t>
            </a:r>
          </a:p>
          <a:p>
            <a:pPr lvl="0"/>
            <a:r>
              <a:rPr lang="en-US"/>
              <a:t>Section title</a:t>
            </a:r>
          </a:p>
          <a:p>
            <a:pPr lvl="0"/>
            <a:r>
              <a:rPr lang="en-US"/>
              <a:t>Section title</a:t>
            </a:r>
          </a:p>
          <a:p>
            <a:pPr lvl="0"/>
            <a:r>
              <a:rPr lang="en-US"/>
              <a:t>Section title </a:t>
            </a:r>
          </a:p>
        </p:txBody>
      </p:sp>
      <p:sp>
        <p:nvSpPr>
          <p:cNvPr id="8" name="TextBox 7">
            <a:extLst>
              <a:ext uri="{FF2B5EF4-FFF2-40B4-BE49-F238E27FC236}">
                <a16:creationId xmlns:a16="http://schemas.microsoft.com/office/drawing/2014/main" id="{16ADB4EE-5BC1-F20C-23D5-E728D77BC32D}"/>
              </a:ext>
            </a:extLst>
          </p:cNvPr>
          <p:cNvSpPr txBox="1"/>
          <p:nvPr userDrawn="1"/>
        </p:nvSpPr>
        <p:spPr>
          <a:xfrm>
            <a:off x="256841" y="335102"/>
            <a:ext cx="3060790" cy="1015663"/>
          </a:xfrm>
          <a:prstGeom prst="rect">
            <a:avLst/>
          </a:prstGeom>
          <a:noFill/>
        </p:spPr>
        <p:txBody>
          <a:bodyPr wrap="square" rtlCol="0">
            <a:spAutoFit/>
          </a:bodyPr>
          <a:lstStyle/>
          <a:p>
            <a:pPr algn="ctr"/>
            <a:r>
              <a:rPr lang="en-US" sz="6000" b="1" i="0">
                <a:solidFill>
                  <a:schemeClr val="tx1"/>
                </a:solidFill>
                <a:latin typeface="Aptos" pitchFamily="2" charset="77"/>
                <a:cs typeface="Aptos" pitchFamily="2" charset="77"/>
              </a:rPr>
              <a:t>Agenda</a:t>
            </a:r>
          </a:p>
        </p:txBody>
      </p:sp>
      <p:sp>
        <p:nvSpPr>
          <p:cNvPr id="9" name="Rectangle 8">
            <a:extLst>
              <a:ext uri="{FF2B5EF4-FFF2-40B4-BE49-F238E27FC236}">
                <a16:creationId xmlns:a16="http://schemas.microsoft.com/office/drawing/2014/main" id="{CE94A6F1-D848-E63F-EE08-EB5E912E073C}"/>
              </a:ext>
            </a:extLst>
          </p:cNvPr>
          <p:cNvSpPr/>
          <p:nvPr userDrawn="1"/>
        </p:nvSpPr>
        <p:spPr>
          <a:xfrm>
            <a:off x="3663995"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166797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Panel Title Card - green mode">
    <p:bg>
      <p:bgPr>
        <a:solidFill>
          <a:srgbClr val="000000"/>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92B1EC0-7FF8-CC20-FE27-A035712249B9}"/>
              </a:ext>
            </a:extLst>
          </p:cNvPr>
          <p:cNvPicPr/>
          <p:nvPr userDrawn="1"/>
        </p:nvPicPr>
        <p:blipFill>
          <a:blip r:embed="rId2" cstate="screen">
            <a:extLst>
              <a:ext uri="{28A0092B-C50C-407E-A947-70E740481C1C}">
                <a14:useLocalDpi xmlns:a14="http://schemas.microsoft.com/office/drawing/2010/main"/>
              </a:ext>
            </a:extLst>
          </a:blip>
          <a:srcRect/>
          <a:stretch/>
        </p:blipFill>
        <p:spPr>
          <a:xfrm>
            <a:off x="0" y="-2822"/>
            <a:ext cx="12192000" cy="6863644"/>
          </a:xfrm>
          <a:prstGeom prst="rect">
            <a:avLst/>
          </a:prstGeom>
        </p:spPr>
      </p:pic>
      <p:sp>
        <p:nvSpPr>
          <p:cNvPr id="12" name="Title 1">
            <a:extLst>
              <a:ext uri="{FF2B5EF4-FFF2-40B4-BE49-F238E27FC236}">
                <a16:creationId xmlns:a16="http://schemas.microsoft.com/office/drawing/2014/main" id="{17311656-A7F6-E685-5661-15D8FA1D6A45}"/>
              </a:ext>
            </a:extLst>
          </p:cNvPr>
          <p:cNvSpPr>
            <a:spLocks noGrp="1"/>
          </p:cNvSpPr>
          <p:nvPr>
            <p:ph type="ctrTitle" hasCustomPrompt="1"/>
          </p:nvPr>
        </p:nvSpPr>
        <p:spPr>
          <a:xfrm>
            <a:off x="2515035" y="1392319"/>
            <a:ext cx="9039106" cy="4073363"/>
          </a:xfrm>
          <a:prstGeom prst="rect">
            <a:avLst/>
          </a:prstGeom>
        </p:spPr>
        <p:txBody>
          <a:bodyPr anchor="ctr">
            <a:normAutofit/>
          </a:bodyPr>
          <a:lstStyle>
            <a:lvl1pPr algn="l">
              <a:lnSpc>
                <a:spcPct val="80000"/>
              </a:lnSpc>
              <a:defRPr sz="6000" b="1" i="0">
                <a:solidFill>
                  <a:schemeClr val="bg1"/>
                </a:solidFill>
                <a:latin typeface="Aptos" pitchFamily="2" charset="77"/>
              </a:defRPr>
            </a:lvl1pPr>
          </a:lstStyle>
          <a:p>
            <a:r>
              <a:rPr lang="en-US"/>
              <a:t>Section title</a:t>
            </a:r>
          </a:p>
        </p:txBody>
      </p:sp>
    </p:spTree>
    <p:extLst>
      <p:ext uri="{BB962C8B-B14F-4D97-AF65-F5344CB8AC3E}">
        <p14:creationId xmlns:p14="http://schemas.microsoft.com/office/powerpoint/2010/main" val="2703246573"/>
      </p:ext>
    </p:extLst>
  </p:cSld>
  <p:clrMapOvr>
    <a:masterClrMapping/>
  </p:clrMapOvr>
  <p:extLst>
    <p:ext uri="{DCECCB84-F9BA-43D5-87BE-67443E8EF086}">
      <p15:sldGuideLst xmlns:p15="http://schemas.microsoft.com/office/powerpoint/2012/main">
        <p15:guide id="1" pos="172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pilot feature specific 1">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D89EC314-9034-41CA-7F9D-FFA5D6F694AD}"/>
              </a:ext>
            </a:extLst>
          </p:cNvPr>
          <p:cNvSpPr>
            <a:spLocks noGrp="1"/>
          </p:cNvSpPr>
          <p:nvPr>
            <p:ph type="title" hasCustomPrompt="1"/>
          </p:nvPr>
        </p:nvSpPr>
        <p:spPr>
          <a:xfrm>
            <a:off x="380678"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4" name="Text Placeholder 23">
            <a:extLst>
              <a:ext uri="{FF2B5EF4-FFF2-40B4-BE49-F238E27FC236}">
                <a16:creationId xmlns:a16="http://schemas.microsoft.com/office/drawing/2014/main" id="{2243E505-DF3C-F337-CBC7-E70FEE6C0CCD}"/>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5" name="Rectangle 4">
            <a:extLst>
              <a:ext uri="{FF2B5EF4-FFF2-40B4-BE49-F238E27FC236}">
                <a16:creationId xmlns:a16="http://schemas.microsoft.com/office/drawing/2014/main" id="{6B7AB6A4-AA7E-8631-4382-09BBAB795B1E}"/>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9">
            <a:extLst>
              <a:ext uri="{FF2B5EF4-FFF2-40B4-BE49-F238E27FC236}">
                <a16:creationId xmlns:a16="http://schemas.microsoft.com/office/drawing/2014/main" id="{EC38ED57-A90D-1FEC-BCD3-69F2431F29E6}"/>
              </a:ext>
            </a:extLst>
          </p:cNvPr>
          <p:cNvSpPr>
            <a:spLocks noGrp="1"/>
          </p:cNvSpPr>
          <p:nvPr>
            <p:ph type="pic" sz="quarter" idx="32"/>
          </p:nvPr>
        </p:nvSpPr>
        <p:spPr>
          <a:xfrm>
            <a:off x="6088062" y="0"/>
            <a:ext cx="6103938" cy="6858000"/>
          </a:xfrm>
          <a:prstGeom prst="rect">
            <a:avLst/>
          </a:prstGeom>
          <a:solidFill>
            <a:schemeClr val="accent3"/>
          </a:solidFill>
        </p:spPr>
        <p:txBody>
          <a:bodyPr/>
          <a:lstStyle/>
          <a:p>
            <a:endParaRPr lang="en-US"/>
          </a:p>
        </p:txBody>
      </p:sp>
      <p:sp>
        <p:nvSpPr>
          <p:cNvPr id="7" name="Text Placeholder 23">
            <a:extLst>
              <a:ext uri="{FF2B5EF4-FFF2-40B4-BE49-F238E27FC236}">
                <a16:creationId xmlns:a16="http://schemas.microsoft.com/office/drawing/2014/main" id="{A3FF5C67-D41D-04B3-E321-C939F38724EC}"/>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Tree>
    <p:extLst>
      <p:ext uri="{BB962C8B-B14F-4D97-AF65-F5344CB8AC3E}">
        <p14:creationId xmlns:p14="http://schemas.microsoft.com/office/powerpoint/2010/main" val="42084225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opilot feature specific 2">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71918A70-9503-E96C-7F21-F0C5E11DEC3E}"/>
              </a:ext>
            </a:extLst>
          </p:cNvPr>
          <p:cNvSpPr>
            <a:spLocks noGrp="1"/>
          </p:cNvSpPr>
          <p:nvPr>
            <p:ph type="title" hasCustomPrompt="1"/>
          </p:nvPr>
        </p:nvSpPr>
        <p:spPr>
          <a:xfrm>
            <a:off x="6487010"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8" name="Text Placeholder 23">
            <a:extLst>
              <a:ext uri="{FF2B5EF4-FFF2-40B4-BE49-F238E27FC236}">
                <a16:creationId xmlns:a16="http://schemas.microsoft.com/office/drawing/2014/main" id="{17FBA312-E57F-F278-9A64-CCFA9DD58CCE}"/>
              </a:ext>
            </a:extLst>
          </p:cNvPr>
          <p:cNvSpPr>
            <a:spLocks noGrp="1"/>
          </p:cNvSpPr>
          <p:nvPr>
            <p:ph type="body" sz="quarter" idx="31" hasCustomPrompt="1"/>
          </p:nvPr>
        </p:nvSpPr>
        <p:spPr>
          <a:xfrm>
            <a:off x="6487010"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9" name="Text Placeholder 23">
            <a:extLst>
              <a:ext uri="{FF2B5EF4-FFF2-40B4-BE49-F238E27FC236}">
                <a16:creationId xmlns:a16="http://schemas.microsoft.com/office/drawing/2014/main" id="{DEB60F22-6FEA-E40C-054D-399149D3E0E8}"/>
              </a:ext>
            </a:extLst>
          </p:cNvPr>
          <p:cNvSpPr>
            <a:spLocks noGrp="1"/>
          </p:cNvSpPr>
          <p:nvPr>
            <p:ph type="body" sz="quarter" idx="26" hasCustomPrompt="1"/>
          </p:nvPr>
        </p:nvSpPr>
        <p:spPr>
          <a:xfrm>
            <a:off x="6487010"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10" name="Picture Placeholder 9">
            <a:extLst>
              <a:ext uri="{FF2B5EF4-FFF2-40B4-BE49-F238E27FC236}">
                <a16:creationId xmlns:a16="http://schemas.microsoft.com/office/drawing/2014/main" id="{16F761FA-ABFC-2709-D9A4-285A770143CD}"/>
              </a:ext>
            </a:extLst>
          </p:cNvPr>
          <p:cNvSpPr>
            <a:spLocks noGrp="1"/>
          </p:cNvSpPr>
          <p:nvPr>
            <p:ph type="pic" sz="quarter" idx="32"/>
          </p:nvPr>
        </p:nvSpPr>
        <p:spPr>
          <a:xfrm>
            <a:off x="0" y="0"/>
            <a:ext cx="6103938" cy="6858000"/>
          </a:xfrm>
          <a:prstGeom prst="rect">
            <a:avLst/>
          </a:prstGeom>
          <a:solidFill>
            <a:schemeClr val="accent3"/>
          </a:solidFill>
        </p:spPr>
        <p:txBody>
          <a:bodyPr/>
          <a:lstStyle/>
          <a:p>
            <a:endParaRPr lang="en-US"/>
          </a:p>
        </p:txBody>
      </p:sp>
      <p:sp>
        <p:nvSpPr>
          <p:cNvPr id="11" name="Rectangle 10">
            <a:extLst>
              <a:ext uri="{FF2B5EF4-FFF2-40B4-BE49-F238E27FC236}">
                <a16:creationId xmlns:a16="http://schemas.microsoft.com/office/drawing/2014/main" id="{7839CEF6-F6BE-74F6-C7E2-3B1FB8C11D25}"/>
              </a:ext>
            </a:extLst>
          </p:cNvPr>
          <p:cNvSpPr/>
          <p:nvPr userDrawn="1"/>
        </p:nvSpPr>
        <p:spPr>
          <a:xfrm>
            <a:off x="6103336"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90834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Copilot feature specific 3">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E59326D6-64C6-348E-9279-FB16E6BBEA29}"/>
              </a:ext>
            </a:extLst>
          </p:cNvPr>
          <p:cNvSpPr/>
          <p:nvPr userDrawn="1"/>
        </p:nvSpPr>
        <p:spPr>
          <a:xfrm>
            <a:off x="1646961" y="2537246"/>
            <a:ext cx="8898071" cy="4549354"/>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Aptos" pitchFamily="2" charset="77"/>
                <a:cs typeface="Aptos" pitchFamily="2" charset="77"/>
              </a:rPr>
              <a:t>Cover this entire rectangle with the product shot / UI</a:t>
            </a:r>
          </a:p>
        </p:txBody>
      </p:sp>
      <p:sp>
        <p:nvSpPr>
          <p:cNvPr id="4" name="Rectangle 3">
            <a:extLst>
              <a:ext uri="{FF2B5EF4-FFF2-40B4-BE49-F238E27FC236}">
                <a16:creationId xmlns:a16="http://schemas.microsoft.com/office/drawing/2014/main" id="{683896C6-8487-9D71-D14D-0618FC4FF6D1}"/>
              </a:ext>
            </a:extLst>
          </p:cNvPr>
          <p:cNvSpPr/>
          <p:nvPr userDrawn="1"/>
        </p:nvSpPr>
        <p:spPr>
          <a:xfrm rot="5400000">
            <a:off x="6077712" y="-6076188"/>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3">
            <a:extLst>
              <a:ext uri="{FF2B5EF4-FFF2-40B4-BE49-F238E27FC236}">
                <a16:creationId xmlns:a16="http://schemas.microsoft.com/office/drawing/2014/main" id="{9C0A93AB-65E7-2F9F-A327-9957791ED9C5}"/>
              </a:ext>
            </a:extLst>
          </p:cNvPr>
          <p:cNvSpPr>
            <a:spLocks noGrp="1"/>
          </p:cNvSpPr>
          <p:nvPr>
            <p:ph type="title" hasCustomPrompt="1"/>
          </p:nvPr>
        </p:nvSpPr>
        <p:spPr>
          <a:xfrm>
            <a:off x="0" y="1277951"/>
            <a:ext cx="12188952" cy="1127328"/>
          </a:xfrm>
          <a:prstGeom prst="rect">
            <a:avLst/>
          </a:prstGeom>
        </p:spPr>
        <p:txBody>
          <a:bodyPr anchor="t"/>
          <a:lstStyle>
            <a:lvl1pPr algn="ctr">
              <a:defRPr b="1" i="0">
                <a:solidFill>
                  <a:schemeClr val="tx1"/>
                </a:solidFill>
                <a:latin typeface="Aptos" pitchFamily="2" charset="77"/>
              </a:defRPr>
            </a:lvl1pPr>
          </a:lstStyle>
          <a:p>
            <a:r>
              <a:rPr lang="en-US"/>
              <a:t>A value prop in sentence case </a:t>
            </a:r>
            <a:br>
              <a:rPr lang="en-US"/>
            </a:br>
            <a:r>
              <a:rPr lang="en-US"/>
              <a:t>that is 12 words or less</a:t>
            </a:r>
          </a:p>
        </p:txBody>
      </p:sp>
      <p:sp>
        <p:nvSpPr>
          <p:cNvPr id="6" name="Text Placeholder 23">
            <a:extLst>
              <a:ext uri="{FF2B5EF4-FFF2-40B4-BE49-F238E27FC236}">
                <a16:creationId xmlns:a16="http://schemas.microsoft.com/office/drawing/2014/main" id="{B2258BF3-25C9-70CC-E9B2-13FC51C67FC1}"/>
              </a:ext>
            </a:extLst>
          </p:cNvPr>
          <p:cNvSpPr>
            <a:spLocks noGrp="1"/>
          </p:cNvSpPr>
          <p:nvPr>
            <p:ph type="body" sz="quarter" idx="31" hasCustomPrompt="1"/>
          </p:nvPr>
        </p:nvSpPr>
        <p:spPr>
          <a:xfrm>
            <a:off x="3431236" y="263101"/>
            <a:ext cx="5329528" cy="286734"/>
          </a:xfrm>
          <a:prstGeom prst="rect">
            <a:avLst/>
          </a:prstGeom>
        </p:spPr>
        <p:txBody>
          <a:bodyPr anchor="ctr" anchorCtr="0">
            <a:noAutofit/>
          </a:bodyPr>
          <a:lstStyle>
            <a:lvl1pPr marL="0" indent="0" algn="ctr">
              <a:buNone/>
              <a:defRPr sz="12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Tree>
    <p:extLst>
      <p:ext uri="{BB962C8B-B14F-4D97-AF65-F5344CB8AC3E}">
        <p14:creationId xmlns:p14="http://schemas.microsoft.com/office/powerpoint/2010/main" val="18453648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Security feature specific 1">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D89EC314-9034-41CA-7F9D-FFA5D6F694AD}"/>
              </a:ext>
            </a:extLst>
          </p:cNvPr>
          <p:cNvSpPr>
            <a:spLocks noGrp="1"/>
          </p:cNvSpPr>
          <p:nvPr>
            <p:ph type="title" hasCustomPrompt="1"/>
          </p:nvPr>
        </p:nvSpPr>
        <p:spPr>
          <a:xfrm>
            <a:off x="380678"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4" name="Text Placeholder 23">
            <a:extLst>
              <a:ext uri="{FF2B5EF4-FFF2-40B4-BE49-F238E27FC236}">
                <a16:creationId xmlns:a16="http://schemas.microsoft.com/office/drawing/2014/main" id="{2243E505-DF3C-F337-CBC7-E70FEE6C0CCD}"/>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5" name="Rectangle 4">
            <a:extLst>
              <a:ext uri="{FF2B5EF4-FFF2-40B4-BE49-F238E27FC236}">
                <a16:creationId xmlns:a16="http://schemas.microsoft.com/office/drawing/2014/main" id="{6B7AB6A4-AA7E-8631-4382-09BBAB795B1E}"/>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3">
            <a:extLst>
              <a:ext uri="{FF2B5EF4-FFF2-40B4-BE49-F238E27FC236}">
                <a16:creationId xmlns:a16="http://schemas.microsoft.com/office/drawing/2014/main" id="{A3FF5C67-D41D-04B3-E321-C939F38724EC}"/>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2" name="Picture Placeholder 9">
            <a:extLst>
              <a:ext uri="{FF2B5EF4-FFF2-40B4-BE49-F238E27FC236}">
                <a16:creationId xmlns:a16="http://schemas.microsoft.com/office/drawing/2014/main" id="{A2D3F14D-0D4B-4EFB-F398-BFFFBB46F6D7}"/>
              </a:ext>
            </a:extLst>
          </p:cNvPr>
          <p:cNvSpPr>
            <a:spLocks noGrp="1"/>
          </p:cNvSpPr>
          <p:nvPr>
            <p:ph type="pic" sz="quarter" idx="32"/>
          </p:nvPr>
        </p:nvSpPr>
        <p:spPr>
          <a:xfrm>
            <a:off x="6088062" y="0"/>
            <a:ext cx="6103938" cy="6858000"/>
          </a:xfrm>
          <a:prstGeom prst="rect">
            <a:avLst/>
          </a:prstGeom>
          <a:solidFill>
            <a:schemeClr val="accent1"/>
          </a:solidFill>
        </p:spPr>
        <p:txBody>
          <a:bodyPr/>
          <a:lstStyle/>
          <a:p>
            <a:endParaRPr lang="en-US"/>
          </a:p>
        </p:txBody>
      </p:sp>
    </p:spTree>
    <p:extLst>
      <p:ext uri="{BB962C8B-B14F-4D97-AF65-F5344CB8AC3E}">
        <p14:creationId xmlns:p14="http://schemas.microsoft.com/office/powerpoint/2010/main" val="36929483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Security feature specific 3">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E59326D6-64C6-348E-9279-FB16E6BBEA29}"/>
              </a:ext>
            </a:extLst>
          </p:cNvPr>
          <p:cNvSpPr/>
          <p:nvPr userDrawn="1"/>
        </p:nvSpPr>
        <p:spPr>
          <a:xfrm>
            <a:off x="1646961" y="2537246"/>
            <a:ext cx="8898071" cy="4549354"/>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Aptos" pitchFamily="2" charset="77"/>
                <a:cs typeface="Aptos" pitchFamily="2" charset="77"/>
              </a:rPr>
              <a:t>Cover this entire rectangle with the product shot / UI</a:t>
            </a:r>
          </a:p>
        </p:txBody>
      </p:sp>
      <p:sp>
        <p:nvSpPr>
          <p:cNvPr id="4" name="Rectangle 3">
            <a:extLst>
              <a:ext uri="{FF2B5EF4-FFF2-40B4-BE49-F238E27FC236}">
                <a16:creationId xmlns:a16="http://schemas.microsoft.com/office/drawing/2014/main" id="{683896C6-8487-9D71-D14D-0618FC4FF6D1}"/>
              </a:ext>
            </a:extLst>
          </p:cNvPr>
          <p:cNvSpPr/>
          <p:nvPr userDrawn="1"/>
        </p:nvSpPr>
        <p:spPr>
          <a:xfrm rot="5400000">
            <a:off x="6077712" y="-6076188"/>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3">
            <a:extLst>
              <a:ext uri="{FF2B5EF4-FFF2-40B4-BE49-F238E27FC236}">
                <a16:creationId xmlns:a16="http://schemas.microsoft.com/office/drawing/2014/main" id="{9C0A93AB-65E7-2F9F-A327-9957791ED9C5}"/>
              </a:ext>
            </a:extLst>
          </p:cNvPr>
          <p:cNvSpPr>
            <a:spLocks noGrp="1"/>
          </p:cNvSpPr>
          <p:nvPr>
            <p:ph type="title" hasCustomPrompt="1"/>
          </p:nvPr>
        </p:nvSpPr>
        <p:spPr>
          <a:xfrm>
            <a:off x="0" y="1277951"/>
            <a:ext cx="12188952" cy="1127328"/>
          </a:xfrm>
          <a:prstGeom prst="rect">
            <a:avLst/>
          </a:prstGeom>
        </p:spPr>
        <p:txBody>
          <a:bodyPr anchor="t"/>
          <a:lstStyle>
            <a:lvl1pPr algn="ctr">
              <a:defRPr b="1" i="0">
                <a:solidFill>
                  <a:schemeClr val="tx1"/>
                </a:solidFill>
                <a:latin typeface="Aptos" pitchFamily="2" charset="77"/>
              </a:defRPr>
            </a:lvl1pPr>
          </a:lstStyle>
          <a:p>
            <a:r>
              <a:rPr lang="en-US"/>
              <a:t>A value prop in sentence case </a:t>
            </a:r>
            <a:br>
              <a:rPr lang="en-US"/>
            </a:br>
            <a:r>
              <a:rPr lang="en-US"/>
              <a:t>that is 12 words or less</a:t>
            </a:r>
          </a:p>
        </p:txBody>
      </p:sp>
      <p:sp>
        <p:nvSpPr>
          <p:cNvPr id="6" name="Text Placeholder 23">
            <a:extLst>
              <a:ext uri="{FF2B5EF4-FFF2-40B4-BE49-F238E27FC236}">
                <a16:creationId xmlns:a16="http://schemas.microsoft.com/office/drawing/2014/main" id="{B2258BF3-25C9-70CC-E9B2-13FC51C67FC1}"/>
              </a:ext>
            </a:extLst>
          </p:cNvPr>
          <p:cNvSpPr>
            <a:spLocks noGrp="1"/>
          </p:cNvSpPr>
          <p:nvPr>
            <p:ph type="body" sz="quarter" idx="31" hasCustomPrompt="1"/>
          </p:nvPr>
        </p:nvSpPr>
        <p:spPr>
          <a:xfrm>
            <a:off x="3431236" y="263101"/>
            <a:ext cx="5329528" cy="286734"/>
          </a:xfrm>
          <a:prstGeom prst="rect">
            <a:avLst/>
          </a:prstGeom>
        </p:spPr>
        <p:txBody>
          <a:bodyPr anchor="ctr" anchorCtr="0">
            <a:noAutofit/>
          </a:bodyPr>
          <a:lstStyle>
            <a:lvl1pPr marL="0" indent="0" algn="ctr">
              <a:buNone/>
              <a:defRPr sz="12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Tree>
    <p:extLst>
      <p:ext uri="{BB962C8B-B14F-4D97-AF65-F5344CB8AC3E}">
        <p14:creationId xmlns:p14="http://schemas.microsoft.com/office/powerpoint/2010/main" val="92973663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Enterprise feature specific 1">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D89EC314-9034-41CA-7F9D-FFA5D6F694AD}"/>
              </a:ext>
            </a:extLst>
          </p:cNvPr>
          <p:cNvSpPr>
            <a:spLocks noGrp="1"/>
          </p:cNvSpPr>
          <p:nvPr>
            <p:ph type="title" hasCustomPrompt="1"/>
          </p:nvPr>
        </p:nvSpPr>
        <p:spPr>
          <a:xfrm>
            <a:off x="380678"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4" name="Text Placeholder 23">
            <a:extLst>
              <a:ext uri="{FF2B5EF4-FFF2-40B4-BE49-F238E27FC236}">
                <a16:creationId xmlns:a16="http://schemas.microsoft.com/office/drawing/2014/main" id="{2243E505-DF3C-F337-CBC7-E70FEE6C0CCD}"/>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5" name="Rectangle 4">
            <a:extLst>
              <a:ext uri="{FF2B5EF4-FFF2-40B4-BE49-F238E27FC236}">
                <a16:creationId xmlns:a16="http://schemas.microsoft.com/office/drawing/2014/main" id="{6B7AB6A4-AA7E-8631-4382-09BBAB795B1E}"/>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3">
            <a:extLst>
              <a:ext uri="{FF2B5EF4-FFF2-40B4-BE49-F238E27FC236}">
                <a16:creationId xmlns:a16="http://schemas.microsoft.com/office/drawing/2014/main" id="{A3FF5C67-D41D-04B3-E321-C939F38724EC}"/>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2" name="Picture Placeholder 9">
            <a:extLst>
              <a:ext uri="{FF2B5EF4-FFF2-40B4-BE49-F238E27FC236}">
                <a16:creationId xmlns:a16="http://schemas.microsoft.com/office/drawing/2014/main" id="{608E0FD1-CD5E-A504-86F7-8B2F8D1E3CC9}"/>
              </a:ext>
            </a:extLst>
          </p:cNvPr>
          <p:cNvSpPr>
            <a:spLocks noGrp="1"/>
          </p:cNvSpPr>
          <p:nvPr>
            <p:ph type="pic" sz="quarter" idx="32"/>
          </p:nvPr>
        </p:nvSpPr>
        <p:spPr>
          <a:xfrm>
            <a:off x="6088062" y="0"/>
            <a:ext cx="6103938" cy="6858000"/>
          </a:xfrm>
          <a:prstGeom prst="rect">
            <a:avLst/>
          </a:prstGeom>
          <a:solidFill>
            <a:schemeClr val="accent5"/>
          </a:solidFill>
        </p:spPr>
        <p:txBody>
          <a:bodyPr/>
          <a:lstStyle/>
          <a:p>
            <a:endParaRPr lang="en-US"/>
          </a:p>
        </p:txBody>
      </p:sp>
    </p:spTree>
    <p:extLst>
      <p:ext uri="{BB962C8B-B14F-4D97-AF65-F5344CB8AC3E}">
        <p14:creationId xmlns:p14="http://schemas.microsoft.com/office/powerpoint/2010/main" val="17548762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Enterprise feature specific 2">
    <p:spTree>
      <p:nvGrpSpPr>
        <p:cNvPr id="1" name=""/>
        <p:cNvGrpSpPr/>
        <p:nvPr/>
      </p:nvGrpSpPr>
      <p:grpSpPr>
        <a:xfrm>
          <a:off x="0" y="0"/>
          <a:ext cx="0" cy="0"/>
          <a:chOff x="0" y="0"/>
          <a:chExt cx="0" cy="0"/>
        </a:xfrm>
      </p:grpSpPr>
      <p:sp>
        <p:nvSpPr>
          <p:cNvPr id="3" name="Picture Placeholder 9">
            <a:extLst>
              <a:ext uri="{FF2B5EF4-FFF2-40B4-BE49-F238E27FC236}">
                <a16:creationId xmlns:a16="http://schemas.microsoft.com/office/drawing/2014/main" id="{16924322-F239-A0FF-709F-A1F181CBA489}"/>
              </a:ext>
            </a:extLst>
          </p:cNvPr>
          <p:cNvSpPr>
            <a:spLocks noGrp="1"/>
          </p:cNvSpPr>
          <p:nvPr>
            <p:ph type="pic" sz="quarter" idx="32"/>
          </p:nvPr>
        </p:nvSpPr>
        <p:spPr>
          <a:xfrm>
            <a:off x="0" y="0"/>
            <a:ext cx="6103938" cy="6858000"/>
          </a:xfrm>
          <a:prstGeom prst="rect">
            <a:avLst/>
          </a:prstGeom>
          <a:solidFill>
            <a:schemeClr val="accent5"/>
          </a:solidFill>
        </p:spPr>
        <p:txBody>
          <a:bodyPr/>
          <a:lstStyle/>
          <a:p>
            <a:endParaRPr lang="en-US"/>
          </a:p>
        </p:txBody>
      </p:sp>
      <p:sp>
        <p:nvSpPr>
          <p:cNvPr id="2" name="Title 3">
            <a:extLst>
              <a:ext uri="{FF2B5EF4-FFF2-40B4-BE49-F238E27FC236}">
                <a16:creationId xmlns:a16="http://schemas.microsoft.com/office/drawing/2014/main" id="{71918A70-9503-E96C-7F21-F0C5E11DEC3E}"/>
              </a:ext>
            </a:extLst>
          </p:cNvPr>
          <p:cNvSpPr>
            <a:spLocks noGrp="1"/>
          </p:cNvSpPr>
          <p:nvPr>
            <p:ph type="title" hasCustomPrompt="1"/>
          </p:nvPr>
        </p:nvSpPr>
        <p:spPr>
          <a:xfrm>
            <a:off x="6487010"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8" name="Text Placeholder 23">
            <a:extLst>
              <a:ext uri="{FF2B5EF4-FFF2-40B4-BE49-F238E27FC236}">
                <a16:creationId xmlns:a16="http://schemas.microsoft.com/office/drawing/2014/main" id="{17FBA312-E57F-F278-9A64-CCFA9DD58CCE}"/>
              </a:ext>
            </a:extLst>
          </p:cNvPr>
          <p:cNvSpPr>
            <a:spLocks noGrp="1"/>
          </p:cNvSpPr>
          <p:nvPr>
            <p:ph type="body" sz="quarter" idx="31" hasCustomPrompt="1"/>
          </p:nvPr>
        </p:nvSpPr>
        <p:spPr>
          <a:xfrm>
            <a:off x="6487010"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9" name="Text Placeholder 23">
            <a:extLst>
              <a:ext uri="{FF2B5EF4-FFF2-40B4-BE49-F238E27FC236}">
                <a16:creationId xmlns:a16="http://schemas.microsoft.com/office/drawing/2014/main" id="{DEB60F22-6FEA-E40C-054D-399149D3E0E8}"/>
              </a:ext>
            </a:extLst>
          </p:cNvPr>
          <p:cNvSpPr>
            <a:spLocks noGrp="1"/>
          </p:cNvSpPr>
          <p:nvPr>
            <p:ph type="body" sz="quarter" idx="26" hasCustomPrompt="1"/>
          </p:nvPr>
        </p:nvSpPr>
        <p:spPr>
          <a:xfrm>
            <a:off x="6487010"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11" name="Rectangle 10">
            <a:extLst>
              <a:ext uri="{FF2B5EF4-FFF2-40B4-BE49-F238E27FC236}">
                <a16:creationId xmlns:a16="http://schemas.microsoft.com/office/drawing/2014/main" id="{7839CEF6-F6BE-74F6-C7E2-3B1FB8C11D25}"/>
              </a:ext>
            </a:extLst>
          </p:cNvPr>
          <p:cNvSpPr/>
          <p:nvPr userDrawn="1"/>
        </p:nvSpPr>
        <p:spPr>
          <a:xfrm>
            <a:off x="6103336"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697949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Enterprise feature specific 3">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E59326D6-64C6-348E-9279-FB16E6BBEA29}"/>
              </a:ext>
            </a:extLst>
          </p:cNvPr>
          <p:cNvSpPr/>
          <p:nvPr userDrawn="1"/>
        </p:nvSpPr>
        <p:spPr>
          <a:xfrm>
            <a:off x="1646961" y="2537246"/>
            <a:ext cx="8898071" cy="4549354"/>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Aptos" pitchFamily="2" charset="77"/>
                <a:cs typeface="Aptos" pitchFamily="2" charset="77"/>
              </a:rPr>
              <a:t>Cover this entire rectangle with the product shot / UI</a:t>
            </a:r>
          </a:p>
        </p:txBody>
      </p:sp>
      <p:sp>
        <p:nvSpPr>
          <p:cNvPr id="4" name="Rectangle 3">
            <a:extLst>
              <a:ext uri="{FF2B5EF4-FFF2-40B4-BE49-F238E27FC236}">
                <a16:creationId xmlns:a16="http://schemas.microsoft.com/office/drawing/2014/main" id="{683896C6-8487-9D71-D14D-0618FC4FF6D1}"/>
              </a:ext>
            </a:extLst>
          </p:cNvPr>
          <p:cNvSpPr/>
          <p:nvPr userDrawn="1"/>
        </p:nvSpPr>
        <p:spPr>
          <a:xfrm rot="5400000">
            <a:off x="6077712" y="-6076188"/>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3">
            <a:extLst>
              <a:ext uri="{FF2B5EF4-FFF2-40B4-BE49-F238E27FC236}">
                <a16:creationId xmlns:a16="http://schemas.microsoft.com/office/drawing/2014/main" id="{9C0A93AB-65E7-2F9F-A327-9957791ED9C5}"/>
              </a:ext>
            </a:extLst>
          </p:cNvPr>
          <p:cNvSpPr>
            <a:spLocks noGrp="1"/>
          </p:cNvSpPr>
          <p:nvPr>
            <p:ph type="title" hasCustomPrompt="1"/>
          </p:nvPr>
        </p:nvSpPr>
        <p:spPr>
          <a:xfrm>
            <a:off x="0" y="1277951"/>
            <a:ext cx="12188952" cy="1127328"/>
          </a:xfrm>
          <a:prstGeom prst="rect">
            <a:avLst/>
          </a:prstGeom>
        </p:spPr>
        <p:txBody>
          <a:bodyPr anchor="t"/>
          <a:lstStyle>
            <a:lvl1pPr algn="ctr">
              <a:defRPr b="1" i="0">
                <a:solidFill>
                  <a:schemeClr val="tx1"/>
                </a:solidFill>
                <a:latin typeface="Aptos" pitchFamily="2" charset="77"/>
              </a:defRPr>
            </a:lvl1pPr>
          </a:lstStyle>
          <a:p>
            <a:r>
              <a:rPr lang="en-US"/>
              <a:t>A value prop in sentence case </a:t>
            </a:r>
            <a:br>
              <a:rPr lang="en-US"/>
            </a:br>
            <a:r>
              <a:rPr lang="en-US"/>
              <a:t>that is 12 words or less</a:t>
            </a:r>
          </a:p>
        </p:txBody>
      </p:sp>
      <p:sp>
        <p:nvSpPr>
          <p:cNvPr id="6" name="Text Placeholder 23">
            <a:extLst>
              <a:ext uri="{FF2B5EF4-FFF2-40B4-BE49-F238E27FC236}">
                <a16:creationId xmlns:a16="http://schemas.microsoft.com/office/drawing/2014/main" id="{B2258BF3-25C9-70CC-E9B2-13FC51C67FC1}"/>
              </a:ext>
            </a:extLst>
          </p:cNvPr>
          <p:cNvSpPr>
            <a:spLocks noGrp="1"/>
          </p:cNvSpPr>
          <p:nvPr>
            <p:ph type="body" sz="quarter" idx="31" hasCustomPrompt="1"/>
          </p:nvPr>
        </p:nvSpPr>
        <p:spPr>
          <a:xfrm>
            <a:off x="3431236" y="263101"/>
            <a:ext cx="5329528" cy="286734"/>
          </a:xfrm>
          <a:prstGeom prst="rect">
            <a:avLst/>
          </a:prstGeom>
        </p:spPr>
        <p:txBody>
          <a:bodyPr anchor="ctr" anchorCtr="0">
            <a:noAutofit/>
          </a:bodyPr>
          <a:lstStyle>
            <a:lvl1pPr marL="0" indent="0" algn="ctr">
              <a:buNone/>
              <a:defRPr sz="12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Tree>
    <p:extLst>
      <p:ext uri="{BB962C8B-B14F-4D97-AF65-F5344CB8AC3E}">
        <p14:creationId xmlns:p14="http://schemas.microsoft.com/office/powerpoint/2010/main" val="7489211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Copilot Roadmap slide_2 features">
    <p:bg>
      <p:bgPr>
        <a:solidFill>
          <a:schemeClr val="bg1"/>
        </a:solidFill>
        <a:effectLst/>
      </p:bgPr>
    </p:bg>
    <p:spTree>
      <p:nvGrpSpPr>
        <p:cNvPr id="1" name=""/>
        <p:cNvGrpSpPr/>
        <p:nvPr/>
      </p:nvGrpSpPr>
      <p:grpSpPr>
        <a:xfrm>
          <a:off x="0" y="0"/>
          <a:ext cx="0" cy="0"/>
          <a:chOff x="0" y="0"/>
          <a:chExt cx="0" cy="0"/>
        </a:xfrm>
      </p:grpSpPr>
      <p:sp>
        <p:nvSpPr>
          <p:cNvPr id="18" name="Text Placeholder 23">
            <a:extLst>
              <a:ext uri="{FF2B5EF4-FFF2-40B4-BE49-F238E27FC236}">
                <a16:creationId xmlns:a16="http://schemas.microsoft.com/office/drawing/2014/main" id="{FA752C42-8FFE-E7DC-6F4B-E25EF4A96C41}"/>
              </a:ext>
            </a:extLst>
          </p:cNvPr>
          <p:cNvSpPr>
            <a:spLocks noGrp="1"/>
          </p:cNvSpPr>
          <p:nvPr>
            <p:ph type="body" sz="quarter" idx="31" hasCustomPrompt="1"/>
          </p:nvPr>
        </p:nvSpPr>
        <p:spPr>
          <a:xfrm>
            <a:off x="288809" y="365644"/>
            <a:ext cx="4086100" cy="442635"/>
          </a:xfrm>
          <a:prstGeom prst="rect">
            <a:avLst/>
          </a:prstGeom>
        </p:spPr>
        <p:txBody>
          <a:bodyPr anchor="b" anchorCtr="0">
            <a:noAutofit/>
          </a:bodyPr>
          <a:lstStyle>
            <a:lvl1pPr marL="0" indent="0" algn="l">
              <a:buNone/>
              <a:defRPr sz="16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19" name="Text Placeholder 23">
            <a:extLst>
              <a:ext uri="{FF2B5EF4-FFF2-40B4-BE49-F238E27FC236}">
                <a16:creationId xmlns:a16="http://schemas.microsoft.com/office/drawing/2014/main" id="{8A9C4DCD-EF1F-C3CD-2570-EF693C75FD15}"/>
              </a:ext>
            </a:extLst>
          </p:cNvPr>
          <p:cNvSpPr>
            <a:spLocks noGrp="1"/>
          </p:cNvSpPr>
          <p:nvPr>
            <p:ph type="body" sz="quarter" idx="32" hasCustomPrompt="1"/>
          </p:nvPr>
        </p:nvSpPr>
        <p:spPr>
          <a:xfrm>
            <a:off x="4994384" y="4246318"/>
            <a:ext cx="3239551" cy="457200"/>
          </a:xfrm>
          <a:prstGeom prst="rect">
            <a:avLst/>
          </a:prstGeom>
        </p:spPr>
        <p:txBody>
          <a:bodyPr anchor="t" anchorCtr="0">
            <a:noAutofit/>
          </a:bodyPr>
          <a:lstStyle>
            <a:lvl1pPr marL="0" indent="0" algn="l">
              <a:buNone/>
              <a:defRPr sz="1800" b="0" i="0">
                <a:solidFill>
                  <a:schemeClr val="tx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22" name="Text Placeholder 23">
            <a:extLst>
              <a:ext uri="{FF2B5EF4-FFF2-40B4-BE49-F238E27FC236}">
                <a16:creationId xmlns:a16="http://schemas.microsoft.com/office/drawing/2014/main" id="{F9241AAA-8131-726E-B1DB-AAAD8D4021CF}"/>
              </a:ext>
            </a:extLst>
          </p:cNvPr>
          <p:cNvSpPr>
            <a:spLocks noGrp="1"/>
          </p:cNvSpPr>
          <p:nvPr>
            <p:ph type="body" sz="quarter" idx="33" hasCustomPrompt="1"/>
          </p:nvPr>
        </p:nvSpPr>
        <p:spPr>
          <a:xfrm>
            <a:off x="4994385" y="5358512"/>
            <a:ext cx="3239550" cy="1133844"/>
          </a:xfrm>
          <a:prstGeom prst="rect">
            <a:avLst/>
          </a:prstGeom>
        </p:spPr>
        <p:txBody>
          <a:bodyPr anchor="b">
            <a:noAutofit/>
          </a:bodyPr>
          <a:lstStyle>
            <a:lvl1pPr marL="0" indent="0" algn="l">
              <a:buNone/>
              <a:defRPr sz="16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3" name="Text Placeholder 23">
            <a:extLst>
              <a:ext uri="{FF2B5EF4-FFF2-40B4-BE49-F238E27FC236}">
                <a16:creationId xmlns:a16="http://schemas.microsoft.com/office/drawing/2014/main" id="{C492EABB-08D4-AC0C-3F73-88250F24E33A}"/>
              </a:ext>
            </a:extLst>
          </p:cNvPr>
          <p:cNvSpPr>
            <a:spLocks noGrp="1"/>
          </p:cNvSpPr>
          <p:nvPr>
            <p:ph type="body" sz="quarter" idx="35" hasCustomPrompt="1"/>
          </p:nvPr>
        </p:nvSpPr>
        <p:spPr>
          <a:xfrm>
            <a:off x="8725136" y="4246318"/>
            <a:ext cx="3239551" cy="457200"/>
          </a:xfrm>
          <a:prstGeom prst="rect">
            <a:avLst/>
          </a:prstGeom>
        </p:spPr>
        <p:txBody>
          <a:bodyPr anchor="t" anchorCtr="0">
            <a:noAutofit/>
          </a:bodyPr>
          <a:lstStyle>
            <a:lvl1pPr marL="0" indent="0" algn="l">
              <a:buNone/>
              <a:defRPr sz="1800" b="0" i="0">
                <a:solidFill>
                  <a:schemeClr val="tx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24" name="Text Placeholder 23">
            <a:extLst>
              <a:ext uri="{FF2B5EF4-FFF2-40B4-BE49-F238E27FC236}">
                <a16:creationId xmlns:a16="http://schemas.microsoft.com/office/drawing/2014/main" id="{1683D537-28C2-931A-7552-67F3035AF4D7}"/>
              </a:ext>
            </a:extLst>
          </p:cNvPr>
          <p:cNvSpPr>
            <a:spLocks noGrp="1"/>
          </p:cNvSpPr>
          <p:nvPr>
            <p:ph type="body" sz="quarter" idx="36" hasCustomPrompt="1"/>
          </p:nvPr>
        </p:nvSpPr>
        <p:spPr>
          <a:xfrm>
            <a:off x="8725137" y="5358512"/>
            <a:ext cx="3239550" cy="1133844"/>
          </a:xfrm>
          <a:prstGeom prst="rect">
            <a:avLst/>
          </a:prstGeom>
        </p:spPr>
        <p:txBody>
          <a:bodyPr anchor="b">
            <a:noAutofit/>
          </a:bodyPr>
          <a:lstStyle>
            <a:lvl1pPr marL="0" indent="0" algn="l">
              <a:buNone/>
              <a:defRPr sz="16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5" name="Text Placeholder 23">
            <a:extLst>
              <a:ext uri="{FF2B5EF4-FFF2-40B4-BE49-F238E27FC236}">
                <a16:creationId xmlns:a16="http://schemas.microsoft.com/office/drawing/2014/main" id="{6CCE2E32-8BB9-AC99-A4CA-0D769759AEE2}"/>
              </a:ext>
            </a:extLst>
          </p:cNvPr>
          <p:cNvSpPr>
            <a:spLocks noGrp="1"/>
          </p:cNvSpPr>
          <p:nvPr>
            <p:ph type="body" sz="quarter" idx="42" hasCustomPrompt="1"/>
          </p:nvPr>
        </p:nvSpPr>
        <p:spPr>
          <a:xfrm>
            <a:off x="4996541" y="4000033"/>
            <a:ext cx="3239550" cy="228536"/>
          </a:xfrm>
          <a:prstGeom prst="rect">
            <a:avLst/>
          </a:prstGeom>
        </p:spPr>
        <p:txBody>
          <a:bodyPr anchor="ctr" anchorCtr="0">
            <a:noAutofit/>
          </a:bodyPr>
          <a:lstStyle>
            <a:lvl1pPr marL="0" indent="0" algn="l">
              <a:buNone/>
              <a:defRPr sz="12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26" name="Text Placeholder 23">
            <a:extLst>
              <a:ext uri="{FF2B5EF4-FFF2-40B4-BE49-F238E27FC236}">
                <a16:creationId xmlns:a16="http://schemas.microsoft.com/office/drawing/2014/main" id="{42F71B73-1988-5873-1F14-44AA8F8941AB}"/>
              </a:ext>
            </a:extLst>
          </p:cNvPr>
          <p:cNvSpPr>
            <a:spLocks noGrp="1"/>
          </p:cNvSpPr>
          <p:nvPr>
            <p:ph type="body" sz="quarter" idx="43" hasCustomPrompt="1"/>
          </p:nvPr>
        </p:nvSpPr>
        <p:spPr>
          <a:xfrm>
            <a:off x="8725137" y="4000033"/>
            <a:ext cx="3239550" cy="228536"/>
          </a:xfrm>
          <a:prstGeom prst="rect">
            <a:avLst/>
          </a:prstGeom>
        </p:spPr>
        <p:txBody>
          <a:bodyPr anchor="ctr" anchorCtr="0">
            <a:noAutofit/>
          </a:bodyPr>
          <a:lstStyle>
            <a:lvl1pPr marL="0" indent="0" algn="l">
              <a:buNone/>
              <a:defRPr sz="12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27" name="Title 4">
            <a:extLst>
              <a:ext uri="{FF2B5EF4-FFF2-40B4-BE49-F238E27FC236}">
                <a16:creationId xmlns:a16="http://schemas.microsoft.com/office/drawing/2014/main" id="{7D7A8B61-BC0D-4B3F-0558-1874E953EE86}"/>
              </a:ext>
            </a:extLst>
          </p:cNvPr>
          <p:cNvSpPr>
            <a:spLocks noGrp="1"/>
          </p:cNvSpPr>
          <p:nvPr>
            <p:ph type="title" hasCustomPrompt="1"/>
          </p:nvPr>
        </p:nvSpPr>
        <p:spPr>
          <a:xfrm>
            <a:off x="283070" y="941950"/>
            <a:ext cx="4086099" cy="5550406"/>
          </a:xfrm>
          <a:prstGeom prst="rect">
            <a:avLst/>
          </a:prstGeom>
        </p:spPr>
        <p:txBody>
          <a:bodyPr/>
          <a:lstStyle>
            <a:lvl1pPr>
              <a:defRPr b="1" i="0">
                <a:solidFill>
                  <a:schemeClr val="tx1"/>
                </a:solidFill>
                <a:latin typeface="Aptos" pitchFamily="2" charset="77"/>
              </a:defRPr>
            </a:lvl1pPr>
          </a:lstStyle>
          <a:p>
            <a:r>
              <a:rPr lang="en-US"/>
              <a:t>Title that should be 10 words or less</a:t>
            </a:r>
          </a:p>
        </p:txBody>
      </p:sp>
      <p:sp>
        <p:nvSpPr>
          <p:cNvPr id="2" name="Rectangle 1">
            <a:extLst>
              <a:ext uri="{FF2B5EF4-FFF2-40B4-BE49-F238E27FC236}">
                <a16:creationId xmlns:a16="http://schemas.microsoft.com/office/drawing/2014/main" id="{713E0C1C-BBFB-5C23-9941-50DB6F241B83}"/>
              </a:ext>
            </a:extLst>
          </p:cNvPr>
          <p:cNvSpPr/>
          <p:nvPr userDrawn="1"/>
        </p:nvSpPr>
        <p:spPr>
          <a:xfrm>
            <a:off x="8461248"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A3C9200-315C-B256-15DE-34F1CA4FE119}"/>
              </a:ext>
            </a:extLst>
          </p:cNvPr>
          <p:cNvSpPr/>
          <p:nvPr userDrawn="1"/>
        </p:nvSpPr>
        <p:spPr>
          <a:xfrm>
            <a:off x="4724423"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25AC0458-901E-D182-3617-D91492821907}"/>
              </a:ext>
            </a:extLst>
          </p:cNvPr>
          <p:cNvSpPr>
            <a:spLocks noGrp="1"/>
          </p:cNvSpPr>
          <p:nvPr>
            <p:ph type="pic" sz="quarter" idx="44"/>
          </p:nvPr>
        </p:nvSpPr>
        <p:spPr>
          <a:xfrm>
            <a:off x="4760999" y="0"/>
            <a:ext cx="3694176" cy="3694176"/>
          </a:xfrm>
          <a:prstGeom prst="rect">
            <a:avLst/>
          </a:prstGeom>
          <a:solidFill>
            <a:schemeClr val="accent3"/>
          </a:solidFill>
        </p:spPr>
        <p:txBody>
          <a:bodyPr/>
          <a:lstStyle/>
          <a:p>
            <a:endParaRPr lang="en-US"/>
          </a:p>
        </p:txBody>
      </p:sp>
      <p:sp>
        <p:nvSpPr>
          <p:cNvPr id="13" name="Picture Placeholder 9">
            <a:extLst>
              <a:ext uri="{FF2B5EF4-FFF2-40B4-BE49-F238E27FC236}">
                <a16:creationId xmlns:a16="http://schemas.microsoft.com/office/drawing/2014/main" id="{24114CFF-B0A0-A1F7-5DDA-253C84E1C30D}"/>
              </a:ext>
            </a:extLst>
          </p:cNvPr>
          <p:cNvSpPr>
            <a:spLocks noGrp="1"/>
          </p:cNvSpPr>
          <p:nvPr>
            <p:ph type="pic" sz="quarter" idx="45"/>
          </p:nvPr>
        </p:nvSpPr>
        <p:spPr>
          <a:xfrm>
            <a:off x="8497824" y="0"/>
            <a:ext cx="3694176" cy="3694176"/>
          </a:xfrm>
          <a:prstGeom prst="rect">
            <a:avLst/>
          </a:prstGeom>
          <a:solidFill>
            <a:schemeClr val="accent3"/>
          </a:solidFill>
        </p:spPr>
        <p:txBody>
          <a:bodyPr/>
          <a:lstStyle/>
          <a:p>
            <a:endParaRPr lang="en-US"/>
          </a:p>
        </p:txBody>
      </p:sp>
    </p:spTree>
    <p:extLst>
      <p:ext uri="{BB962C8B-B14F-4D97-AF65-F5344CB8AC3E}">
        <p14:creationId xmlns:p14="http://schemas.microsoft.com/office/powerpoint/2010/main" val="5126410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Security Roadmap slide_3 features - light mode">
    <p:bg>
      <p:bgPr>
        <a:solidFill>
          <a:schemeClr val="tx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6E16561-B8B1-9D14-AD15-7B3274B52B27}"/>
              </a:ext>
            </a:extLst>
          </p:cNvPr>
          <p:cNvSpPr/>
          <p:nvPr userDrawn="1"/>
        </p:nvSpPr>
        <p:spPr>
          <a:xfrm>
            <a:off x="8117893" y="1755648"/>
            <a:ext cx="36576" cy="51023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 Placeholder 23">
            <a:extLst>
              <a:ext uri="{FF2B5EF4-FFF2-40B4-BE49-F238E27FC236}">
                <a16:creationId xmlns:a16="http://schemas.microsoft.com/office/drawing/2014/main" id="{64EEAE1A-5DA8-56EB-F8EA-26929E8D8A2A}"/>
              </a:ext>
            </a:extLst>
          </p:cNvPr>
          <p:cNvSpPr>
            <a:spLocks noGrp="1"/>
          </p:cNvSpPr>
          <p:nvPr>
            <p:ph type="body" sz="quarter" idx="31" hasCustomPrompt="1"/>
          </p:nvPr>
        </p:nvSpPr>
        <p:spPr>
          <a:xfrm>
            <a:off x="266509" y="315963"/>
            <a:ext cx="11671846" cy="442635"/>
          </a:xfrm>
          <a:prstGeom prst="rect">
            <a:avLst/>
          </a:prstGeom>
        </p:spPr>
        <p:txBody>
          <a:bodyPr anchor="b" anchorCtr="0">
            <a:noAutofit/>
          </a:bodyPr>
          <a:lstStyle>
            <a:lvl1pPr marL="0" indent="0" algn="l">
              <a:buNone/>
              <a:defRPr sz="1600" b="0" i="0">
                <a:solidFill>
                  <a:srgbClr val="5A615C"/>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29" name="Text Placeholder 23">
            <a:extLst>
              <a:ext uri="{FF2B5EF4-FFF2-40B4-BE49-F238E27FC236}">
                <a16:creationId xmlns:a16="http://schemas.microsoft.com/office/drawing/2014/main" id="{E0769167-6666-38D4-621D-ED2CDB7679E5}"/>
              </a:ext>
            </a:extLst>
          </p:cNvPr>
          <p:cNvSpPr>
            <a:spLocks noGrp="1"/>
          </p:cNvSpPr>
          <p:nvPr>
            <p:ph type="body" sz="quarter" idx="26" hasCustomPrompt="1"/>
          </p:nvPr>
        </p:nvSpPr>
        <p:spPr>
          <a:xfrm>
            <a:off x="265242" y="5434006"/>
            <a:ext cx="3508572" cy="457200"/>
          </a:xfrm>
          <a:prstGeom prst="rect">
            <a:avLst/>
          </a:prstGeom>
        </p:spPr>
        <p:txBody>
          <a:bodyPr anchor="t" anchorCtr="0">
            <a:noAutofit/>
          </a:bodyPr>
          <a:lstStyle>
            <a:lvl1pPr marL="0" indent="0" algn="l">
              <a:buNone/>
              <a:defRPr sz="1800" b="0" i="0">
                <a:solidFill>
                  <a:schemeClr val="bg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30" name="Text Placeholder 23">
            <a:extLst>
              <a:ext uri="{FF2B5EF4-FFF2-40B4-BE49-F238E27FC236}">
                <a16:creationId xmlns:a16="http://schemas.microsoft.com/office/drawing/2014/main" id="{39A8D513-B9E9-7B5B-B3D5-A4C690BDF9AE}"/>
              </a:ext>
            </a:extLst>
          </p:cNvPr>
          <p:cNvSpPr>
            <a:spLocks noGrp="1"/>
          </p:cNvSpPr>
          <p:nvPr>
            <p:ph type="body" sz="quarter" idx="27" hasCustomPrompt="1"/>
          </p:nvPr>
        </p:nvSpPr>
        <p:spPr>
          <a:xfrm>
            <a:off x="265241" y="5941613"/>
            <a:ext cx="3508572" cy="600424"/>
          </a:xfrm>
          <a:prstGeom prst="rect">
            <a:avLst/>
          </a:prstGeom>
        </p:spPr>
        <p:txBody>
          <a:bodyPr anchor="b">
            <a:noAutofit/>
          </a:bodyPr>
          <a:lstStyle>
            <a:lvl1pPr marL="0" indent="0" algn="l">
              <a:buNone/>
              <a:defRPr sz="1600" b="0" i="0">
                <a:solidFill>
                  <a:srgbClr val="5A615C"/>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31" name="Text Placeholder 23">
            <a:extLst>
              <a:ext uri="{FF2B5EF4-FFF2-40B4-BE49-F238E27FC236}">
                <a16:creationId xmlns:a16="http://schemas.microsoft.com/office/drawing/2014/main" id="{A76A2BB0-FCD6-2636-7423-16BB5C27207D}"/>
              </a:ext>
            </a:extLst>
          </p:cNvPr>
          <p:cNvSpPr>
            <a:spLocks noGrp="1"/>
          </p:cNvSpPr>
          <p:nvPr>
            <p:ph type="body" sz="quarter" idx="32" hasCustomPrompt="1"/>
          </p:nvPr>
        </p:nvSpPr>
        <p:spPr>
          <a:xfrm>
            <a:off x="4291201" y="5434006"/>
            <a:ext cx="3610056" cy="457200"/>
          </a:xfrm>
          <a:prstGeom prst="rect">
            <a:avLst/>
          </a:prstGeom>
        </p:spPr>
        <p:txBody>
          <a:bodyPr anchor="t" anchorCtr="0">
            <a:noAutofit/>
          </a:bodyPr>
          <a:lstStyle>
            <a:lvl1pPr marL="0" indent="0" algn="l">
              <a:buNone/>
              <a:defRPr sz="1800" b="0" i="0">
                <a:solidFill>
                  <a:schemeClr val="bg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32" name="Text Placeholder 23">
            <a:extLst>
              <a:ext uri="{FF2B5EF4-FFF2-40B4-BE49-F238E27FC236}">
                <a16:creationId xmlns:a16="http://schemas.microsoft.com/office/drawing/2014/main" id="{04EA0C85-87D4-757E-83C4-5832F27B42D3}"/>
              </a:ext>
            </a:extLst>
          </p:cNvPr>
          <p:cNvSpPr>
            <a:spLocks noGrp="1"/>
          </p:cNvSpPr>
          <p:nvPr>
            <p:ph type="body" sz="quarter" idx="33" hasCustomPrompt="1"/>
          </p:nvPr>
        </p:nvSpPr>
        <p:spPr>
          <a:xfrm>
            <a:off x="4291200" y="5941613"/>
            <a:ext cx="3610056" cy="600424"/>
          </a:xfrm>
          <a:prstGeom prst="rect">
            <a:avLst/>
          </a:prstGeom>
        </p:spPr>
        <p:txBody>
          <a:bodyPr anchor="b">
            <a:noAutofit/>
          </a:bodyPr>
          <a:lstStyle>
            <a:lvl1pPr marL="0" indent="0" algn="l">
              <a:buNone/>
              <a:defRPr sz="1600" b="0" i="0">
                <a:solidFill>
                  <a:srgbClr val="5A615C"/>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33" name="Text Placeholder 23">
            <a:extLst>
              <a:ext uri="{FF2B5EF4-FFF2-40B4-BE49-F238E27FC236}">
                <a16:creationId xmlns:a16="http://schemas.microsoft.com/office/drawing/2014/main" id="{6D8116AD-CE22-2D8C-9DE3-F3C77FA0753B}"/>
              </a:ext>
            </a:extLst>
          </p:cNvPr>
          <p:cNvSpPr>
            <a:spLocks noGrp="1"/>
          </p:cNvSpPr>
          <p:nvPr>
            <p:ph type="body" sz="quarter" idx="35" hasCustomPrompt="1"/>
          </p:nvPr>
        </p:nvSpPr>
        <p:spPr>
          <a:xfrm>
            <a:off x="8371106" y="5434006"/>
            <a:ext cx="3602734" cy="457200"/>
          </a:xfrm>
          <a:prstGeom prst="rect">
            <a:avLst/>
          </a:prstGeom>
        </p:spPr>
        <p:txBody>
          <a:bodyPr anchor="t" anchorCtr="0">
            <a:noAutofit/>
          </a:bodyPr>
          <a:lstStyle>
            <a:lvl1pPr marL="0" indent="0" algn="l">
              <a:buNone/>
              <a:defRPr sz="1800" b="0" i="0">
                <a:solidFill>
                  <a:schemeClr val="bg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34" name="Text Placeholder 23">
            <a:extLst>
              <a:ext uri="{FF2B5EF4-FFF2-40B4-BE49-F238E27FC236}">
                <a16:creationId xmlns:a16="http://schemas.microsoft.com/office/drawing/2014/main" id="{151BA3FC-D378-BC14-12AC-B36B8DDEBA1A}"/>
              </a:ext>
            </a:extLst>
          </p:cNvPr>
          <p:cNvSpPr>
            <a:spLocks noGrp="1"/>
          </p:cNvSpPr>
          <p:nvPr>
            <p:ph type="body" sz="quarter" idx="36" hasCustomPrompt="1"/>
          </p:nvPr>
        </p:nvSpPr>
        <p:spPr>
          <a:xfrm>
            <a:off x="8371105" y="5941613"/>
            <a:ext cx="3602734" cy="600424"/>
          </a:xfrm>
          <a:prstGeom prst="rect">
            <a:avLst/>
          </a:prstGeom>
        </p:spPr>
        <p:txBody>
          <a:bodyPr anchor="b">
            <a:noAutofit/>
          </a:bodyPr>
          <a:lstStyle>
            <a:lvl1pPr marL="0" indent="0" algn="l">
              <a:buNone/>
              <a:defRPr sz="1600" b="0" i="0">
                <a:solidFill>
                  <a:srgbClr val="5A615C"/>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35" name="Text Placeholder 23">
            <a:extLst>
              <a:ext uri="{FF2B5EF4-FFF2-40B4-BE49-F238E27FC236}">
                <a16:creationId xmlns:a16="http://schemas.microsoft.com/office/drawing/2014/main" id="{5B4CF656-7D1C-725E-023D-71287E559159}"/>
              </a:ext>
            </a:extLst>
          </p:cNvPr>
          <p:cNvSpPr>
            <a:spLocks noGrp="1"/>
          </p:cNvSpPr>
          <p:nvPr>
            <p:ph type="body" sz="quarter" idx="41" hasCustomPrompt="1"/>
          </p:nvPr>
        </p:nvSpPr>
        <p:spPr>
          <a:xfrm>
            <a:off x="265241" y="5205470"/>
            <a:ext cx="3508572" cy="228536"/>
          </a:xfrm>
          <a:prstGeom prst="rect">
            <a:avLst/>
          </a:prstGeom>
        </p:spPr>
        <p:txBody>
          <a:bodyPr anchor="ctr" anchorCtr="0">
            <a:noAutofit/>
          </a:bodyPr>
          <a:lstStyle>
            <a:lvl1pPr marL="0" indent="0" algn="l">
              <a:buNone/>
              <a:defRPr sz="1200" b="0" i="0">
                <a:solidFill>
                  <a:srgbClr val="5A615C"/>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36" name="Text Placeholder 23">
            <a:extLst>
              <a:ext uri="{FF2B5EF4-FFF2-40B4-BE49-F238E27FC236}">
                <a16:creationId xmlns:a16="http://schemas.microsoft.com/office/drawing/2014/main" id="{233DF6E9-5543-2FB0-CA50-1F53ED4A1728}"/>
              </a:ext>
            </a:extLst>
          </p:cNvPr>
          <p:cNvSpPr>
            <a:spLocks noGrp="1"/>
          </p:cNvSpPr>
          <p:nvPr>
            <p:ph type="body" sz="quarter" idx="42" hasCustomPrompt="1"/>
          </p:nvPr>
        </p:nvSpPr>
        <p:spPr>
          <a:xfrm>
            <a:off x="4291200" y="5187721"/>
            <a:ext cx="3610056" cy="228536"/>
          </a:xfrm>
          <a:prstGeom prst="rect">
            <a:avLst/>
          </a:prstGeom>
        </p:spPr>
        <p:txBody>
          <a:bodyPr anchor="ctr" anchorCtr="0">
            <a:noAutofit/>
          </a:bodyPr>
          <a:lstStyle>
            <a:lvl1pPr marL="0" indent="0" algn="l">
              <a:buNone/>
              <a:defRPr sz="1200" b="0" i="0">
                <a:solidFill>
                  <a:srgbClr val="5A615C"/>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37" name="Text Placeholder 23">
            <a:extLst>
              <a:ext uri="{FF2B5EF4-FFF2-40B4-BE49-F238E27FC236}">
                <a16:creationId xmlns:a16="http://schemas.microsoft.com/office/drawing/2014/main" id="{19097207-A056-2FD7-F060-385A6EC4EDD3}"/>
              </a:ext>
            </a:extLst>
          </p:cNvPr>
          <p:cNvSpPr>
            <a:spLocks noGrp="1"/>
          </p:cNvSpPr>
          <p:nvPr>
            <p:ph type="body" sz="quarter" idx="43" hasCustomPrompt="1"/>
          </p:nvPr>
        </p:nvSpPr>
        <p:spPr>
          <a:xfrm>
            <a:off x="8371105" y="5187721"/>
            <a:ext cx="3602734" cy="228536"/>
          </a:xfrm>
          <a:prstGeom prst="rect">
            <a:avLst/>
          </a:prstGeom>
        </p:spPr>
        <p:txBody>
          <a:bodyPr anchor="ctr" anchorCtr="0">
            <a:noAutofit/>
          </a:bodyPr>
          <a:lstStyle>
            <a:lvl1pPr marL="0" indent="0" algn="l">
              <a:buNone/>
              <a:defRPr sz="1200" b="0" i="0">
                <a:solidFill>
                  <a:srgbClr val="5A615C"/>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38" name="Title 5">
            <a:extLst>
              <a:ext uri="{FF2B5EF4-FFF2-40B4-BE49-F238E27FC236}">
                <a16:creationId xmlns:a16="http://schemas.microsoft.com/office/drawing/2014/main" id="{F59283A9-EF46-CC74-737A-A8DA35AE2369}"/>
              </a:ext>
            </a:extLst>
          </p:cNvPr>
          <p:cNvSpPr>
            <a:spLocks noGrp="1"/>
          </p:cNvSpPr>
          <p:nvPr>
            <p:ph type="title" hasCustomPrompt="1"/>
          </p:nvPr>
        </p:nvSpPr>
        <p:spPr>
          <a:xfrm>
            <a:off x="265241" y="896026"/>
            <a:ext cx="11671847" cy="701863"/>
          </a:xfrm>
          <a:prstGeom prst="rect">
            <a:avLst/>
          </a:prstGeom>
        </p:spPr>
        <p:txBody>
          <a:bodyPr/>
          <a:lstStyle>
            <a:lvl1pPr>
              <a:defRPr b="1" i="0">
                <a:solidFill>
                  <a:schemeClr val="bg1"/>
                </a:solidFill>
                <a:latin typeface="Aptos" pitchFamily="2" charset="77"/>
              </a:defRPr>
            </a:lvl1pPr>
          </a:lstStyle>
          <a:p>
            <a:r>
              <a:rPr lang="en-US"/>
              <a:t>Title that should be 10 words or less</a:t>
            </a:r>
          </a:p>
        </p:txBody>
      </p:sp>
      <p:sp>
        <p:nvSpPr>
          <p:cNvPr id="3" name="Rectangle 2">
            <a:extLst>
              <a:ext uri="{FF2B5EF4-FFF2-40B4-BE49-F238E27FC236}">
                <a16:creationId xmlns:a16="http://schemas.microsoft.com/office/drawing/2014/main" id="{4A760EA7-4222-D88A-826C-72AA4D4DD8B0}"/>
              </a:ext>
            </a:extLst>
          </p:cNvPr>
          <p:cNvSpPr/>
          <p:nvPr userDrawn="1"/>
        </p:nvSpPr>
        <p:spPr>
          <a:xfrm>
            <a:off x="4041649" y="1755648"/>
            <a:ext cx="36576" cy="51023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3D93795-C7C0-7636-091A-A6E374D7AD46}"/>
              </a:ext>
            </a:extLst>
          </p:cNvPr>
          <p:cNvSpPr/>
          <p:nvPr userDrawn="1"/>
        </p:nvSpPr>
        <p:spPr>
          <a:xfrm rot="5400000">
            <a:off x="6077712" y="-4328386"/>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icture Placeholder 13">
            <a:extLst>
              <a:ext uri="{FF2B5EF4-FFF2-40B4-BE49-F238E27FC236}">
                <a16:creationId xmlns:a16="http://schemas.microsoft.com/office/drawing/2014/main" id="{EBC815E3-BB59-F649-6CA9-D540D7BF34BC}"/>
              </a:ext>
            </a:extLst>
          </p:cNvPr>
          <p:cNvSpPr>
            <a:spLocks noGrp="1"/>
          </p:cNvSpPr>
          <p:nvPr>
            <p:ph type="pic" sz="quarter" idx="44"/>
          </p:nvPr>
        </p:nvSpPr>
        <p:spPr>
          <a:xfrm>
            <a:off x="0" y="1784379"/>
            <a:ext cx="4032250" cy="3103545"/>
          </a:xfrm>
          <a:prstGeom prst="rect">
            <a:avLst/>
          </a:prstGeom>
          <a:solidFill>
            <a:schemeClr val="accent1"/>
          </a:solidFill>
        </p:spPr>
        <p:txBody>
          <a:bodyPr/>
          <a:lstStyle/>
          <a:p>
            <a:endParaRPr lang="en-US"/>
          </a:p>
        </p:txBody>
      </p:sp>
      <p:sp>
        <p:nvSpPr>
          <p:cNvPr id="15" name="Picture Placeholder 13">
            <a:extLst>
              <a:ext uri="{FF2B5EF4-FFF2-40B4-BE49-F238E27FC236}">
                <a16:creationId xmlns:a16="http://schemas.microsoft.com/office/drawing/2014/main" id="{0A1DC661-4272-AC8D-8951-BCB09F14B217}"/>
              </a:ext>
            </a:extLst>
          </p:cNvPr>
          <p:cNvSpPr>
            <a:spLocks noGrp="1"/>
          </p:cNvSpPr>
          <p:nvPr>
            <p:ph type="pic" sz="quarter" idx="45"/>
          </p:nvPr>
        </p:nvSpPr>
        <p:spPr>
          <a:xfrm>
            <a:off x="4079875" y="1784379"/>
            <a:ext cx="4032250" cy="3103545"/>
          </a:xfrm>
          <a:prstGeom prst="rect">
            <a:avLst/>
          </a:prstGeom>
          <a:solidFill>
            <a:schemeClr val="accent1"/>
          </a:solidFill>
        </p:spPr>
        <p:txBody>
          <a:bodyPr/>
          <a:lstStyle/>
          <a:p>
            <a:endParaRPr lang="en-US"/>
          </a:p>
        </p:txBody>
      </p:sp>
      <p:sp>
        <p:nvSpPr>
          <p:cNvPr id="16" name="Picture Placeholder 13">
            <a:extLst>
              <a:ext uri="{FF2B5EF4-FFF2-40B4-BE49-F238E27FC236}">
                <a16:creationId xmlns:a16="http://schemas.microsoft.com/office/drawing/2014/main" id="{C7D4584E-4C3C-7308-6D5B-892C90B6695F}"/>
              </a:ext>
            </a:extLst>
          </p:cNvPr>
          <p:cNvSpPr>
            <a:spLocks noGrp="1"/>
          </p:cNvSpPr>
          <p:nvPr>
            <p:ph type="pic" sz="quarter" idx="46"/>
          </p:nvPr>
        </p:nvSpPr>
        <p:spPr>
          <a:xfrm>
            <a:off x="8159750" y="1784379"/>
            <a:ext cx="4032250" cy="3103545"/>
          </a:xfrm>
          <a:prstGeom prst="rect">
            <a:avLst/>
          </a:prstGeom>
          <a:solidFill>
            <a:schemeClr val="accent1"/>
          </a:solidFill>
        </p:spPr>
        <p:txBody>
          <a:bodyPr/>
          <a:lstStyle/>
          <a:p>
            <a:endParaRPr lang="en-US"/>
          </a:p>
        </p:txBody>
      </p:sp>
    </p:spTree>
    <p:extLst>
      <p:ext uri="{BB962C8B-B14F-4D97-AF65-F5344CB8AC3E}">
        <p14:creationId xmlns:p14="http://schemas.microsoft.com/office/powerpoint/2010/main" val="313820475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Enterprise Product one image">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F39D8AA-00A9-0670-AD3C-169F3A69C11A}"/>
              </a:ext>
            </a:extLst>
          </p:cNvPr>
          <p:cNvSpPr>
            <a:spLocks noGrp="1"/>
          </p:cNvSpPr>
          <p:nvPr>
            <p:ph type="pic" sz="quarter" idx="32"/>
          </p:nvPr>
        </p:nvSpPr>
        <p:spPr>
          <a:xfrm>
            <a:off x="6088062" y="0"/>
            <a:ext cx="6103938" cy="6858000"/>
          </a:xfrm>
          <a:prstGeom prst="rect">
            <a:avLst/>
          </a:prstGeom>
          <a:solidFill>
            <a:schemeClr val="accent5"/>
          </a:solidFill>
        </p:spPr>
        <p:txBody>
          <a:bodyPr/>
          <a:lstStyle/>
          <a:p>
            <a:endParaRPr lang="en-US"/>
          </a:p>
        </p:txBody>
      </p:sp>
      <p:sp>
        <p:nvSpPr>
          <p:cNvPr id="6" name="Text Placeholder 23">
            <a:extLst>
              <a:ext uri="{FF2B5EF4-FFF2-40B4-BE49-F238E27FC236}">
                <a16:creationId xmlns:a16="http://schemas.microsoft.com/office/drawing/2014/main" id="{CB63979A-A17F-E938-C84A-1AB2E69FC6AB}"/>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indent="0" algn="l">
              <a:buNone/>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9" name="Text Placeholder 23">
            <a:extLst>
              <a:ext uri="{FF2B5EF4-FFF2-40B4-BE49-F238E27FC236}">
                <a16:creationId xmlns:a16="http://schemas.microsoft.com/office/drawing/2014/main" id="{37D3A4FC-8E41-6E24-0959-8E3974B113A8}"/>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 </a:t>
            </a:r>
          </a:p>
        </p:txBody>
      </p:sp>
      <p:sp>
        <p:nvSpPr>
          <p:cNvPr id="4" name="Title 3">
            <a:extLst>
              <a:ext uri="{FF2B5EF4-FFF2-40B4-BE49-F238E27FC236}">
                <a16:creationId xmlns:a16="http://schemas.microsoft.com/office/drawing/2014/main" id="{CF3CD644-844F-AA19-6318-67C80A1643AC}"/>
              </a:ext>
            </a:extLst>
          </p:cNvPr>
          <p:cNvSpPr>
            <a:spLocks noGrp="1"/>
          </p:cNvSpPr>
          <p:nvPr>
            <p:ph type="title" hasCustomPrompt="1"/>
          </p:nvPr>
        </p:nvSpPr>
        <p:spPr>
          <a:xfrm>
            <a:off x="380678" y="1078522"/>
            <a:ext cx="5329526" cy="2860431"/>
          </a:xfrm>
          <a:prstGeom prst="rect">
            <a:avLst/>
          </a:prstGeom>
        </p:spPr>
        <p:txBody>
          <a:bodyPr/>
          <a:lstStyle>
            <a:lvl1pPr>
              <a:defRPr b="1" i="0">
                <a:solidFill>
                  <a:schemeClr val="tx1"/>
                </a:solidFill>
                <a:latin typeface="Aptos" pitchFamily="2" charset="77"/>
              </a:defRPr>
            </a:lvl1pPr>
          </a:lstStyle>
          <a:p>
            <a:r>
              <a:rPr lang="en-US"/>
              <a:t>The name of the new feature/tool</a:t>
            </a:r>
          </a:p>
        </p:txBody>
      </p:sp>
      <p:sp>
        <p:nvSpPr>
          <p:cNvPr id="7" name="Rectangle 6">
            <a:extLst>
              <a:ext uri="{FF2B5EF4-FFF2-40B4-BE49-F238E27FC236}">
                <a16:creationId xmlns:a16="http://schemas.microsoft.com/office/drawing/2014/main" id="{7F8338F7-6F56-27F7-EE5C-C77A63AB65A9}"/>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4896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Speaker bios (2 speakers)">
    <p:bg>
      <p:bgPr>
        <a:solidFill>
          <a:srgbClr val="000000"/>
        </a:solidFill>
        <a:effectLst/>
      </p:bgPr>
    </p:bg>
    <p:spTree>
      <p:nvGrpSpPr>
        <p:cNvPr id="1" name=""/>
        <p:cNvGrpSpPr/>
        <p:nvPr/>
      </p:nvGrpSpPr>
      <p:grpSpPr>
        <a:xfrm>
          <a:off x="0" y="0"/>
          <a:ext cx="0" cy="0"/>
          <a:chOff x="0" y="0"/>
          <a:chExt cx="0" cy="0"/>
        </a:xfrm>
      </p:grpSpPr>
      <p:sp>
        <p:nvSpPr>
          <p:cNvPr id="4" name="Picture Placeholder 17">
            <a:extLst>
              <a:ext uri="{FF2B5EF4-FFF2-40B4-BE49-F238E27FC236}">
                <a16:creationId xmlns:a16="http://schemas.microsoft.com/office/drawing/2014/main" id="{F3FDF2F6-0C09-B759-ED6E-3BDD87138F69}"/>
              </a:ext>
            </a:extLst>
          </p:cNvPr>
          <p:cNvSpPr>
            <a:spLocks noGrp="1"/>
          </p:cNvSpPr>
          <p:nvPr>
            <p:ph type="pic" sz="quarter" idx="39" hasCustomPrompt="1"/>
          </p:nvPr>
        </p:nvSpPr>
        <p:spPr>
          <a:xfrm>
            <a:off x="6212954" y="887159"/>
            <a:ext cx="5108757" cy="3245491"/>
          </a:xfrm>
          <a:prstGeom prst="roundRect">
            <a:avLst>
              <a:gd name="adj" fmla="val 4523"/>
            </a:avLst>
          </a:prstGeom>
          <a:noFill/>
          <a:ln>
            <a:solidFill>
              <a:schemeClr val="tx2"/>
            </a:solidFill>
          </a:ln>
          <a:effectLst>
            <a:outerShdw blurRad="254000" dist="254000" dir="5400000" algn="t" rotWithShape="0">
              <a:prstClr val="black">
                <a:alpha val="40000"/>
              </a:prstClr>
            </a:outerShdw>
          </a:effectLst>
        </p:spPr>
        <p:txBody>
          <a:bodyPr anchor="ctr"/>
          <a:lstStyle>
            <a:lvl1pPr algn="ctr">
              <a:defRPr sz="1800">
                <a:latin typeface="Aptos" pitchFamily="2" charset="77"/>
              </a:defRPr>
            </a:lvl1pPr>
          </a:lstStyle>
          <a:p>
            <a:r>
              <a:rPr lang="en-US"/>
              <a:t>Photo of speaker</a:t>
            </a:r>
          </a:p>
        </p:txBody>
      </p:sp>
      <p:sp>
        <p:nvSpPr>
          <p:cNvPr id="3" name="Picture Placeholder 17">
            <a:extLst>
              <a:ext uri="{FF2B5EF4-FFF2-40B4-BE49-F238E27FC236}">
                <a16:creationId xmlns:a16="http://schemas.microsoft.com/office/drawing/2014/main" id="{984C9A0B-0D19-5546-B75C-FEC1FABD63FF}"/>
              </a:ext>
            </a:extLst>
          </p:cNvPr>
          <p:cNvSpPr>
            <a:spLocks noGrp="1"/>
          </p:cNvSpPr>
          <p:nvPr>
            <p:ph type="pic" sz="quarter" idx="10" hasCustomPrompt="1"/>
          </p:nvPr>
        </p:nvSpPr>
        <p:spPr>
          <a:xfrm>
            <a:off x="870283" y="887159"/>
            <a:ext cx="5108757" cy="3245491"/>
          </a:xfrm>
          <a:prstGeom prst="roundRect">
            <a:avLst>
              <a:gd name="adj" fmla="val 4523"/>
            </a:avLst>
          </a:prstGeom>
          <a:noFill/>
          <a:ln>
            <a:solidFill>
              <a:schemeClr val="tx2"/>
            </a:solidFill>
          </a:ln>
          <a:effectLst>
            <a:outerShdw blurRad="254000" dist="254000" dir="5400000" algn="t" rotWithShape="0">
              <a:prstClr val="black">
                <a:alpha val="40000"/>
              </a:prstClr>
            </a:outerShdw>
          </a:effectLst>
        </p:spPr>
        <p:txBody>
          <a:bodyPr anchor="ctr"/>
          <a:lstStyle>
            <a:lvl1pPr algn="ctr">
              <a:defRPr sz="1800">
                <a:latin typeface="Aptos" pitchFamily="2" charset="77"/>
              </a:defRPr>
            </a:lvl1pPr>
          </a:lstStyle>
          <a:p>
            <a:r>
              <a:rPr lang="en-US"/>
              <a:t>Photo of speaker</a:t>
            </a:r>
          </a:p>
        </p:txBody>
      </p:sp>
      <p:sp>
        <p:nvSpPr>
          <p:cNvPr id="6" name="Text Placeholder 23">
            <a:extLst>
              <a:ext uri="{FF2B5EF4-FFF2-40B4-BE49-F238E27FC236}">
                <a16:creationId xmlns:a16="http://schemas.microsoft.com/office/drawing/2014/main" id="{347ABF95-5A12-B61E-19CB-B893D566D326}"/>
              </a:ext>
            </a:extLst>
          </p:cNvPr>
          <p:cNvSpPr>
            <a:spLocks noGrp="1"/>
          </p:cNvSpPr>
          <p:nvPr>
            <p:ph type="body" sz="quarter" idx="34" hasCustomPrompt="1"/>
          </p:nvPr>
        </p:nvSpPr>
        <p:spPr>
          <a:xfrm>
            <a:off x="870283" y="5208213"/>
            <a:ext cx="5066689" cy="1266956"/>
          </a:xfrm>
          <a:prstGeom prst="rect">
            <a:avLst/>
          </a:prstGeom>
        </p:spPr>
        <p:txBody>
          <a:bodyPr anchor="t"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Write the speaker bio here</a:t>
            </a:r>
          </a:p>
        </p:txBody>
      </p:sp>
      <p:sp>
        <p:nvSpPr>
          <p:cNvPr id="7" name="Text Placeholder 23">
            <a:extLst>
              <a:ext uri="{FF2B5EF4-FFF2-40B4-BE49-F238E27FC236}">
                <a16:creationId xmlns:a16="http://schemas.microsoft.com/office/drawing/2014/main" id="{01BFB022-2179-4159-D6AB-E98490DA0C42}"/>
              </a:ext>
            </a:extLst>
          </p:cNvPr>
          <p:cNvSpPr>
            <a:spLocks noGrp="1"/>
          </p:cNvSpPr>
          <p:nvPr>
            <p:ph type="body" sz="quarter" idx="30" hasCustomPrompt="1"/>
          </p:nvPr>
        </p:nvSpPr>
        <p:spPr>
          <a:xfrm>
            <a:off x="870284" y="4336037"/>
            <a:ext cx="5066691" cy="538735"/>
          </a:xfrm>
          <a:prstGeom prst="rect">
            <a:avLst/>
          </a:prstGeom>
        </p:spPr>
        <p:txBody>
          <a:bodyPr anchor="t" anchorCtr="0">
            <a:noAutofit/>
          </a:bodyPr>
          <a:lstStyle>
            <a:lvl1pPr marL="0" indent="0" algn="l">
              <a:buNone/>
              <a:defRPr sz="2400" b="1"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First &amp; last name</a:t>
            </a:r>
          </a:p>
        </p:txBody>
      </p:sp>
      <p:sp>
        <p:nvSpPr>
          <p:cNvPr id="8" name="Text Placeholder 23">
            <a:extLst>
              <a:ext uri="{FF2B5EF4-FFF2-40B4-BE49-F238E27FC236}">
                <a16:creationId xmlns:a16="http://schemas.microsoft.com/office/drawing/2014/main" id="{8A57A9A7-E0F4-7827-5DF6-3585E337734F}"/>
              </a:ext>
            </a:extLst>
          </p:cNvPr>
          <p:cNvSpPr>
            <a:spLocks noGrp="1"/>
          </p:cNvSpPr>
          <p:nvPr>
            <p:ph type="body" sz="quarter" idx="31" hasCustomPrompt="1"/>
          </p:nvPr>
        </p:nvSpPr>
        <p:spPr>
          <a:xfrm>
            <a:off x="870284" y="4884767"/>
            <a:ext cx="5066690" cy="310085"/>
          </a:xfrm>
          <a:prstGeom prst="rect">
            <a:avLst/>
          </a:prstGeom>
        </p:spPr>
        <p:txBody>
          <a:bodyPr anchor="ctr" anchorCtr="0">
            <a:noAutofit/>
          </a:bodyPr>
          <a:lstStyle>
            <a:lvl1pPr marL="0" indent="0" algn="l">
              <a:buNone/>
              <a:defRPr sz="14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Position title / Company name</a:t>
            </a:r>
          </a:p>
        </p:txBody>
      </p:sp>
      <p:sp>
        <p:nvSpPr>
          <p:cNvPr id="5" name="Text Placeholder 23">
            <a:extLst>
              <a:ext uri="{FF2B5EF4-FFF2-40B4-BE49-F238E27FC236}">
                <a16:creationId xmlns:a16="http://schemas.microsoft.com/office/drawing/2014/main" id="{9069A236-613C-7FB0-5EA8-A37EDBDE6A37}"/>
              </a:ext>
            </a:extLst>
          </p:cNvPr>
          <p:cNvSpPr>
            <a:spLocks noGrp="1"/>
          </p:cNvSpPr>
          <p:nvPr>
            <p:ph type="body" sz="quarter" idx="36" hasCustomPrompt="1"/>
          </p:nvPr>
        </p:nvSpPr>
        <p:spPr>
          <a:xfrm>
            <a:off x="6255023" y="5208213"/>
            <a:ext cx="5066689" cy="1266956"/>
          </a:xfrm>
          <a:prstGeom prst="rect">
            <a:avLst/>
          </a:prstGeom>
        </p:spPr>
        <p:txBody>
          <a:bodyPr anchor="t"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Write the speaker bio here</a:t>
            </a:r>
          </a:p>
        </p:txBody>
      </p:sp>
      <p:sp>
        <p:nvSpPr>
          <p:cNvPr id="9" name="Text Placeholder 23">
            <a:extLst>
              <a:ext uri="{FF2B5EF4-FFF2-40B4-BE49-F238E27FC236}">
                <a16:creationId xmlns:a16="http://schemas.microsoft.com/office/drawing/2014/main" id="{133A6542-358F-68BF-EC8C-3ED656B2CE84}"/>
              </a:ext>
            </a:extLst>
          </p:cNvPr>
          <p:cNvSpPr>
            <a:spLocks noGrp="1"/>
          </p:cNvSpPr>
          <p:nvPr>
            <p:ph type="body" sz="quarter" idx="37" hasCustomPrompt="1"/>
          </p:nvPr>
        </p:nvSpPr>
        <p:spPr>
          <a:xfrm>
            <a:off x="6255024" y="4336037"/>
            <a:ext cx="5066691" cy="538735"/>
          </a:xfrm>
          <a:prstGeom prst="rect">
            <a:avLst/>
          </a:prstGeom>
        </p:spPr>
        <p:txBody>
          <a:bodyPr anchor="t" anchorCtr="0">
            <a:noAutofit/>
          </a:bodyPr>
          <a:lstStyle>
            <a:lvl1pPr marL="0" indent="0" algn="l">
              <a:buNone/>
              <a:defRPr sz="2400" b="1"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First &amp; last name</a:t>
            </a:r>
          </a:p>
        </p:txBody>
      </p:sp>
      <p:sp>
        <p:nvSpPr>
          <p:cNvPr id="10" name="Text Placeholder 23">
            <a:extLst>
              <a:ext uri="{FF2B5EF4-FFF2-40B4-BE49-F238E27FC236}">
                <a16:creationId xmlns:a16="http://schemas.microsoft.com/office/drawing/2014/main" id="{1FBE1546-3446-D9B9-3F7B-461085F58DCB}"/>
              </a:ext>
            </a:extLst>
          </p:cNvPr>
          <p:cNvSpPr>
            <a:spLocks noGrp="1"/>
          </p:cNvSpPr>
          <p:nvPr>
            <p:ph type="body" sz="quarter" idx="38" hasCustomPrompt="1"/>
          </p:nvPr>
        </p:nvSpPr>
        <p:spPr>
          <a:xfrm>
            <a:off x="6255024" y="4884767"/>
            <a:ext cx="5066690" cy="310085"/>
          </a:xfrm>
          <a:prstGeom prst="rect">
            <a:avLst/>
          </a:prstGeom>
        </p:spPr>
        <p:txBody>
          <a:bodyPr anchor="ctr" anchorCtr="0">
            <a:noAutofit/>
          </a:bodyPr>
          <a:lstStyle>
            <a:lvl1pPr marL="0" indent="0" algn="l">
              <a:buNone/>
              <a:defRPr sz="14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Position title / Company name</a:t>
            </a:r>
          </a:p>
        </p:txBody>
      </p:sp>
    </p:spTree>
    <p:extLst>
      <p:ext uri="{BB962C8B-B14F-4D97-AF65-F5344CB8AC3E}">
        <p14:creationId xmlns:p14="http://schemas.microsoft.com/office/powerpoint/2010/main" val="38915626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itle &amp; Subtitle">
    <p:bg>
      <p:bgPr>
        <a:solidFill>
          <a:srgbClr val="00000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934219-9B18-8925-0B79-BF8DB5FD4165}"/>
              </a:ext>
            </a:extLst>
          </p:cNvPr>
          <p:cNvSpPr txBox="1"/>
          <p:nvPr/>
        </p:nvSpPr>
        <p:spPr>
          <a:xfrm>
            <a:off x="9356271" y="-1045029"/>
            <a:ext cx="184731" cy="369332"/>
          </a:xfrm>
          <a:prstGeom prst="rect">
            <a:avLst/>
          </a:prstGeom>
          <a:noFill/>
        </p:spPr>
        <p:txBody>
          <a:bodyPr wrap="none" rtlCol="0">
            <a:spAutoFit/>
          </a:bodyPr>
          <a:lstStyle/>
          <a:p>
            <a:endParaRPr lang="en-US"/>
          </a:p>
        </p:txBody>
      </p:sp>
      <p:sp>
        <p:nvSpPr>
          <p:cNvPr id="4" name="Text Placeholder 23">
            <a:extLst>
              <a:ext uri="{FF2B5EF4-FFF2-40B4-BE49-F238E27FC236}">
                <a16:creationId xmlns:a16="http://schemas.microsoft.com/office/drawing/2014/main" id="{51F7D6A9-0B03-B598-268C-7410B09FF4E1}"/>
              </a:ext>
            </a:extLst>
          </p:cNvPr>
          <p:cNvSpPr>
            <a:spLocks noGrp="1"/>
          </p:cNvSpPr>
          <p:nvPr>
            <p:ph type="body" sz="quarter" idx="22" hasCustomPrompt="1"/>
          </p:nvPr>
        </p:nvSpPr>
        <p:spPr>
          <a:xfrm>
            <a:off x="720436" y="5159829"/>
            <a:ext cx="10818832" cy="990019"/>
          </a:xfrm>
        </p:spPr>
        <p:txBody>
          <a:bodyPr anchor="t" anchorCtr="0">
            <a:noAutofit/>
          </a:bodyPr>
          <a:lstStyle>
            <a:lvl1pPr marL="0" indent="0" algn="l">
              <a:buNone/>
              <a:defRPr sz="18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 information here</a:t>
            </a:r>
          </a:p>
        </p:txBody>
      </p:sp>
      <p:sp>
        <p:nvSpPr>
          <p:cNvPr id="6" name="Text Placeholder 23">
            <a:extLst>
              <a:ext uri="{FF2B5EF4-FFF2-40B4-BE49-F238E27FC236}">
                <a16:creationId xmlns:a16="http://schemas.microsoft.com/office/drawing/2014/main" id="{B8BD3C84-FADE-BF52-5760-D3D87F6A37D6}"/>
              </a:ext>
            </a:extLst>
          </p:cNvPr>
          <p:cNvSpPr>
            <a:spLocks noGrp="1"/>
          </p:cNvSpPr>
          <p:nvPr>
            <p:ph type="body" sz="quarter" idx="32" hasCustomPrompt="1"/>
          </p:nvPr>
        </p:nvSpPr>
        <p:spPr>
          <a:xfrm>
            <a:off x="720435" y="708152"/>
            <a:ext cx="10818831" cy="369332"/>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7" name="Title 1">
            <a:extLst>
              <a:ext uri="{FF2B5EF4-FFF2-40B4-BE49-F238E27FC236}">
                <a16:creationId xmlns:a16="http://schemas.microsoft.com/office/drawing/2014/main" id="{74EF8970-F0DD-E62A-43D3-7E1139307101}"/>
              </a:ext>
            </a:extLst>
          </p:cNvPr>
          <p:cNvSpPr>
            <a:spLocks noGrp="1"/>
          </p:cNvSpPr>
          <p:nvPr>
            <p:ph type="ctrTitle" hasCustomPrompt="1"/>
          </p:nvPr>
        </p:nvSpPr>
        <p:spPr>
          <a:xfrm>
            <a:off x="720436" y="1273358"/>
            <a:ext cx="10818832" cy="3217000"/>
          </a:xfrm>
        </p:spPr>
        <p:txBody>
          <a:bodyPr anchor="t">
            <a:noAutofit/>
          </a:bodyPr>
          <a:lstStyle>
            <a:lvl1pPr algn="l">
              <a:defRPr sz="4800" b="1" i="0">
                <a:solidFill>
                  <a:schemeClr val="tx1"/>
                </a:solidFill>
                <a:latin typeface="Aptos" pitchFamily="2" charset="77"/>
              </a:defRPr>
            </a:lvl1pPr>
          </a:lstStyle>
          <a:p>
            <a:r>
              <a:rPr lang="en-US"/>
              <a:t>Title should be less than 10 words</a:t>
            </a:r>
          </a:p>
        </p:txBody>
      </p:sp>
    </p:spTree>
    <p:extLst>
      <p:ext uri="{BB962C8B-B14F-4D97-AF65-F5344CB8AC3E}">
        <p14:creationId xmlns:p14="http://schemas.microsoft.com/office/powerpoint/2010/main" val="163137316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Four statements">
    <p:bg>
      <p:bgPr>
        <a:solidFill>
          <a:srgbClr val="000000"/>
        </a:solidFill>
        <a:effectLst/>
      </p:bgPr>
    </p:bg>
    <p:spTree>
      <p:nvGrpSpPr>
        <p:cNvPr id="1" name=""/>
        <p:cNvGrpSpPr/>
        <p:nvPr/>
      </p:nvGrpSpPr>
      <p:grpSpPr>
        <a:xfrm>
          <a:off x="0" y="0"/>
          <a:ext cx="0" cy="0"/>
          <a:chOff x="0" y="0"/>
          <a:chExt cx="0" cy="0"/>
        </a:xfrm>
      </p:grpSpPr>
      <p:sp>
        <p:nvSpPr>
          <p:cNvPr id="9" name="Text Placeholder 23">
            <a:extLst>
              <a:ext uri="{FF2B5EF4-FFF2-40B4-BE49-F238E27FC236}">
                <a16:creationId xmlns:a16="http://schemas.microsoft.com/office/drawing/2014/main" id="{6105375C-8468-A60A-35F4-F2E865BCA2B5}"/>
              </a:ext>
            </a:extLst>
          </p:cNvPr>
          <p:cNvSpPr>
            <a:spLocks noGrp="1"/>
          </p:cNvSpPr>
          <p:nvPr>
            <p:ph type="body" sz="quarter" idx="26" hasCustomPrompt="1"/>
          </p:nvPr>
        </p:nvSpPr>
        <p:spPr>
          <a:xfrm>
            <a:off x="4637524" y="1957715"/>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1</a:t>
            </a:r>
          </a:p>
        </p:txBody>
      </p:sp>
      <p:sp>
        <p:nvSpPr>
          <p:cNvPr id="10" name="Text Placeholder 23">
            <a:extLst>
              <a:ext uri="{FF2B5EF4-FFF2-40B4-BE49-F238E27FC236}">
                <a16:creationId xmlns:a16="http://schemas.microsoft.com/office/drawing/2014/main" id="{880850F9-DBA5-87B5-AFD9-06937D861DDF}"/>
              </a:ext>
            </a:extLst>
          </p:cNvPr>
          <p:cNvSpPr>
            <a:spLocks noGrp="1"/>
          </p:cNvSpPr>
          <p:nvPr>
            <p:ph type="body" sz="quarter" idx="27" hasCustomPrompt="1"/>
          </p:nvPr>
        </p:nvSpPr>
        <p:spPr>
          <a:xfrm>
            <a:off x="4637525" y="2432664"/>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11" name="Picture Placeholder 24">
            <a:extLst>
              <a:ext uri="{FF2B5EF4-FFF2-40B4-BE49-F238E27FC236}">
                <a16:creationId xmlns:a16="http://schemas.microsoft.com/office/drawing/2014/main" id="{EB5D7FED-59FD-275C-B51E-A317DA91E5A3}"/>
              </a:ext>
            </a:extLst>
          </p:cNvPr>
          <p:cNvSpPr>
            <a:spLocks noGrp="1"/>
          </p:cNvSpPr>
          <p:nvPr>
            <p:ph type="pic" sz="quarter" idx="28" hasCustomPrompt="1"/>
          </p:nvPr>
        </p:nvSpPr>
        <p:spPr>
          <a:xfrm>
            <a:off x="4637525" y="1418460"/>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12" name="Text Placeholder 23">
            <a:extLst>
              <a:ext uri="{FF2B5EF4-FFF2-40B4-BE49-F238E27FC236}">
                <a16:creationId xmlns:a16="http://schemas.microsoft.com/office/drawing/2014/main" id="{3F452737-E01C-517A-4B05-910B9B6DCF4D}"/>
              </a:ext>
            </a:extLst>
          </p:cNvPr>
          <p:cNvSpPr>
            <a:spLocks noGrp="1"/>
          </p:cNvSpPr>
          <p:nvPr>
            <p:ph type="body" sz="quarter" idx="29" hasCustomPrompt="1"/>
          </p:nvPr>
        </p:nvSpPr>
        <p:spPr>
          <a:xfrm>
            <a:off x="4637524" y="4139883"/>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3</a:t>
            </a:r>
          </a:p>
        </p:txBody>
      </p:sp>
      <p:sp>
        <p:nvSpPr>
          <p:cNvPr id="13" name="Text Placeholder 23">
            <a:extLst>
              <a:ext uri="{FF2B5EF4-FFF2-40B4-BE49-F238E27FC236}">
                <a16:creationId xmlns:a16="http://schemas.microsoft.com/office/drawing/2014/main" id="{4D081FFC-16E5-7744-FD3D-9E04413B3B58}"/>
              </a:ext>
            </a:extLst>
          </p:cNvPr>
          <p:cNvSpPr>
            <a:spLocks noGrp="1"/>
          </p:cNvSpPr>
          <p:nvPr>
            <p:ph type="body" sz="quarter" idx="30" hasCustomPrompt="1"/>
          </p:nvPr>
        </p:nvSpPr>
        <p:spPr>
          <a:xfrm>
            <a:off x="4637525" y="4614832"/>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14" name="Picture Placeholder 24">
            <a:extLst>
              <a:ext uri="{FF2B5EF4-FFF2-40B4-BE49-F238E27FC236}">
                <a16:creationId xmlns:a16="http://schemas.microsoft.com/office/drawing/2014/main" id="{CE225B63-8F69-3259-9E10-F34A10DAC563}"/>
              </a:ext>
            </a:extLst>
          </p:cNvPr>
          <p:cNvSpPr>
            <a:spLocks noGrp="1"/>
          </p:cNvSpPr>
          <p:nvPr>
            <p:ph type="pic" sz="quarter" idx="31" hasCustomPrompt="1"/>
          </p:nvPr>
        </p:nvSpPr>
        <p:spPr>
          <a:xfrm>
            <a:off x="4637525" y="3600628"/>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15" name="Text Placeholder 23">
            <a:extLst>
              <a:ext uri="{FF2B5EF4-FFF2-40B4-BE49-F238E27FC236}">
                <a16:creationId xmlns:a16="http://schemas.microsoft.com/office/drawing/2014/main" id="{E87E6B0B-83D1-4AA0-E720-5C62B8601C10}"/>
              </a:ext>
            </a:extLst>
          </p:cNvPr>
          <p:cNvSpPr>
            <a:spLocks noGrp="1"/>
          </p:cNvSpPr>
          <p:nvPr>
            <p:ph type="body" sz="quarter" idx="32" hasCustomPrompt="1"/>
          </p:nvPr>
        </p:nvSpPr>
        <p:spPr>
          <a:xfrm>
            <a:off x="8332207" y="1957715"/>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2</a:t>
            </a:r>
          </a:p>
        </p:txBody>
      </p:sp>
      <p:sp>
        <p:nvSpPr>
          <p:cNvPr id="16" name="Text Placeholder 23">
            <a:extLst>
              <a:ext uri="{FF2B5EF4-FFF2-40B4-BE49-F238E27FC236}">
                <a16:creationId xmlns:a16="http://schemas.microsoft.com/office/drawing/2014/main" id="{31FE0450-DA87-2749-0CF7-CA6E4DDB4E39}"/>
              </a:ext>
            </a:extLst>
          </p:cNvPr>
          <p:cNvSpPr>
            <a:spLocks noGrp="1"/>
          </p:cNvSpPr>
          <p:nvPr>
            <p:ph type="body" sz="quarter" idx="33" hasCustomPrompt="1"/>
          </p:nvPr>
        </p:nvSpPr>
        <p:spPr>
          <a:xfrm>
            <a:off x="8332208" y="2432664"/>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4" name="Picture Placeholder 24">
            <a:extLst>
              <a:ext uri="{FF2B5EF4-FFF2-40B4-BE49-F238E27FC236}">
                <a16:creationId xmlns:a16="http://schemas.microsoft.com/office/drawing/2014/main" id="{2CBF0351-2BE0-7A68-1357-B289321082E2}"/>
              </a:ext>
            </a:extLst>
          </p:cNvPr>
          <p:cNvSpPr>
            <a:spLocks noGrp="1"/>
          </p:cNvSpPr>
          <p:nvPr>
            <p:ph type="pic" sz="quarter" idx="34" hasCustomPrompt="1"/>
          </p:nvPr>
        </p:nvSpPr>
        <p:spPr>
          <a:xfrm>
            <a:off x="8332208" y="1418460"/>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25" name="Text Placeholder 23">
            <a:extLst>
              <a:ext uri="{FF2B5EF4-FFF2-40B4-BE49-F238E27FC236}">
                <a16:creationId xmlns:a16="http://schemas.microsoft.com/office/drawing/2014/main" id="{7219DD41-C1D8-75E3-C46D-A28B1FFE9FF0}"/>
              </a:ext>
            </a:extLst>
          </p:cNvPr>
          <p:cNvSpPr>
            <a:spLocks noGrp="1"/>
          </p:cNvSpPr>
          <p:nvPr>
            <p:ph type="body" sz="quarter" idx="35" hasCustomPrompt="1"/>
          </p:nvPr>
        </p:nvSpPr>
        <p:spPr>
          <a:xfrm>
            <a:off x="8332207" y="4139883"/>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4</a:t>
            </a:r>
          </a:p>
        </p:txBody>
      </p:sp>
      <p:sp>
        <p:nvSpPr>
          <p:cNvPr id="28" name="Text Placeholder 23">
            <a:extLst>
              <a:ext uri="{FF2B5EF4-FFF2-40B4-BE49-F238E27FC236}">
                <a16:creationId xmlns:a16="http://schemas.microsoft.com/office/drawing/2014/main" id="{03229E1C-F844-A238-49DB-038A784709A6}"/>
              </a:ext>
            </a:extLst>
          </p:cNvPr>
          <p:cNvSpPr>
            <a:spLocks noGrp="1"/>
          </p:cNvSpPr>
          <p:nvPr>
            <p:ph type="body" sz="quarter" idx="36" hasCustomPrompt="1"/>
          </p:nvPr>
        </p:nvSpPr>
        <p:spPr>
          <a:xfrm>
            <a:off x="8332208" y="4614832"/>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9" name="Picture Placeholder 24">
            <a:extLst>
              <a:ext uri="{FF2B5EF4-FFF2-40B4-BE49-F238E27FC236}">
                <a16:creationId xmlns:a16="http://schemas.microsoft.com/office/drawing/2014/main" id="{AC66BFF0-7E82-C663-C55A-2FC7CDFBC167}"/>
              </a:ext>
            </a:extLst>
          </p:cNvPr>
          <p:cNvSpPr>
            <a:spLocks noGrp="1"/>
          </p:cNvSpPr>
          <p:nvPr>
            <p:ph type="pic" sz="quarter" idx="37" hasCustomPrompt="1"/>
          </p:nvPr>
        </p:nvSpPr>
        <p:spPr>
          <a:xfrm>
            <a:off x="8332208" y="3600628"/>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2" name="Title 1">
            <a:extLst>
              <a:ext uri="{FF2B5EF4-FFF2-40B4-BE49-F238E27FC236}">
                <a16:creationId xmlns:a16="http://schemas.microsoft.com/office/drawing/2014/main" id="{77BB2AB4-C828-3430-78EB-DEBABFA1C097}"/>
              </a:ext>
            </a:extLst>
          </p:cNvPr>
          <p:cNvSpPr>
            <a:spLocks noGrp="1"/>
          </p:cNvSpPr>
          <p:nvPr>
            <p:ph type="ctrTitle" hasCustomPrompt="1"/>
          </p:nvPr>
        </p:nvSpPr>
        <p:spPr>
          <a:xfrm>
            <a:off x="720437" y="1957715"/>
            <a:ext cx="3461954" cy="3515101"/>
          </a:xfrm>
        </p:spPr>
        <p:txBody>
          <a:bodyPr anchor="t">
            <a:noAutofit/>
          </a:bodyPr>
          <a:lstStyle>
            <a:lvl1pPr algn="l">
              <a:defRPr sz="4800" b="1" i="0">
                <a:solidFill>
                  <a:schemeClr val="tx1"/>
                </a:solidFill>
                <a:latin typeface="Aptos" pitchFamily="2" charset="77"/>
              </a:defRPr>
            </a:lvl1pPr>
          </a:lstStyle>
          <a:p>
            <a:r>
              <a:rPr lang="en-US"/>
              <a:t>Title should be less than 10 words</a:t>
            </a:r>
          </a:p>
        </p:txBody>
      </p:sp>
      <p:sp>
        <p:nvSpPr>
          <p:cNvPr id="3" name="Text Placeholder 23">
            <a:extLst>
              <a:ext uri="{FF2B5EF4-FFF2-40B4-BE49-F238E27FC236}">
                <a16:creationId xmlns:a16="http://schemas.microsoft.com/office/drawing/2014/main" id="{68AEC395-7F97-4BE3-5FE1-60D8D627C49C}"/>
              </a:ext>
            </a:extLst>
          </p:cNvPr>
          <p:cNvSpPr>
            <a:spLocks noGrp="1"/>
          </p:cNvSpPr>
          <p:nvPr>
            <p:ph type="body" sz="quarter" idx="38" hasCustomPrompt="1"/>
          </p:nvPr>
        </p:nvSpPr>
        <p:spPr>
          <a:xfrm>
            <a:off x="720436" y="1426607"/>
            <a:ext cx="3461954" cy="365760"/>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Tree>
    <p:extLst>
      <p:ext uri="{BB962C8B-B14F-4D97-AF65-F5344CB8AC3E}">
        <p14:creationId xmlns:p14="http://schemas.microsoft.com/office/powerpoint/2010/main" val="360484897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Browser Screenshot ">
    <p:bg>
      <p:bgPr>
        <a:solidFill>
          <a:srgbClr val="000000"/>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33D682-D6C7-BB0B-E7A1-27EB07B2149D}"/>
              </a:ext>
            </a:extLst>
          </p:cNvPr>
          <p:cNvSpPr>
            <a:spLocks noGrp="1"/>
          </p:cNvSpPr>
          <p:nvPr>
            <p:ph type="ctrTitle" hasCustomPrompt="1"/>
          </p:nvPr>
        </p:nvSpPr>
        <p:spPr>
          <a:xfrm>
            <a:off x="1752601" y="272307"/>
            <a:ext cx="8686800" cy="1026260"/>
          </a:xfrm>
          <a:prstGeom prst="rect">
            <a:avLst/>
          </a:prstGeom>
        </p:spPr>
        <p:txBody>
          <a:bodyPr anchor="b">
            <a:noAutofit/>
          </a:bodyPr>
          <a:lstStyle>
            <a:lvl1pPr algn="ctr">
              <a:defRPr sz="3600"/>
            </a:lvl1pPr>
          </a:lstStyle>
          <a:p>
            <a:r>
              <a:rPr lang="en-US"/>
              <a:t>Statement</a:t>
            </a:r>
          </a:p>
        </p:txBody>
      </p:sp>
      <p:sp>
        <p:nvSpPr>
          <p:cNvPr id="2" name="Picture Placeholder 17">
            <a:extLst>
              <a:ext uri="{FF2B5EF4-FFF2-40B4-BE49-F238E27FC236}">
                <a16:creationId xmlns:a16="http://schemas.microsoft.com/office/drawing/2014/main" id="{B638C55F-4F51-F341-6897-942CDD853FE9}"/>
              </a:ext>
            </a:extLst>
          </p:cNvPr>
          <p:cNvSpPr>
            <a:spLocks noGrp="1"/>
          </p:cNvSpPr>
          <p:nvPr>
            <p:ph type="pic" sz="quarter" idx="40" hasCustomPrompt="1"/>
          </p:nvPr>
        </p:nvSpPr>
        <p:spPr>
          <a:xfrm>
            <a:off x="1752599" y="1932318"/>
            <a:ext cx="8686799" cy="4925682"/>
          </a:xfrm>
          <a:prstGeom prst="roundRect">
            <a:avLst>
              <a:gd name="adj" fmla="val 0"/>
            </a:avLst>
          </a:prstGeom>
          <a:solidFill>
            <a:schemeClr val="bg1">
              <a:lumMod val="95000"/>
              <a:lumOff val="5000"/>
            </a:schemeClr>
          </a:solidFill>
          <a:ln>
            <a:noFill/>
          </a:ln>
          <a:effectLst/>
        </p:spPr>
        <p:txBody>
          <a:bodyPr anchor="ctr"/>
          <a:lstStyle>
            <a:lvl1pPr algn="ctr">
              <a:defRPr sz="1200">
                <a:latin typeface="Aptos" pitchFamily="2" charset="77"/>
              </a:defRPr>
            </a:lvl1pPr>
          </a:lstStyle>
          <a:p>
            <a:r>
              <a:rPr lang="en-US"/>
              <a:t>Click to add </a:t>
            </a:r>
            <a:br>
              <a:rPr lang="en-US"/>
            </a:br>
            <a:r>
              <a:rPr lang="en-US"/>
              <a:t>screenshot</a:t>
            </a:r>
          </a:p>
        </p:txBody>
      </p:sp>
      <p:pic>
        <p:nvPicPr>
          <p:cNvPr id="3" name="Picture 7">
            <a:extLst>
              <a:ext uri="{FF2B5EF4-FFF2-40B4-BE49-F238E27FC236}">
                <a16:creationId xmlns:a16="http://schemas.microsoft.com/office/drawing/2014/main" id="{7E64FA12-7867-1868-4C73-36438FFA823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752600" y="1469134"/>
            <a:ext cx="8686798" cy="484001"/>
          </a:xfrm>
          <a:prstGeom prst="rect">
            <a:avLst/>
          </a:prstGeom>
        </p:spPr>
      </p:pic>
    </p:spTree>
    <p:extLst>
      <p:ext uri="{BB962C8B-B14F-4D97-AF65-F5344CB8AC3E}">
        <p14:creationId xmlns:p14="http://schemas.microsoft.com/office/powerpoint/2010/main" val="34718825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_Browser Screenshot ">
    <p:bg>
      <p:bgPr>
        <a:solidFill>
          <a:srgbClr val="000000"/>
        </a:solidFill>
        <a:effectLst/>
      </p:bgPr>
    </p:bg>
    <p:spTree>
      <p:nvGrpSpPr>
        <p:cNvPr id="1" name=""/>
        <p:cNvGrpSpPr/>
        <p:nvPr/>
      </p:nvGrpSpPr>
      <p:grpSpPr>
        <a:xfrm>
          <a:off x="0" y="0"/>
          <a:ext cx="0" cy="0"/>
          <a:chOff x="0" y="0"/>
          <a:chExt cx="0" cy="0"/>
        </a:xfrm>
      </p:grpSpPr>
      <p:pic>
        <p:nvPicPr>
          <p:cNvPr id="5" name="Picture 7">
            <a:extLst>
              <a:ext uri="{FF2B5EF4-FFF2-40B4-BE49-F238E27FC236}">
                <a16:creationId xmlns:a16="http://schemas.microsoft.com/office/drawing/2014/main" id="{DE226210-E3AE-F559-CE3E-71798445EE6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316179" y="780228"/>
            <a:ext cx="9559641" cy="532633"/>
          </a:xfrm>
          <a:prstGeom prst="rect">
            <a:avLst/>
          </a:prstGeom>
        </p:spPr>
      </p:pic>
      <p:sp>
        <p:nvSpPr>
          <p:cNvPr id="6" name="Picture Placeholder 17">
            <a:extLst>
              <a:ext uri="{FF2B5EF4-FFF2-40B4-BE49-F238E27FC236}">
                <a16:creationId xmlns:a16="http://schemas.microsoft.com/office/drawing/2014/main" id="{CBD43E14-4F9E-7FFC-4AAE-2567E350367F}"/>
              </a:ext>
            </a:extLst>
          </p:cNvPr>
          <p:cNvSpPr>
            <a:spLocks noGrp="1"/>
          </p:cNvSpPr>
          <p:nvPr>
            <p:ph type="pic" sz="quarter" idx="40" hasCustomPrompt="1"/>
          </p:nvPr>
        </p:nvSpPr>
        <p:spPr>
          <a:xfrm>
            <a:off x="1316179" y="1296234"/>
            <a:ext cx="9553250" cy="5561766"/>
          </a:xfrm>
          <a:prstGeom prst="roundRect">
            <a:avLst>
              <a:gd name="adj" fmla="val 0"/>
            </a:avLst>
          </a:prstGeom>
          <a:solidFill>
            <a:schemeClr val="bg1">
              <a:lumMod val="95000"/>
              <a:lumOff val="5000"/>
            </a:schemeClr>
          </a:solidFill>
          <a:ln>
            <a:noFill/>
          </a:ln>
          <a:effectLst/>
        </p:spPr>
        <p:txBody>
          <a:bodyPr anchor="ctr"/>
          <a:lstStyle>
            <a:lvl1pPr algn="ctr">
              <a:defRPr sz="1200">
                <a:latin typeface="Aptos" pitchFamily="2" charset="77"/>
              </a:defRPr>
            </a:lvl1pPr>
          </a:lstStyle>
          <a:p>
            <a:r>
              <a:rPr lang="en-US"/>
              <a:t>Click to add </a:t>
            </a:r>
            <a:br>
              <a:rPr lang="en-US"/>
            </a:br>
            <a:r>
              <a:rPr lang="en-US"/>
              <a:t>screenshot</a:t>
            </a:r>
          </a:p>
        </p:txBody>
      </p:sp>
    </p:spTree>
    <p:extLst>
      <p:ext uri="{BB962C8B-B14F-4D97-AF65-F5344CB8AC3E}">
        <p14:creationId xmlns:p14="http://schemas.microsoft.com/office/powerpoint/2010/main" val="405204180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Browser  + one statements">
    <p:bg>
      <p:bgPr>
        <a:solidFill>
          <a:srgbClr val="000000"/>
        </a:solidFill>
        <a:effectLst/>
      </p:bgPr>
    </p:bg>
    <p:spTree>
      <p:nvGrpSpPr>
        <p:cNvPr id="1" name=""/>
        <p:cNvGrpSpPr/>
        <p:nvPr/>
      </p:nvGrpSpPr>
      <p:grpSpPr>
        <a:xfrm>
          <a:off x="0" y="0"/>
          <a:ext cx="0" cy="0"/>
          <a:chOff x="0" y="0"/>
          <a:chExt cx="0" cy="0"/>
        </a:xfrm>
      </p:grpSpPr>
      <p:sp>
        <p:nvSpPr>
          <p:cNvPr id="4" name="Picture Placeholder 17">
            <a:extLst>
              <a:ext uri="{FF2B5EF4-FFF2-40B4-BE49-F238E27FC236}">
                <a16:creationId xmlns:a16="http://schemas.microsoft.com/office/drawing/2014/main" id="{ECEB7E09-F65B-E646-C7C1-3FA885EE7C8D}"/>
              </a:ext>
            </a:extLst>
          </p:cNvPr>
          <p:cNvSpPr>
            <a:spLocks noGrp="1"/>
          </p:cNvSpPr>
          <p:nvPr>
            <p:ph type="pic" sz="quarter" idx="40" hasCustomPrompt="1"/>
          </p:nvPr>
        </p:nvSpPr>
        <p:spPr>
          <a:xfrm>
            <a:off x="4714389" y="1093319"/>
            <a:ext cx="7477611" cy="5063529"/>
          </a:xfrm>
          <a:prstGeom prst="roundRect">
            <a:avLst>
              <a:gd name="adj" fmla="val 0"/>
            </a:avLst>
          </a:prstGeom>
          <a:solidFill>
            <a:schemeClr val="bg1">
              <a:lumMod val="95000"/>
              <a:lumOff val="5000"/>
            </a:schemeClr>
          </a:solidFill>
          <a:ln>
            <a:noFill/>
          </a:ln>
          <a:effectLst/>
        </p:spPr>
        <p:txBody>
          <a:bodyPr anchor="ctr"/>
          <a:lstStyle>
            <a:lvl1pPr algn="ctr">
              <a:defRPr sz="1200">
                <a:latin typeface="Aptos" pitchFamily="2" charset="77"/>
              </a:defRPr>
            </a:lvl1pPr>
          </a:lstStyle>
          <a:p>
            <a:r>
              <a:rPr lang="en-US"/>
              <a:t>Click to add </a:t>
            </a:r>
            <a:br>
              <a:rPr lang="en-US"/>
            </a:br>
            <a:r>
              <a:rPr lang="en-US"/>
              <a:t>screenshot</a:t>
            </a:r>
          </a:p>
        </p:txBody>
      </p:sp>
      <p:pic>
        <p:nvPicPr>
          <p:cNvPr id="6" name="Picture 7">
            <a:extLst>
              <a:ext uri="{FF2B5EF4-FFF2-40B4-BE49-F238E27FC236}">
                <a16:creationId xmlns:a16="http://schemas.microsoft.com/office/drawing/2014/main" id="{0D0131A4-66AF-9252-C050-4A1BFC918CF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714389" y="619505"/>
            <a:ext cx="8588275" cy="478511"/>
          </a:xfrm>
          <a:prstGeom prst="rect">
            <a:avLst/>
          </a:prstGeom>
        </p:spPr>
      </p:pic>
      <p:sp>
        <p:nvSpPr>
          <p:cNvPr id="9" name="Text Placeholder 23">
            <a:extLst>
              <a:ext uri="{FF2B5EF4-FFF2-40B4-BE49-F238E27FC236}">
                <a16:creationId xmlns:a16="http://schemas.microsoft.com/office/drawing/2014/main" id="{D133B315-FB64-194A-87A0-429B84B99B3C}"/>
              </a:ext>
            </a:extLst>
          </p:cNvPr>
          <p:cNvSpPr>
            <a:spLocks noGrp="1"/>
          </p:cNvSpPr>
          <p:nvPr>
            <p:ph type="body" sz="quarter" idx="34" hasCustomPrompt="1"/>
          </p:nvPr>
        </p:nvSpPr>
        <p:spPr>
          <a:xfrm>
            <a:off x="738765" y="4406716"/>
            <a:ext cx="3212749" cy="156412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11" name="Text Placeholder 23">
            <a:extLst>
              <a:ext uri="{FF2B5EF4-FFF2-40B4-BE49-F238E27FC236}">
                <a16:creationId xmlns:a16="http://schemas.microsoft.com/office/drawing/2014/main" id="{B078373A-3B9F-DB44-BBFF-036E9257E0F6}"/>
              </a:ext>
            </a:extLst>
          </p:cNvPr>
          <p:cNvSpPr>
            <a:spLocks noGrp="1"/>
          </p:cNvSpPr>
          <p:nvPr>
            <p:ph type="body" sz="quarter" idx="31" hasCustomPrompt="1"/>
          </p:nvPr>
        </p:nvSpPr>
        <p:spPr>
          <a:xfrm>
            <a:off x="738765" y="887157"/>
            <a:ext cx="3212748" cy="538736"/>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2" name="Title 1">
            <a:extLst>
              <a:ext uri="{FF2B5EF4-FFF2-40B4-BE49-F238E27FC236}">
                <a16:creationId xmlns:a16="http://schemas.microsoft.com/office/drawing/2014/main" id="{2F193039-BF81-F4D1-2A15-937C5E3F83AF}"/>
              </a:ext>
            </a:extLst>
          </p:cNvPr>
          <p:cNvSpPr>
            <a:spLocks noGrp="1"/>
          </p:cNvSpPr>
          <p:nvPr>
            <p:ph type="title" hasCustomPrompt="1"/>
          </p:nvPr>
        </p:nvSpPr>
        <p:spPr>
          <a:xfrm>
            <a:off x="744838" y="1573760"/>
            <a:ext cx="3212747" cy="2685089"/>
          </a:xfrm>
        </p:spPr>
        <p:txBody>
          <a:bodyPr anchor="t"/>
          <a:lstStyle/>
          <a:p>
            <a:r>
              <a:rPr lang="en-US"/>
              <a:t>Statement that should be 10 words or less</a:t>
            </a:r>
          </a:p>
        </p:txBody>
      </p:sp>
    </p:spTree>
    <p:extLst>
      <p:ext uri="{BB962C8B-B14F-4D97-AF65-F5344CB8AC3E}">
        <p14:creationId xmlns:p14="http://schemas.microsoft.com/office/powerpoint/2010/main" val="166216520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Browser + two statements">
    <p:bg>
      <p:bgPr>
        <a:solidFill>
          <a:srgbClr val="000000"/>
        </a:solidFill>
        <a:effectLst/>
      </p:bgPr>
    </p:bg>
    <p:spTree>
      <p:nvGrpSpPr>
        <p:cNvPr id="1" name=""/>
        <p:cNvGrpSpPr/>
        <p:nvPr/>
      </p:nvGrpSpPr>
      <p:grpSpPr>
        <a:xfrm>
          <a:off x="0" y="0"/>
          <a:ext cx="0" cy="0"/>
          <a:chOff x="0" y="0"/>
          <a:chExt cx="0" cy="0"/>
        </a:xfrm>
      </p:grpSpPr>
      <p:sp>
        <p:nvSpPr>
          <p:cNvPr id="9" name="Picture Placeholder 17">
            <a:extLst>
              <a:ext uri="{FF2B5EF4-FFF2-40B4-BE49-F238E27FC236}">
                <a16:creationId xmlns:a16="http://schemas.microsoft.com/office/drawing/2014/main" id="{C2C150FA-A4CA-8395-791F-9D0E796D9E12}"/>
              </a:ext>
            </a:extLst>
          </p:cNvPr>
          <p:cNvSpPr>
            <a:spLocks noGrp="1"/>
          </p:cNvSpPr>
          <p:nvPr>
            <p:ph type="pic" sz="quarter" idx="40" hasCustomPrompt="1"/>
          </p:nvPr>
        </p:nvSpPr>
        <p:spPr>
          <a:xfrm>
            <a:off x="6634753" y="966034"/>
            <a:ext cx="7477611" cy="5063529"/>
          </a:xfrm>
          <a:prstGeom prst="roundRect">
            <a:avLst>
              <a:gd name="adj" fmla="val 0"/>
            </a:avLst>
          </a:prstGeom>
          <a:solidFill>
            <a:schemeClr val="bg1">
              <a:lumMod val="95000"/>
              <a:lumOff val="5000"/>
            </a:schemeClr>
          </a:solidFill>
          <a:ln>
            <a:noFill/>
          </a:ln>
          <a:effectLst/>
        </p:spPr>
        <p:txBody>
          <a:bodyPr anchor="ctr"/>
          <a:lstStyle>
            <a:lvl1pPr algn="ctr">
              <a:defRPr sz="1200">
                <a:latin typeface="Aptos" pitchFamily="2" charset="77"/>
              </a:defRPr>
            </a:lvl1pPr>
          </a:lstStyle>
          <a:p>
            <a:r>
              <a:rPr lang="en-US"/>
              <a:t>Click to add </a:t>
            </a:r>
            <a:br>
              <a:rPr lang="en-US"/>
            </a:br>
            <a:r>
              <a:rPr lang="en-US"/>
              <a:t>screenshot</a:t>
            </a:r>
          </a:p>
        </p:txBody>
      </p:sp>
      <p:pic>
        <p:nvPicPr>
          <p:cNvPr id="10" name="Picture 7">
            <a:extLst>
              <a:ext uri="{FF2B5EF4-FFF2-40B4-BE49-F238E27FC236}">
                <a16:creationId xmlns:a16="http://schemas.microsoft.com/office/drawing/2014/main" id="{FF359A12-80F5-3CE1-0CBE-00661609E87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634753" y="492220"/>
            <a:ext cx="8588275" cy="478511"/>
          </a:xfrm>
          <a:prstGeom prst="rect">
            <a:avLst/>
          </a:prstGeom>
        </p:spPr>
      </p:pic>
      <p:sp>
        <p:nvSpPr>
          <p:cNvPr id="4" name="Title 1">
            <a:extLst>
              <a:ext uri="{FF2B5EF4-FFF2-40B4-BE49-F238E27FC236}">
                <a16:creationId xmlns:a16="http://schemas.microsoft.com/office/drawing/2014/main" id="{D64D961E-D8F1-1621-0B65-EF22EBFBFA8F}"/>
              </a:ext>
            </a:extLst>
          </p:cNvPr>
          <p:cNvSpPr>
            <a:spLocks noGrp="1"/>
          </p:cNvSpPr>
          <p:nvPr>
            <p:ph type="ctrTitle" hasCustomPrompt="1"/>
          </p:nvPr>
        </p:nvSpPr>
        <p:spPr>
          <a:xfrm>
            <a:off x="758381" y="963376"/>
            <a:ext cx="5378032" cy="1984936"/>
          </a:xfrm>
          <a:prstGeom prst="rect">
            <a:avLst/>
          </a:prstGeom>
        </p:spPr>
        <p:txBody>
          <a:bodyPr anchor="t">
            <a:noAutofit/>
          </a:bodyPr>
          <a:lstStyle>
            <a:lvl1pPr algn="l">
              <a:defRPr sz="3600" b="1" i="0">
                <a:solidFill>
                  <a:schemeClr val="tx1"/>
                </a:solidFill>
                <a:latin typeface="Aptos" pitchFamily="2" charset="77"/>
              </a:defRPr>
            </a:lvl1pPr>
          </a:lstStyle>
          <a:p>
            <a:r>
              <a:rPr lang="en-US"/>
              <a:t>Title should be less than 10 words</a:t>
            </a:r>
          </a:p>
        </p:txBody>
      </p:sp>
      <p:sp>
        <p:nvSpPr>
          <p:cNvPr id="6" name="Text Placeholder 23">
            <a:extLst>
              <a:ext uri="{FF2B5EF4-FFF2-40B4-BE49-F238E27FC236}">
                <a16:creationId xmlns:a16="http://schemas.microsoft.com/office/drawing/2014/main" id="{2474E636-F179-E536-9454-DE092280092A}"/>
              </a:ext>
            </a:extLst>
          </p:cNvPr>
          <p:cNvSpPr>
            <a:spLocks noGrp="1"/>
          </p:cNvSpPr>
          <p:nvPr>
            <p:ph type="body" sz="quarter" idx="26" hasCustomPrompt="1"/>
          </p:nvPr>
        </p:nvSpPr>
        <p:spPr>
          <a:xfrm>
            <a:off x="758381" y="4422499"/>
            <a:ext cx="2511761" cy="52795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1</a:t>
            </a:r>
          </a:p>
        </p:txBody>
      </p:sp>
      <p:sp>
        <p:nvSpPr>
          <p:cNvPr id="7" name="Text Placeholder 23">
            <a:extLst>
              <a:ext uri="{FF2B5EF4-FFF2-40B4-BE49-F238E27FC236}">
                <a16:creationId xmlns:a16="http://schemas.microsoft.com/office/drawing/2014/main" id="{CE169238-2E1E-D6F8-F1D2-A248C0498704}"/>
              </a:ext>
            </a:extLst>
          </p:cNvPr>
          <p:cNvSpPr>
            <a:spLocks noGrp="1"/>
          </p:cNvSpPr>
          <p:nvPr>
            <p:ph type="body" sz="quarter" idx="29" hasCustomPrompt="1"/>
          </p:nvPr>
        </p:nvSpPr>
        <p:spPr>
          <a:xfrm>
            <a:off x="758382" y="4973649"/>
            <a:ext cx="2511760" cy="1055914"/>
          </a:xfrm>
          <a:prstGeom prst="rect">
            <a:avLst/>
          </a:prstGeom>
        </p:spPr>
        <p:txBody>
          <a:bodyPr anchor="t">
            <a:norm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Try your best to keep your description no more than three lines</a:t>
            </a:r>
          </a:p>
        </p:txBody>
      </p:sp>
      <p:sp>
        <p:nvSpPr>
          <p:cNvPr id="8" name="Picture Placeholder 24">
            <a:extLst>
              <a:ext uri="{FF2B5EF4-FFF2-40B4-BE49-F238E27FC236}">
                <a16:creationId xmlns:a16="http://schemas.microsoft.com/office/drawing/2014/main" id="{8FBCA652-A806-87EE-B85F-BCFDB1B4066E}"/>
              </a:ext>
            </a:extLst>
          </p:cNvPr>
          <p:cNvSpPr>
            <a:spLocks noGrp="1"/>
          </p:cNvSpPr>
          <p:nvPr>
            <p:ph type="pic" sz="quarter" idx="30" hasCustomPrompt="1"/>
          </p:nvPr>
        </p:nvSpPr>
        <p:spPr>
          <a:xfrm>
            <a:off x="758382" y="3883245"/>
            <a:ext cx="365760" cy="365760"/>
          </a:xfrm>
          <a:prstGeom prst="rect">
            <a:avLst/>
          </a:prstGeom>
        </p:spPr>
        <p:txBody>
          <a:bodyPr anchor="ctr">
            <a:normAutofit/>
          </a:bodyPr>
          <a:lstStyle>
            <a:lvl1pPr algn="ctr">
              <a:defRPr sz="600">
                <a:latin typeface="Aptos" pitchFamily="2" charset="77"/>
              </a:defRPr>
            </a:lvl1pPr>
          </a:lstStyle>
          <a:p>
            <a:r>
              <a:rPr lang="en-US" err="1"/>
              <a:t>Octicon</a:t>
            </a:r>
            <a:endParaRPr lang="en-US"/>
          </a:p>
        </p:txBody>
      </p:sp>
      <p:sp>
        <p:nvSpPr>
          <p:cNvPr id="15" name="Text Placeholder 23">
            <a:extLst>
              <a:ext uri="{FF2B5EF4-FFF2-40B4-BE49-F238E27FC236}">
                <a16:creationId xmlns:a16="http://schemas.microsoft.com/office/drawing/2014/main" id="{73709F95-17EA-8C2B-E043-7CB31556A6B5}"/>
              </a:ext>
            </a:extLst>
          </p:cNvPr>
          <p:cNvSpPr>
            <a:spLocks noGrp="1"/>
          </p:cNvSpPr>
          <p:nvPr>
            <p:ph type="body" sz="quarter" idx="31" hasCustomPrompt="1"/>
          </p:nvPr>
        </p:nvSpPr>
        <p:spPr>
          <a:xfrm>
            <a:off x="3624652" y="4422499"/>
            <a:ext cx="2511762" cy="52795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2</a:t>
            </a:r>
          </a:p>
        </p:txBody>
      </p:sp>
      <p:sp>
        <p:nvSpPr>
          <p:cNvPr id="16" name="Text Placeholder 23">
            <a:extLst>
              <a:ext uri="{FF2B5EF4-FFF2-40B4-BE49-F238E27FC236}">
                <a16:creationId xmlns:a16="http://schemas.microsoft.com/office/drawing/2014/main" id="{7213201B-9B16-0B3D-E146-6B725E1AF606}"/>
              </a:ext>
            </a:extLst>
          </p:cNvPr>
          <p:cNvSpPr>
            <a:spLocks noGrp="1"/>
          </p:cNvSpPr>
          <p:nvPr>
            <p:ph type="body" sz="quarter" idx="32" hasCustomPrompt="1"/>
          </p:nvPr>
        </p:nvSpPr>
        <p:spPr>
          <a:xfrm>
            <a:off x="3624653" y="4973649"/>
            <a:ext cx="2511760" cy="1055914"/>
          </a:xfrm>
          <a:prstGeom prst="rect">
            <a:avLst/>
          </a:prstGeom>
        </p:spPr>
        <p:txBody>
          <a:bodyPr anchor="t">
            <a:norm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Try your best to keep your description no more than three lines</a:t>
            </a:r>
          </a:p>
        </p:txBody>
      </p:sp>
      <p:sp>
        <p:nvSpPr>
          <p:cNvPr id="18" name="Picture Placeholder 24">
            <a:extLst>
              <a:ext uri="{FF2B5EF4-FFF2-40B4-BE49-F238E27FC236}">
                <a16:creationId xmlns:a16="http://schemas.microsoft.com/office/drawing/2014/main" id="{9465DD82-942D-4363-BDF8-DEBD3E0B5B00}"/>
              </a:ext>
            </a:extLst>
          </p:cNvPr>
          <p:cNvSpPr>
            <a:spLocks noGrp="1"/>
          </p:cNvSpPr>
          <p:nvPr>
            <p:ph type="pic" sz="quarter" idx="33" hasCustomPrompt="1"/>
          </p:nvPr>
        </p:nvSpPr>
        <p:spPr>
          <a:xfrm>
            <a:off x="3624652" y="3883245"/>
            <a:ext cx="365760" cy="365760"/>
          </a:xfrm>
          <a:prstGeom prst="rect">
            <a:avLst/>
          </a:prstGeom>
        </p:spPr>
        <p:txBody>
          <a:bodyPr anchor="ctr">
            <a:normAutofit/>
          </a:bodyPr>
          <a:lstStyle>
            <a:lvl1pPr algn="ctr">
              <a:defRPr sz="600">
                <a:latin typeface="Aptos" pitchFamily="2" charset="77"/>
              </a:defRPr>
            </a:lvl1pPr>
          </a:lstStyle>
          <a:p>
            <a:r>
              <a:rPr lang="en-US" err="1"/>
              <a:t>Octicon</a:t>
            </a:r>
            <a:endParaRPr lang="en-US"/>
          </a:p>
        </p:txBody>
      </p:sp>
      <p:sp>
        <p:nvSpPr>
          <p:cNvPr id="2" name="Text Placeholder 23">
            <a:extLst>
              <a:ext uri="{FF2B5EF4-FFF2-40B4-BE49-F238E27FC236}">
                <a16:creationId xmlns:a16="http://schemas.microsoft.com/office/drawing/2014/main" id="{7717653C-80DF-3DD2-FC16-37BB8FC2866F}"/>
              </a:ext>
            </a:extLst>
          </p:cNvPr>
          <p:cNvSpPr>
            <a:spLocks noGrp="1"/>
          </p:cNvSpPr>
          <p:nvPr>
            <p:ph type="body" sz="quarter" idx="38" hasCustomPrompt="1"/>
          </p:nvPr>
        </p:nvSpPr>
        <p:spPr>
          <a:xfrm>
            <a:off x="758380" y="574423"/>
            <a:ext cx="5378031" cy="365760"/>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Tree>
    <p:extLst>
      <p:ext uri="{BB962C8B-B14F-4D97-AF65-F5344CB8AC3E}">
        <p14:creationId xmlns:p14="http://schemas.microsoft.com/office/powerpoint/2010/main" val="361041798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5F1EC-3A13-53FB-5BE1-FE8397107D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5C1600-67CE-38EE-94AF-D15DE0BD32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42FEF2-AA1A-8A44-DE54-9BC21EF6DD22}"/>
              </a:ext>
            </a:extLst>
          </p:cNvPr>
          <p:cNvSpPr>
            <a:spLocks noGrp="1"/>
          </p:cNvSpPr>
          <p:nvPr>
            <p:ph type="dt" sz="half" idx="10"/>
          </p:nvPr>
        </p:nvSpPr>
        <p:spPr/>
        <p:txBody>
          <a:bodyPr/>
          <a:lstStyle/>
          <a:p>
            <a:fld id="{3FD41548-EEBD-484A-8F9F-D35582DE472A}" type="datetimeFigureOut">
              <a:rPr lang="en-US" smtClean="0"/>
              <a:t>3/11/2026</a:t>
            </a:fld>
            <a:endParaRPr lang="en-US"/>
          </a:p>
        </p:txBody>
      </p:sp>
      <p:sp>
        <p:nvSpPr>
          <p:cNvPr id="5" name="Footer Placeholder 4">
            <a:extLst>
              <a:ext uri="{FF2B5EF4-FFF2-40B4-BE49-F238E27FC236}">
                <a16:creationId xmlns:a16="http://schemas.microsoft.com/office/drawing/2014/main" id="{58248030-01A6-2FD0-850A-7FBBF861CF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FD9D4B-4485-F612-382F-EFC31BB1B09D}"/>
              </a:ext>
            </a:extLst>
          </p:cNvPr>
          <p:cNvSpPr>
            <a:spLocks noGrp="1"/>
          </p:cNvSpPr>
          <p:nvPr>
            <p:ph type="sldNum" sz="quarter" idx="12"/>
          </p:nvPr>
        </p:nvSpPr>
        <p:spPr/>
        <p:txBody>
          <a:bodyPr/>
          <a:lstStyle/>
          <a:p>
            <a:fld id="{8FC9A086-BFC2-4CFE-8829-1F6226ADC8B6}" type="slidenum">
              <a:rPr lang="en-US" smtClean="0"/>
              <a:t>‹#›</a:t>
            </a:fld>
            <a:endParaRPr lang="en-US"/>
          </a:p>
        </p:txBody>
      </p:sp>
    </p:spTree>
    <p:extLst>
      <p:ext uri="{BB962C8B-B14F-4D97-AF65-F5344CB8AC3E}">
        <p14:creationId xmlns:p14="http://schemas.microsoft.com/office/powerpoint/2010/main" val="190835767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Thank you ">
    <p:bg>
      <p:bgPr>
        <a:solidFill>
          <a:srgbClr val="000000"/>
        </a:solidFill>
        <a:effectLst/>
      </p:bgPr>
    </p:bg>
    <p:spTree>
      <p:nvGrpSpPr>
        <p:cNvPr id="1" name=""/>
        <p:cNvGrpSpPr/>
        <p:nvPr/>
      </p:nvGrpSpPr>
      <p:grpSpPr>
        <a:xfrm>
          <a:off x="0" y="0"/>
          <a:ext cx="0" cy="0"/>
          <a:chOff x="0" y="0"/>
          <a:chExt cx="0" cy="0"/>
        </a:xfrm>
      </p:grpSpPr>
      <p:pic>
        <p:nvPicPr>
          <p:cNvPr id="3" name="Picture 2" descr="A blue and white gradient&#10;&#10;AI-generated content may be incorrect.">
            <a:extLst>
              <a:ext uri="{FF2B5EF4-FFF2-40B4-BE49-F238E27FC236}">
                <a16:creationId xmlns:a16="http://schemas.microsoft.com/office/drawing/2014/main" id="{B1434823-A993-4891-D507-11A7222B1FC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5" name="Picture 4" descr="A blue rectangle in a black background&#10;&#10;AI-generated content may be incorrect.">
            <a:extLst>
              <a:ext uri="{FF2B5EF4-FFF2-40B4-BE49-F238E27FC236}">
                <a16:creationId xmlns:a16="http://schemas.microsoft.com/office/drawing/2014/main" id="{958AAFC2-54C0-8004-C214-941FE32D110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640412" y="1820590"/>
            <a:ext cx="2884729" cy="8298180"/>
          </a:xfrm>
          <a:prstGeom prst="rect">
            <a:avLst/>
          </a:prstGeom>
        </p:spPr>
      </p:pic>
      <p:sp>
        <p:nvSpPr>
          <p:cNvPr id="31" name="TextBox 30">
            <a:extLst>
              <a:ext uri="{FF2B5EF4-FFF2-40B4-BE49-F238E27FC236}">
                <a16:creationId xmlns:a16="http://schemas.microsoft.com/office/drawing/2014/main" id="{0C840639-8979-42F9-CF5B-5F471C757C54}"/>
              </a:ext>
            </a:extLst>
          </p:cNvPr>
          <p:cNvSpPr txBox="1"/>
          <p:nvPr userDrawn="1"/>
        </p:nvSpPr>
        <p:spPr>
          <a:xfrm>
            <a:off x="4358263" y="2321003"/>
            <a:ext cx="6535406" cy="2215991"/>
          </a:xfrm>
          <a:prstGeom prst="rect">
            <a:avLst/>
          </a:prstGeom>
          <a:noFill/>
        </p:spPr>
        <p:txBody>
          <a:bodyPr wrap="square" rtlCol="0" anchor="ctr">
            <a:spAutoFit/>
          </a:bodyPr>
          <a:lstStyle/>
          <a:p>
            <a:pPr algn="l"/>
            <a:r>
              <a:rPr lang="en-US" sz="9000" b="1" i="0" spc="-150" dirty="0">
                <a:solidFill>
                  <a:schemeClr val="bg1"/>
                </a:solidFill>
                <a:latin typeface="Aptos" pitchFamily="2" charset="77"/>
              </a:rPr>
              <a:t>Thank you</a:t>
            </a:r>
          </a:p>
          <a:p>
            <a:pPr algn="l"/>
            <a:r>
              <a:rPr lang="en-US" sz="4800" b="1" i="0" spc="-150" dirty="0">
                <a:solidFill>
                  <a:schemeClr val="bg1"/>
                </a:solidFill>
                <a:latin typeface="Aptos" pitchFamily="2" charset="77"/>
              </a:rPr>
              <a:t>gh.io/copilot</a:t>
            </a:r>
          </a:p>
        </p:txBody>
      </p:sp>
    </p:spTree>
    <p:extLst>
      <p:ext uri="{BB962C8B-B14F-4D97-AF65-F5344CB8AC3E}">
        <p14:creationId xmlns:p14="http://schemas.microsoft.com/office/powerpoint/2010/main" val="22180129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emo 2">
    <p:bg>
      <p:bgRef idx="1001">
        <a:schemeClr val="bg1"/>
      </p:bgRef>
    </p:bg>
    <p:spTree>
      <p:nvGrpSpPr>
        <p:cNvPr id="1" name=""/>
        <p:cNvGrpSpPr/>
        <p:nvPr/>
      </p:nvGrpSpPr>
      <p:grpSpPr>
        <a:xfrm>
          <a:off x="0" y="0"/>
          <a:ext cx="0" cy="0"/>
          <a:chOff x="0" y="0"/>
          <a:chExt cx="0" cy="0"/>
        </a:xfrm>
      </p:grpSpPr>
      <p:sp>
        <p:nvSpPr>
          <p:cNvPr id="8" name="Text Placeholder 19">
            <a:extLst>
              <a:ext uri="{FF2B5EF4-FFF2-40B4-BE49-F238E27FC236}">
                <a16:creationId xmlns:a16="http://schemas.microsoft.com/office/drawing/2014/main" id="{2AF196B8-1D58-272E-5E41-AE317E99EC3A}"/>
              </a:ext>
            </a:extLst>
          </p:cNvPr>
          <p:cNvSpPr>
            <a:spLocks noGrp="1"/>
          </p:cNvSpPr>
          <p:nvPr>
            <p:ph type="body" sz="quarter" idx="16" hasCustomPrompt="1"/>
          </p:nvPr>
        </p:nvSpPr>
        <p:spPr>
          <a:xfrm>
            <a:off x="526614" y="550334"/>
            <a:ext cx="2596138" cy="306109"/>
          </a:xfrm>
          <a:prstGeom prst="rect">
            <a:avLst/>
          </a:prstGeom>
        </p:spPr>
        <p:txBody>
          <a:bodyPr wrap="square">
            <a:spAutoFit/>
          </a:bodyPr>
          <a:lstStyle>
            <a:lvl1pPr marL="0" indent="0" algn="l" defTabSz="457109" rtl="0" eaLnBrk="1" latinLnBrk="0" hangingPunct="1">
              <a:lnSpc>
                <a:spcPts val="1800"/>
              </a:lnSpc>
              <a:buNone/>
              <a:defRPr lang="en-US" sz="1200" b="0" i="0" kern="0" spc="-28" baseline="0" dirty="0">
                <a:solidFill>
                  <a:schemeClr val="tx2"/>
                </a:solidFill>
                <a:latin typeface="Segoe UI Semibold" panose="020B0702040204020203" pitchFamily="34" charset="0"/>
                <a:ea typeface="Segoe UI Semibold" panose="020B0702040204020203" pitchFamily="34" charset="0"/>
                <a:cs typeface="Segoe UI Semibold" panose="020B0702040204020203" pitchFamily="34" charset="0"/>
              </a:defRPr>
            </a:lvl1pPr>
          </a:lstStyle>
          <a:p>
            <a:pPr marL="0" indent="0" algn="l">
              <a:lnSpc>
                <a:spcPts val="1800"/>
              </a:lnSpc>
              <a:buNone/>
            </a:pPr>
            <a:r>
              <a:rPr lang="en-US" sz="1400" kern="0" spc="-28">
                <a:solidFill>
                  <a:schemeClr val="bg2"/>
                </a:solidFill>
                <a:latin typeface="Segoe UI Variable Display Semibold" pitchFamily="34" charset="0"/>
                <a:ea typeface="Segoe UI Variable Display Semibold" pitchFamily="34" charset="-122"/>
                <a:cs typeface="Segoe UI Variable Display Semibold" pitchFamily="34" charset="-120"/>
              </a:rPr>
              <a:t>Product name</a:t>
            </a:r>
            <a:endParaRPr lang="en-US" sz="1400">
              <a:solidFill>
                <a:schemeClr val="bg2"/>
              </a:solidFill>
            </a:endParaRPr>
          </a:p>
        </p:txBody>
      </p:sp>
      <p:sp>
        <p:nvSpPr>
          <p:cNvPr id="9" name="Text Placeholder 19">
            <a:extLst>
              <a:ext uri="{FF2B5EF4-FFF2-40B4-BE49-F238E27FC236}">
                <a16:creationId xmlns:a16="http://schemas.microsoft.com/office/drawing/2014/main" id="{A8075CD2-771E-032E-859A-DE98AE8BEE44}"/>
              </a:ext>
            </a:extLst>
          </p:cNvPr>
          <p:cNvSpPr>
            <a:spLocks noGrp="1"/>
          </p:cNvSpPr>
          <p:nvPr>
            <p:ph type="body" sz="quarter" idx="17" hasCustomPrompt="1"/>
          </p:nvPr>
        </p:nvSpPr>
        <p:spPr>
          <a:xfrm>
            <a:off x="526614" y="854500"/>
            <a:ext cx="2596138" cy="365806"/>
          </a:xfrm>
          <a:prstGeom prst="rect">
            <a:avLst/>
          </a:prstGeom>
        </p:spPr>
        <p:txBody>
          <a:bodyPr wrap="square">
            <a:spAutoFit/>
          </a:bodyPr>
          <a:lstStyle>
            <a:lvl1pPr marL="0" indent="0" algn="l" defTabSz="457109" rtl="0" eaLnBrk="1" latinLnBrk="0" hangingPunct="1">
              <a:lnSpc>
                <a:spcPts val="2200"/>
              </a:lnSpc>
              <a:buNone/>
              <a:defRPr lang="en-US" sz="1600" b="0" i="0" kern="0" spc="-36" baseline="0" dirty="0" smtClean="0">
                <a:solidFill>
                  <a:schemeClr val="tx1"/>
                </a:solidFill>
                <a:latin typeface="+mn-lt"/>
                <a:ea typeface="Segoe UI Semibold" panose="020B0702040204020203" pitchFamily="34" charset="0"/>
                <a:cs typeface="Segoe UI Semibold" panose="020B0702040204020203" pitchFamily="34" charset="0"/>
              </a:defRPr>
            </a:lvl1pPr>
          </a:lstStyle>
          <a:p>
            <a:pPr marL="0" indent="0" algn="l">
              <a:lnSpc>
                <a:spcPts val="2200"/>
              </a:lnSpc>
              <a:buNone/>
            </a:pPr>
            <a:r>
              <a:rPr lang="en-US" sz="1800" kern="0" spc="-36">
                <a:solidFill>
                  <a:schemeClr val="bg1"/>
                </a:solidFill>
                <a:latin typeface="Segoe UI Variable Display Semibold" pitchFamily="34" charset="0"/>
                <a:ea typeface="Segoe UI Variable Display Semibold" pitchFamily="34" charset="-122"/>
                <a:cs typeface="Segoe UI Variable Display Semibold" pitchFamily="34" charset="-120"/>
              </a:rPr>
              <a:t>Demo title</a:t>
            </a:r>
            <a:endParaRPr lang="en-US" sz="1800">
              <a:solidFill>
                <a:schemeClr val="bg1"/>
              </a:solidFill>
            </a:endParaRPr>
          </a:p>
        </p:txBody>
      </p:sp>
    </p:spTree>
    <p:extLst>
      <p:ext uri="{BB962C8B-B14F-4D97-AF65-F5344CB8AC3E}">
        <p14:creationId xmlns:p14="http://schemas.microsoft.com/office/powerpoint/2010/main" val="1770381941"/>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pilot Product one image">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F39D8AA-00A9-0670-AD3C-169F3A69C11A}"/>
              </a:ext>
            </a:extLst>
          </p:cNvPr>
          <p:cNvSpPr>
            <a:spLocks noGrp="1"/>
          </p:cNvSpPr>
          <p:nvPr>
            <p:ph type="pic" sz="quarter" idx="32"/>
          </p:nvPr>
        </p:nvSpPr>
        <p:spPr>
          <a:xfrm>
            <a:off x="6088062" y="0"/>
            <a:ext cx="6103938" cy="6858000"/>
          </a:xfrm>
          <a:prstGeom prst="rect">
            <a:avLst/>
          </a:prstGeom>
          <a:solidFill>
            <a:schemeClr val="accent3"/>
          </a:solidFill>
        </p:spPr>
        <p:txBody>
          <a:bodyPr/>
          <a:lstStyle/>
          <a:p>
            <a:endParaRPr lang="en-US"/>
          </a:p>
        </p:txBody>
      </p:sp>
      <p:sp>
        <p:nvSpPr>
          <p:cNvPr id="6" name="Text Placeholder 23">
            <a:extLst>
              <a:ext uri="{FF2B5EF4-FFF2-40B4-BE49-F238E27FC236}">
                <a16:creationId xmlns:a16="http://schemas.microsoft.com/office/drawing/2014/main" id="{CB63979A-A17F-E938-C84A-1AB2E69FC6AB}"/>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indent="0" algn="l">
              <a:buNone/>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9" name="Text Placeholder 23">
            <a:extLst>
              <a:ext uri="{FF2B5EF4-FFF2-40B4-BE49-F238E27FC236}">
                <a16:creationId xmlns:a16="http://schemas.microsoft.com/office/drawing/2014/main" id="{37D3A4FC-8E41-6E24-0959-8E3974B113A8}"/>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 </a:t>
            </a:r>
          </a:p>
        </p:txBody>
      </p:sp>
      <p:sp>
        <p:nvSpPr>
          <p:cNvPr id="4" name="Title 3">
            <a:extLst>
              <a:ext uri="{FF2B5EF4-FFF2-40B4-BE49-F238E27FC236}">
                <a16:creationId xmlns:a16="http://schemas.microsoft.com/office/drawing/2014/main" id="{CF3CD644-844F-AA19-6318-67C80A1643AC}"/>
              </a:ext>
            </a:extLst>
          </p:cNvPr>
          <p:cNvSpPr>
            <a:spLocks noGrp="1"/>
          </p:cNvSpPr>
          <p:nvPr>
            <p:ph type="title" hasCustomPrompt="1"/>
          </p:nvPr>
        </p:nvSpPr>
        <p:spPr>
          <a:xfrm>
            <a:off x="380678" y="1078522"/>
            <a:ext cx="5329526" cy="2860431"/>
          </a:xfrm>
          <a:prstGeom prst="rect">
            <a:avLst/>
          </a:prstGeom>
        </p:spPr>
        <p:txBody>
          <a:bodyPr/>
          <a:lstStyle>
            <a:lvl1pPr>
              <a:defRPr b="1" i="0">
                <a:solidFill>
                  <a:schemeClr val="tx1"/>
                </a:solidFill>
                <a:latin typeface="Aptos" pitchFamily="2" charset="77"/>
              </a:defRPr>
            </a:lvl1pPr>
          </a:lstStyle>
          <a:p>
            <a:r>
              <a:rPr lang="en-US"/>
              <a:t>The name of the new feature/tool</a:t>
            </a:r>
          </a:p>
        </p:txBody>
      </p:sp>
      <p:sp>
        <p:nvSpPr>
          <p:cNvPr id="7" name="Rectangle 6">
            <a:extLst>
              <a:ext uri="{FF2B5EF4-FFF2-40B4-BE49-F238E27FC236}">
                <a16:creationId xmlns:a16="http://schemas.microsoft.com/office/drawing/2014/main" id="{7F8338F7-6F56-27F7-EE5C-C77A63AB65A9}"/>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73566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ecurity feature specific 2">
    <p:spTree>
      <p:nvGrpSpPr>
        <p:cNvPr id="1" name=""/>
        <p:cNvGrpSpPr/>
        <p:nvPr/>
      </p:nvGrpSpPr>
      <p:grpSpPr>
        <a:xfrm>
          <a:off x="0" y="0"/>
          <a:ext cx="0" cy="0"/>
          <a:chOff x="0" y="0"/>
          <a:chExt cx="0" cy="0"/>
        </a:xfrm>
      </p:grpSpPr>
      <p:sp>
        <p:nvSpPr>
          <p:cNvPr id="3" name="Picture Placeholder 9">
            <a:extLst>
              <a:ext uri="{FF2B5EF4-FFF2-40B4-BE49-F238E27FC236}">
                <a16:creationId xmlns:a16="http://schemas.microsoft.com/office/drawing/2014/main" id="{2CE00D18-58A3-619E-6372-329E8F278A4F}"/>
              </a:ext>
            </a:extLst>
          </p:cNvPr>
          <p:cNvSpPr>
            <a:spLocks noGrp="1"/>
          </p:cNvSpPr>
          <p:nvPr>
            <p:ph type="pic" sz="quarter" idx="33"/>
          </p:nvPr>
        </p:nvSpPr>
        <p:spPr>
          <a:xfrm>
            <a:off x="0" y="0"/>
            <a:ext cx="6103938" cy="6858000"/>
          </a:xfrm>
          <a:prstGeom prst="rect">
            <a:avLst/>
          </a:prstGeom>
          <a:solidFill>
            <a:schemeClr val="accent1"/>
          </a:solidFill>
        </p:spPr>
        <p:txBody>
          <a:bodyPr/>
          <a:lstStyle/>
          <a:p>
            <a:endParaRPr lang="en-US"/>
          </a:p>
        </p:txBody>
      </p:sp>
      <p:sp>
        <p:nvSpPr>
          <p:cNvPr id="2" name="Title 3">
            <a:extLst>
              <a:ext uri="{FF2B5EF4-FFF2-40B4-BE49-F238E27FC236}">
                <a16:creationId xmlns:a16="http://schemas.microsoft.com/office/drawing/2014/main" id="{71918A70-9503-E96C-7F21-F0C5E11DEC3E}"/>
              </a:ext>
            </a:extLst>
          </p:cNvPr>
          <p:cNvSpPr>
            <a:spLocks noGrp="1"/>
          </p:cNvSpPr>
          <p:nvPr>
            <p:ph type="title" hasCustomPrompt="1"/>
          </p:nvPr>
        </p:nvSpPr>
        <p:spPr>
          <a:xfrm>
            <a:off x="6487010"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8" name="Text Placeholder 23">
            <a:extLst>
              <a:ext uri="{FF2B5EF4-FFF2-40B4-BE49-F238E27FC236}">
                <a16:creationId xmlns:a16="http://schemas.microsoft.com/office/drawing/2014/main" id="{17FBA312-E57F-F278-9A64-CCFA9DD58CCE}"/>
              </a:ext>
            </a:extLst>
          </p:cNvPr>
          <p:cNvSpPr>
            <a:spLocks noGrp="1"/>
          </p:cNvSpPr>
          <p:nvPr>
            <p:ph type="body" sz="quarter" idx="31" hasCustomPrompt="1"/>
          </p:nvPr>
        </p:nvSpPr>
        <p:spPr>
          <a:xfrm>
            <a:off x="6487010"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9" name="Text Placeholder 23">
            <a:extLst>
              <a:ext uri="{FF2B5EF4-FFF2-40B4-BE49-F238E27FC236}">
                <a16:creationId xmlns:a16="http://schemas.microsoft.com/office/drawing/2014/main" id="{DEB60F22-6FEA-E40C-054D-399149D3E0E8}"/>
              </a:ext>
            </a:extLst>
          </p:cNvPr>
          <p:cNvSpPr>
            <a:spLocks noGrp="1"/>
          </p:cNvSpPr>
          <p:nvPr>
            <p:ph type="body" sz="quarter" idx="26" hasCustomPrompt="1"/>
          </p:nvPr>
        </p:nvSpPr>
        <p:spPr>
          <a:xfrm>
            <a:off x="6487010"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11" name="Rectangle 10">
            <a:extLst>
              <a:ext uri="{FF2B5EF4-FFF2-40B4-BE49-F238E27FC236}">
                <a16:creationId xmlns:a16="http://schemas.microsoft.com/office/drawing/2014/main" id="{7839CEF6-F6BE-74F6-C7E2-3B1FB8C11D25}"/>
              </a:ext>
            </a:extLst>
          </p:cNvPr>
          <p:cNvSpPr/>
          <p:nvPr userDrawn="1"/>
        </p:nvSpPr>
        <p:spPr>
          <a:xfrm>
            <a:off x="6103336"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858883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ecurity feature specific 1">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D89EC314-9034-41CA-7F9D-FFA5D6F694AD}"/>
              </a:ext>
            </a:extLst>
          </p:cNvPr>
          <p:cNvSpPr>
            <a:spLocks noGrp="1"/>
          </p:cNvSpPr>
          <p:nvPr>
            <p:ph type="title" hasCustomPrompt="1"/>
          </p:nvPr>
        </p:nvSpPr>
        <p:spPr>
          <a:xfrm>
            <a:off x="380678"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4" name="Text Placeholder 23">
            <a:extLst>
              <a:ext uri="{FF2B5EF4-FFF2-40B4-BE49-F238E27FC236}">
                <a16:creationId xmlns:a16="http://schemas.microsoft.com/office/drawing/2014/main" id="{2243E505-DF3C-F337-CBC7-E70FEE6C0CCD}"/>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5" name="Rectangle 4">
            <a:extLst>
              <a:ext uri="{FF2B5EF4-FFF2-40B4-BE49-F238E27FC236}">
                <a16:creationId xmlns:a16="http://schemas.microsoft.com/office/drawing/2014/main" id="{6B7AB6A4-AA7E-8631-4382-09BBAB795B1E}"/>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3">
            <a:extLst>
              <a:ext uri="{FF2B5EF4-FFF2-40B4-BE49-F238E27FC236}">
                <a16:creationId xmlns:a16="http://schemas.microsoft.com/office/drawing/2014/main" id="{A3FF5C67-D41D-04B3-E321-C939F38724EC}"/>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2" name="Picture Placeholder 9">
            <a:extLst>
              <a:ext uri="{FF2B5EF4-FFF2-40B4-BE49-F238E27FC236}">
                <a16:creationId xmlns:a16="http://schemas.microsoft.com/office/drawing/2014/main" id="{A2D3F14D-0D4B-4EFB-F398-BFFFBB46F6D7}"/>
              </a:ext>
            </a:extLst>
          </p:cNvPr>
          <p:cNvSpPr>
            <a:spLocks noGrp="1"/>
          </p:cNvSpPr>
          <p:nvPr>
            <p:ph type="pic" sz="quarter" idx="32"/>
          </p:nvPr>
        </p:nvSpPr>
        <p:spPr>
          <a:xfrm>
            <a:off x="6088062" y="0"/>
            <a:ext cx="6103938" cy="6858000"/>
          </a:xfrm>
          <a:prstGeom prst="rect">
            <a:avLst/>
          </a:prstGeom>
          <a:solidFill>
            <a:schemeClr val="accent1"/>
          </a:solidFill>
        </p:spPr>
        <p:txBody>
          <a:bodyPr/>
          <a:lstStyle/>
          <a:p>
            <a:endParaRPr lang="en-US"/>
          </a:p>
        </p:txBody>
      </p:sp>
    </p:spTree>
    <p:extLst>
      <p:ext uri="{BB962C8B-B14F-4D97-AF65-F5344CB8AC3E}">
        <p14:creationId xmlns:p14="http://schemas.microsoft.com/office/powerpoint/2010/main" val="61153537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urity feature specific 3">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E59326D6-64C6-348E-9279-FB16E6BBEA29}"/>
              </a:ext>
            </a:extLst>
          </p:cNvPr>
          <p:cNvSpPr/>
          <p:nvPr userDrawn="1"/>
        </p:nvSpPr>
        <p:spPr>
          <a:xfrm>
            <a:off x="1646961" y="2537246"/>
            <a:ext cx="8898071" cy="4549354"/>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Aptos" pitchFamily="2" charset="77"/>
                <a:cs typeface="Aptos" pitchFamily="2" charset="77"/>
              </a:rPr>
              <a:t>Cover this entire rectangle with the product shot / UI</a:t>
            </a:r>
          </a:p>
        </p:txBody>
      </p:sp>
      <p:sp>
        <p:nvSpPr>
          <p:cNvPr id="4" name="Rectangle 3">
            <a:extLst>
              <a:ext uri="{FF2B5EF4-FFF2-40B4-BE49-F238E27FC236}">
                <a16:creationId xmlns:a16="http://schemas.microsoft.com/office/drawing/2014/main" id="{683896C6-8487-9D71-D14D-0618FC4FF6D1}"/>
              </a:ext>
            </a:extLst>
          </p:cNvPr>
          <p:cNvSpPr/>
          <p:nvPr userDrawn="1"/>
        </p:nvSpPr>
        <p:spPr>
          <a:xfrm rot="5400000">
            <a:off x="6077712" y="-6076188"/>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3">
            <a:extLst>
              <a:ext uri="{FF2B5EF4-FFF2-40B4-BE49-F238E27FC236}">
                <a16:creationId xmlns:a16="http://schemas.microsoft.com/office/drawing/2014/main" id="{9C0A93AB-65E7-2F9F-A327-9957791ED9C5}"/>
              </a:ext>
            </a:extLst>
          </p:cNvPr>
          <p:cNvSpPr>
            <a:spLocks noGrp="1"/>
          </p:cNvSpPr>
          <p:nvPr>
            <p:ph type="title" hasCustomPrompt="1"/>
          </p:nvPr>
        </p:nvSpPr>
        <p:spPr>
          <a:xfrm>
            <a:off x="0" y="1277951"/>
            <a:ext cx="12188952" cy="1127328"/>
          </a:xfrm>
          <a:prstGeom prst="rect">
            <a:avLst/>
          </a:prstGeom>
        </p:spPr>
        <p:txBody>
          <a:bodyPr anchor="t"/>
          <a:lstStyle>
            <a:lvl1pPr algn="ctr">
              <a:defRPr b="1" i="0">
                <a:solidFill>
                  <a:schemeClr val="tx1"/>
                </a:solidFill>
                <a:latin typeface="Aptos" pitchFamily="2" charset="77"/>
              </a:defRPr>
            </a:lvl1pPr>
          </a:lstStyle>
          <a:p>
            <a:r>
              <a:rPr lang="en-US"/>
              <a:t>A value prop in sentence case </a:t>
            </a:r>
            <a:br>
              <a:rPr lang="en-US"/>
            </a:br>
            <a:r>
              <a:rPr lang="en-US"/>
              <a:t>that is 12 words or less</a:t>
            </a:r>
          </a:p>
        </p:txBody>
      </p:sp>
      <p:sp>
        <p:nvSpPr>
          <p:cNvPr id="6" name="Text Placeholder 23">
            <a:extLst>
              <a:ext uri="{FF2B5EF4-FFF2-40B4-BE49-F238E27FC236}">
                <a16:creationId xmlns:a16="http://schemas.microsoft.com/office/drawing/2014/main" id="{B2258BF3-25C9-70CC-E9B2-13FC51C67FC1}"/>
              </a:ext>
            </a:extLst>
          </p:cNvPr>
          <p:cNvSpPr>
            <a:spLocks noGrp="1"/>
          </p:cNvSpPr>
          <p:nvPr>
            <p:ph type="body" sz="quarter" idx="31" hasCustomPrompt="1"/>
          </p:nvPr>
        </p:nvSpPr>
        <p:spPr>
          <a:xfrm>
            <a:off x="3431236" y="263101"/>
            <a:ext cx="5329528" cy="286734"/>
          </a:xfrm>
          <a:prstGeom prst="rect">
            <a:avLst/>
          </a:prstGeom>
        </p:spPr>
        <p:txBody>
          <a:bodyPr anchor="ctr" anchorCtr="0">
            <a:noAutofit/>
          </a:bodyPr>
          <a:lstStyle>
            <a:lvl1pPr marL="0" indent="0" algn="ctr">
              <a:buNone/>
              <a:defRPr sz="12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Tree>
    <p:extLst>
      <p:ext uri="{BB962C8B-B14F-4D97-AF65-F5344CB8AC3E}">
        <p14:creationId xmlns:p14="http://schemas.microsoft.com/office/powerpoint/2010/main" val="393968697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379134B-F8BD-AF84-FC8F-B01F81F73C15}"/>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5" name="Title 1">
            <a:extLst>
              <a:ext uri="{FF2B5EF4-FFF2-40B4-BE49-F238E27FC236}">
                <a16:creationId xmlns:a16="http://schemas.microsoft.com/office/drawing/2014/main" id="{8BBF8ABC-61EB-DB2E-3AFE-76A947CAA49E}"/>
              </a:ext>
            </a:extLst>
          </p:cNvPr>
          <p:cNvSpPr>
            <a:spLocks noGrp="1"/>
          </p:cNvSpPr>
          <p:nvPr>
            <p:ph type="ctrTitle" hasCustomPrompt="1"/>
          </p:nvPr>
        </p:nvSpPr>
        <p:spPr>
          <a:xfrm>
            <a:off x="2515035" y="1392319"/>
            <a:ext cx="9039106" cy="4073363"/>
          </a:xfrm>
          <a:prstGeom prst="rect">
            <a:avLst/>
          </a:prstGeom>
        </p:spPr>
        <p:txBody>
          <a:bodyPr anchor="ctr">
            <a:normAutofit/>
          </a:bodyPr>
          <a:lstStyle>
            <a:lvl1pPr algn="l">
              <a:lnSpc>
                <a:spcPct val="80000"/>
              </a:lnSpc>
              <a:defRPr sz="6000" b="1" i="0">
                <a:solidFill>
                  <a:schemeClr val="tx1"/>
                </a:solidFill>
                <a:latin typeface="Aptos" pitchFamily="2" charset="77"/>
              </a:defRPr>
            </a:lvl1pPr>
          </a:lstStyle>
          <a:p>
            <a:r>
              <a:rPr lang="en-US" dirty="0"/>
              <a:t>Section title</a:t>
            </a:r>
          </a:p>
        </p:txBody>
      </p:sp>
    </p:spTree>
    <p:extLst>
      <p:ext uri="{BB962C8B-B14F-4D97-AF65-F5344CB8AC3E}">
        <p14:creationId xmlns:p14="http://schemas.microsoft.com/office/powerpoint/2010/main" val="178175981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78EB23-30EC-D9A5-D09F-EBD7B052AF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A7FA7F-82B9-D117-26CB-9657C199A6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5878170"/>
      </p:ext>
    </p:extLst>
  </p:cSld>
  <p:clrMap bg1="dk1" tx1="lt1" bg2="dk2" tx2="lt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6" r:id="rId10"/>
    <p:sldLayoutId id="2147483778" r:id="rId11"/>
    <p:sldLayoutId id="2147483780" r:id="rId12"/>
    <p:sldLayoutId id="2147483782" r:id="rId13"/>
    <p:sldLayoutId id="2147483786" r:id="rId14"/>
    <p:sldLayoutId id="2147483787" r:id="rId15"/>
    <p:sldLayoutId id="2147483789" r:id="rId16"/>
    <p:sldLayoutId id="2147483791" r:id="rId17"/>
    <p:sldLayoutId id="2147483793" r:id="rId18"/>
    <p:sldLayoutId id="2147483839" r:id="rId19"/>
    <p:sldLayoutId id="2147483842" r:id="rId20"/>
    <p:sldLayoutId id="2147483844" r:id="rId21"/>
    <p:sldLayoutId id="2147483686" r:id="rId22"/>
    <p:sldLayoutId id="2147483764" r:id="rId23"/>
    <p:sldLayoutId id="2147483702" r:id="rId24"/>
    <p:sldLayoutId id="2147483703" r:id="rId25"/>
    <p:sldLayoutId id="2147483704" r:id="rId26"/>
    <p:sldLayoutId id="2147483705" r:id="rId27"/>
    <p:sldLayoutId id="2147483707" r:id="rId28"/>
    <p:sldLayoutId id="2147483708" r:id="rId29"/>
    <p:sldLayoutId id="2147483709" r:id="rId30"/>
    <p:sldLayoutId id="2147483710" r:id="rId31"/>
    <p:sldLayoutId id="2147483713" r:id="rId32"/>
    <p:sldLayoutId id="2147483722" r:id="rId33"/>
    <p:sldLayoutId id="2147483723" r:id="rId34"/>
    <p:sldLayoutId id="2147483739" r:id="rId35"/>
    <p:sldLayoutId id="2147483742" r:id="rId36"/>
    <p:sldLayoutId id="2147483745" r:id="rId37"/>
    <p:sldLayoutId id="2147483753" r:id="rId38"/>
    <p:sldLayoutId id="2147483754" r:id="rId39"/>
    <p:sldLayoutId id="2147483755" r:id="rId40"/>
    <p:sldLayoutId id="2147483756" r:id="rId41"/>
    <p:sldLayoutId id="2147483859" r:id="rId42"/>
    <p:sldLayoutId id="2147483860" r:id="rId43"/>
    <p:sldLayoutId id="2147483866" r:id="rId44"/>
    <p:sldLayoutId id="2147483903" r:id="rId45"/>
    <p:sldLayoutId id="2147483904" r:id="rId46"/>
    <p:sldLayoutId id="2147483905" r:id="rId47"/>
    <p:sldLayoutId id="2147483906" r:id="rId48"/>
    <p:sldLayoutId id="2147483907" r:id="rId49"/>
  </p:sldLayoutIdLst>
  <p:txStyles>
    <p:titleStyle>
      <a:lvl1pPr algn="l" defTabSz="914400" rtl="0" eaLnBrk="1" latinLnBrk="0" hangingPunct="1">
        <a:lnSpc>
          <a:spcPct val="90000"/>
        </a:lnSpc>
        <a:spcBef>
          <a:spcPct val="0"/>
        </a:spcBef>
        <a:buNone/>
        <a:defRPr sz="3600" b="1" i="0" kern="1200">
          <a:solidFill>
            <a:schemeClr val="tx1"/>
          </a:solidFill>
          <a:latin typeface="Aptos" pitchFamily="2" charset="77"/>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20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46.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9.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hyperlink" Target="https://docs.github.com/en/copilot/how-tos/use-copilot-agents/coding-agent/create-custom-agents" TargetMode="External"/><Relationship Id="rId7"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19.xml"/><Relationship Id="rId6" Type="http://schemas.openxmlformats.org/officeDocument/2006/relationships/image" Target="../media/image21.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42.xml"/><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hyperlink" Target="https://aka.ms/githubcopilotdevdays/sweepstakes" TargetMode="External"/><Relationship Id="rId2" Type="http://schemas.openxmlformats.org/officeDocument/2006/relationships/image" Target="../media/image33.png"/><Relationship Id="rId1" Type="http://schemas.openxmlformats.org/officeDocument/2006/relationships/slideLayout" Target="../slideLayouts/slideLayout19.xml"/><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0E980-03F6-A842-2974-D4AB80531B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173F31-E88F-FE41-8DD3-E021FAE838C6}"/>
              </a:ext>
            </a:extLst>
          </p:cNvPr>
          <p:cNvSpPr>
            <a:spLocks noGrp="1"/>
          </p:cNvSpPr>
          <p:nvPr>
            <p:ph type="ctrTitle"/>
          </p:nvPr>
        </p:nvSpPr>
        <p:spPr/>
        <p:txBody>
          <a:bodyPr>
            <a:normAutofit/>
          </a:bodyPr>
          <a:lstStyle/>
          <a:p>
            <a:r>
              <a:rPr lang="en-US" sz="9600">
                <a:latin typeface="Aptos"/>
                <a:ea typeface="Calibri"/>
                <a:cs typeface="Calibri"/>
              </a:rPr>
              <a:t>GitHub Copilot </a:t>
            </a:r>
            <a:br>
              <a:rPr lang="en-US" sz="9600">
                <a:latin typeface="Aptos"/>
                <a:ea typeface="Calibri"/>
                <a:cs typeface="Calibri"/>
              </a:rPr>
            </a:br>
            <a:r>
              <a:rPr lang="en-US" sz="9600">
                <a:latin typeface="Aptos"/>
                <a:ea typeface="Calibri"/>
                <a:cs typeface="Calibri"/>
              </a:rPr>
              <a:t>Dev Days</a:t>
            </a:r>
          </a:p>
        </p:txBody>
      </p:sp>
      <p:sp>
        <p:nvSpPr>
          <p:cNvPr id="3" name="Text Placeholder 2">
            <a:extLst>
              <a:ext uri="{FF2B5EF4-FFF2-40B4-BE49-F238E27FC236}">
                <a16:creationId xmlns:a16="http://schemas.microsoft.com/office/drawing/2014/main" id="{7C234C61-AD51-1141-E543-FC3264283FC6}"/>
              </a:ext>
            </a:extLst>
          </p:cNvPr>
          <p:cNvSpPr>
            <a:spLocks noGrp="1"/>
          </p:cNvSpPr>
          <p:nvPr>
            <p:ph type="body" sz="quarter" idx="25"/>
          </p:nvPr>
        </p:nvSpPr>
        <p:spPr/>
        <p:txBody>
          <a:bodyPr/>
          <a:lstStyle/>
          <a:p>
            <a:endParaRPr lang="en-US"/>
          </a:p>
        </p:txBody>
      </p:sp>
      <p:sp>
        <p:nvSpPr>
          <p:cNvPr id="4" name="Text Placeholder 3">
            <a:extLst>
              <a:ext uri="{FF2B5EF4-FFF2-40B4-BE49-F238E27FC236}">
                <a16:creationId xmlns:a16="http://schemas.microsoft.com/office/drawing/2014/main" id="{3AEC6A8D-05C0-0E2C-8223-FBF006AFEB2B}"/>
              </a:ext>
            </a:extLst>
          </p:cNvPr>
          <p:cNvSpPr>
            <a:spLocks noGrp="1"/>
          </p:cNvSpPr>
          <p:nvPr>
            <p:ph type="body" sz="quarter" idx="26"/>
          </p:nvPr>
        </p:nvSpPr>
        <p:spPr/>
        <p:txBody>
          <a:bodyPr/>
          <a:lstStyle/>
          <a:p>
            <a:endParaRPr lang="en-US"/>
          </a:p>
        </p:txBody>
      </p:sp>
      <p:sp>
        <p:nvSpPr>
          <p:cNvPr id="5" name="Text Placeholder 4">
            <a:extLst>
              <a:ext uri="{FF2B5EF4-FFF2-40B4-BE49-F238E27FC236}">
                <a16:creationId xmlns:a16="http://schemas.microsoft.com/office/drawing/2014/main" id="{0BC79CE2-A11C-DE3E-A87C-923069080A44}"/>
              </a:ext>
            </a:extLst>
          </p:cNvPr>
          <p:cNvSpPr>
            <a:spLocks noGrp="1"/>
          </p:cNvSpPr>
          <p:nvPr>
            <p:ph type="body" sz="quarter" idx="38"/>
          </p:nvPr>
        </p:nvSpPr>
        <p:spPr/>
        <p:txBody>
          <a:bodyPr/>
          <a:lstStyle/>
          <a:p>
            <a:endParaRPr lang="en-US"/>
          </a:p>
        </p:txBody>
      </p:sp>
      <p:sp>
        <p:nvSpPr>
          <p:cNvPr id="6" name="Text Placeholder 5">
            <a:extLst>
              <a:ext uri="{FF2B5EF4-FFF2-40B4-BE49-F238E27FC236}">
                <a16:creationId xmlns:a16="http://schemas.microsoft.com/office/drawing/2014/main" id="{B64FA467-26BA-66FA-698B-EE14771BB339}"/>
              </a:ext>
            </a:extLst>
          </p:cNvPr>
          <p:cNvSpPr>
            <a:spLocks noGrp="1"/>
          </p:cNvSpPr>
          <p:nvPr>
            <p:ph type="body" sz="quarter" idx="39"/>
          </p:nvPr>
        </p:nvSpPr>
        <p:spPr/>
        <p:txBody>
          <a:bodyPr/>
          <a:lstStyle/>
          <a:p>
            <a:endParaRPr lang="en-US"/>
          </a:p>
        </p:txBody>
      </p:sp>
      <p:sp>
        <p:nvSpPr>
          <p:cNvPr id="7" name="Picture Placeholder 6">
            <a:extLst>
              <a:ext uri="{FF2B5EF4-FFF2-40B4-BE49-F238E27FC236}">
                <a16:creationId xmlns:a16="http://schemas.microsoft.com/office/drawing/2014/main" id="{77CC80A3-CB93-EC07-B3F9-D5A1901C562E}"/>
              </a:ext>
            </a:extLst>
          </p:cNvPr>
          <p:cNvSpPr>
            <a:spLocks noGrp="1"/>
          </p:cNvSpPr>
          <p:nvPr>
            <p:ph type="pic" sz="quarter" idx="41"/>
          </p:nvPr>
        </p:nvSpPr>
        <p:spPr/>
        <p:txBody>
          <a:bodyPr/>
          <a:lstStyle/>
          <a:p>
            <a:endParaRPr lang="en-US"/>
          </a:p>
        </p:txBody>
      </p:sp>
      <p:sp>
        <p:nvSpPr>
          <p:cNvPr id="8" name="Picture Placeholder 7">
            <a:extLst>
              <a:ext uri="{FF2B5EF4-FFF2-40B4-BE49-F238E27FC236}">
                <a16:creationId xmlns:a16="http://schemas.microsoft.com/office/drawing/2014/main" id="{9CC4381D-2ADC-B170-4319-08F26F8D8F91}"/>
              </a:ext>
            </a:extLst>
          </p:cNvPr>
          <p:cNvSpPr>
            <a:spLocks noGrp="1"/>
          </p:cNvSpPr>
          <p:nvPr>
            <p:ph type="pic" sz="quarter" idx="43"/>
          </p:nvPr>
        </p:nvSpPr>
        <p:spPr/>
        <p:txBody>
          <a:bodyPr/>
          <a:lstStyle/>
          <a:p>
            <a:endParaRPr lang="en-US"/>
          </a:p>
        </p:txBody>
      </p:sp>
    </p:spTree>
    <p:extLst>
      <p:ext uri="{BB962C8B-B14F-4D97-AF65-F5344CB8AC3E}">
        <p14:creationId xmlns:p14="http://schemas.microsoft.com/office/powerpoint/2010/main" val="3998713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DBD70-1CFF-5E31-21E8-AA243C23E532}"/>
              </a:ext>
            </a:extLst>
          </p:cNvPr>
          <p:cNvSpPr>
            <a:spLocks noGrp="1"/>
          </p:cNvSpPr>
          <p:nvPr>
            <p:ph type="title"/>
          </p:nvPr>
        </p:nvSpPr>
        <p:spPr/>
        <p:txBody>
          <a:bodyPr/>
          <a:lstStyle/>
          <a:p>
            <a:r>
              <a:rPr lang="en-US"/>
              <a:t>GitHub Copilot CLI – your AI terminal companion</a:t>
            </a:r>
          </a:p>
        </p:txBody>
      </p:sp>
      <p:pic>
        <p:nvPicPr>
          <p:cNvPr id="7" name="Picture 6" descr="The image displays a terminal interface for GitHub Copilot, featuring a welcome message, version information, and options for writing, testing, and debugging code, along with user account details.&#10;&#10;AI-generated content may be incorrect.">
            <a:extLst>
              <a:ext uri="{FF2B5EF4-FFF2-40B4-BE49-F238E27FC236}">
                <a16:creationId xmlns:a16="http://schemas.microsoft.com/office/drawing/2014/main" id="{1EBB09E4-CF66-9BFF-C902-570F699D9288}"/>
              </a:ext>
            </a:extLst>
          </p:cNvPr>
          <p:cNvPicPr>
            <a:picLocks noChangeAspect="1"/>
          </p:cNvPicPr>
          <p:nvPr/>
        </p:nvPicPr>
        <p:blipFill>
          <a:blip r:embed="rId3"/>
          <a:stretch>
            <a:fillRect/>
          </a:stretch>
        </p:blipFill>
        <p:spPr>
          <a:xfrm>
            <a:off x="1631551" y="2546252"/>
            <a:ext cx="8961422" cy="4708771"/>
          </a:xfrm>
          <a:prstGeom prst="rect">
            <a:avLst/>
          </a:prstGeom>
        </p:spPr>
      </p:pic>
    </p:spTree>
    <p:extLst>
      <p:ext uri="{BB962C8B-B14F-4D97-AF65-F5344CB8AC3E}">
        <p14:creationId xmlns:p14="http://schemas.microsoft.com/office/powerpoint/2010/main" val="29589497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9E8F7-A6D1-F009-6A68-C4A12500928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86EA601-A8AF-0EE5-8769-AF4DF4149CFD}"/>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53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 name="Title 5">
            <a:extLst>
              <a:ext uri="{FF2B5EF4-FFF2-40B4-BE49-F238E27FC236}">
                <a16:creationId xmlns:a16="http://schemas.microsoft.com/office/drawing/2014/main" id="{A12B40B7-249F-702C-7870-ED2B12EFBA22}"/>
              </a:ext>
            </a:extLst>
          </p:cNvPr>
          <p:cNvSpPr>
            <a:spLocks noGrp="1"/>
          </p:cNvSpPr>
          <p:nvPr>
            <p:ph type="title"/>
          </p:nvPr>
        </p:nvSpPr>
        <p:spPr>
          <a:xfrm>
            <a:off x="6487010" y="1912930"/>
            <a:ext cx="5329526" cy="581717"/>
          </a:xfrm>
        </p:spPr>
        <p:txBody>
          <a:bodyPr>
            <a:normAutofit fontScale="90000"/>
          </a:bodyPr>
          <a:lstStyle/>
          <a:p>
            <a:r>
              <a:rPr lang="en-US" spc="-150">
                <a:cs typeface="Aptos" pitchFamily="2" charset="77"/>
              </a:rPr>
              <a:t>Core Features</a:t>
            </a:r>
          </a:p>
        </p:txBody>
      </p:sp>
      <p:grpSp>
        <p:nvGrpSpPr>
          <p:cNvPr id="2" name="Group 1">
            <a:extLst>
              <a:ext uri="{FF2B5EF4-FFF2-40B4-BE49-F238E27FC236}">
                <a16:creationId xmlns:a16="http://schemas.microsoft.com/office/drawing/2014/main" id="{7B53DDA9-459F-6459-B4EC-2466101231C0}"/>
              </a:ext>
            </a:extLst>
          </p:cNvPr>
          <p:cNvGrpSpPr/>
          <p:nvPr/>
        </p:nvGrpSpPr>
        <p:grpSpPr>
          <a:xfrm>
            <a:off x="6487010" y="1176890"/>
            <a:ext cx="2084561" cy="415936"/>
            <a:chOff x="19461029" y="4145700"/>
            <a:chExt cx="6253683" cy="1247808"/>
          </a:xfrm>
        </p:grpSpPr>
        <p:sp>
          <p:nvSpPr>
            <p:cNvPr id="10" name="Rounded Rectangle 9">
              <a:extLst>
                <a:ext uri="{FF2B5EF4-FFF2-40B4-BE49-F238E27FC236}">
                  <a16:creationId xmlns:a16="http://schemas.microsoft.com/office/drawing/2014/main" id="{2DC3803D-891B-C923-E74D-D0D1AA3BA7D2}"/>
                </a:ext>
              </a:extLst>
            </p:cNvPr>
            <p:cNvSpPr/>
            <p:nvPr/>
          </p:nvSpPr>
          <p:spPr>
            <a:xfrm>
              <a:off x="19461029" y="4145700"/>
              <a:ext cx="6253683" cy="1247808"/>
            </a:xfrm>
            <a:prstGeom prst="roundRect">
              <a:avLst>
                <a:gd name="adj" fmla="val 50000"/>
              </a:avLst>
            </a:prstGeom>
            <a:solidFill>
              <a:srgbClr val="000000"/>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5760" rtlCol="0" anchor="ctr"/>
            <a:lstStyle/>
            <a:p>
              <a:pPr marL="0" marR="0" lvl="0" indent="0" algn="l" defTabSz="914309" rtl="0" eaLnBrk="1" fontAlgn="auto" latinLnBrk="0" hangingPunct="1">
                <a:lnSpc>
                  <a:spcPct val="100000"/>
                </a:lnSpc>
                <a:spcBef>
                  <a:spcPts val="0"/>
                </a:spcBef>
                <a:spcAft>
                  <a:spcPts val="0"/>
                </a:spcAft>
                <a:buClrTx/>
                <a:buSzTx/>
                <a:buFontTx/>
                <a:buNone/>
                <a:tabLst/>
                <a:defRPr/>
              </a:pPr>
              <a:r>
                <a:rPr lang="en-US" sz="1400">
                  <a:solidFill>
                    <a:srgbClr val="FFFFFF"/>
                  </a:solidFill>
                  <a:latin typeface="Aptos" pitchFamily="2" charset="77"/>
                </a:rPr>
                <a:t>What’s in</a:t>
              </a:r>
              <a:r>
                <a:rPr kumimoji="0" lang="en-US" sz="1400" b="0" i="0" u="none" strike="noStrike" kern="1200" cap="none" spc="0" normalizeH="0" baseline="0" noProof="0">
                  <a:ln>
                    <a:noFill/>
                  </a:ln>
                  <a:solidFill>
                    <a:srgbClr val="FFFFFF"/>
                  </a:solidFill>
                  <a:effectLst/>
                  <a:uLnTx/>
                  <a:uFillTx/>
                  <a:latin typeface="Aptos" pitchFamily="2" charset="77"/>
                  <a:ea typeface="+mn-ea"/>
                  <a:cs typeface="+mn-cs"/>
                </a:rPr>
                <a:t> the box</a:t>
              </a:r>
            </a:p>
          </p:txBody>
        </p:sp>
        <p:grpSp>
          <p:nvGrpSpPr>
            <p:cNvPr id="16" name="Google Shape;407;p27">
              <a:extLst>
                <a:ext uri="{FF2B5EF4-FFF2-40B4-BE49-F238E27FC236}">
                  <a16:creationId xmlns:a16="http://schemas.microsoft.com/office/drawing/2014/main" id="{33D0C404-6D7E-D322-AE7A-646EE6577AA9}"/>
                </a:ext>
              </a:extLst>
            </p:cNvPr>
            <p:cNvGrpSpPr/>
            <p:nvPr/>
          </p:nvGrpSpPr>
          <p:grpSpPr>
            <a:xfrm>
              <a:off x="19937505" y="4506765"/>
              <a:ext cx="525726" cy="525677"/>
              <a:chOff x="3192175" y="1099503"/>
              <a:chExt cx="52725" cy="52725"/>
            </a:xfrm>
            <a:solidFill>
              <a:schemeClr val="tx1"/>
            </a:solidFill>
          </p:grpSpPr>
          <p:sp>
            <p:nvSpPr>
              <p:cNvPr id="17" name="Google Shape;408;p27">
                <a:extLst>
                  <a:ext uri="{FF2B5EF4-FFF2-40B4-BE49-F238E27FC236}">
                    <a16:creationId xmlns:a16="http://schemas.microsoft.com/office/drawing/2014/main" id="{C2157B60-5FD7-830E-A1F7-63B2B9781614}"/>
                  </a:ext>
                </a:extLst>
              </p:cNvPr>
              <p:cNvSpPr/>
              <p:nvPr/>
            </p:nvSpPr>
            <p:spPr>
              <a:xfrm>
                <a:off x="3201225" y="1115303"/>
                <a:ext cx="13525" cy="21150"/>
              </a:xfrm>
              <a:custGeom>
                <a:avLst/>
                <a:gdLst/>
                <a:ahLst/>
                <a:cxnLst/>
                <a:rect l="l" t="t" r="r" b="b"/>
                <a:pathLst>
                  <a:path w="541" h="846" extrusionOk="0">
                    <a:moveTo>
                      <a:pt x="455" y="1"/>
                    </a:moveTo>
                    <a:cubicBezTo>
                      <a:pt x="435" y="1"/>
                      <a:pt x="414" y="9"/>
                      <a:pt x="397" y="26"/>
                    </a:cubicBezTo>
                    <a:lnTo>
                      <a:pt x="26" y="363"/>
                    </a:lnTo>
                    <a:cubicBezTo>
                      <a:pt x="9" y="380"/>
                      <a:pt x="1" y="397"/>
                      <a:pt x="1" y="422"/>
                    </a:cubicBezTo>
                    <a:cubicBezTo>
                      <a:pt x="1" y="448"/>
                      <a:pt x="9" y="464"/>
                      <a:pt x="26" y="481"/>
                    </a:cubicBezTo>
                    <a:lnTo>
                      <a:pt x="397" y="827"/>
                    </a:lnTo>
                    <a:cubicBezTo>
                      <a:pt x="413" y="839"/>
                      <a:pt x="432" y="845"/>
                      <a:pt x="451" y="845"/>
                    </a:cubicBezTo>
                    <a:cubicBezTo>
                      <a:pt x="473" y="845"/>
                      <a:pt x="493" y="837"/>
                      <a:pt x="507" y="819"/>
                    </a:cubicBezTo>
                    <a:cubicBezTo>
                      <a:pt x="541" y="785"/>
                      <a:pt x="541" y="734"/>
                      <a:pt x="507" y="709"/>
                    </a:cubicBezTo>
                    <a:lnTo>
                      <a:pt x="195" y="422"/>
                    </a:lnTo>
                    <a:lnTo>
                      <a:pt x="507" y="136"/>
                    </a:lnTo>
                    <a:cubicBezTo>
                      <a:pt x="541" y="110"/>
                      <a:pt x="541" y="60"/>
                      <a:pt x="507" y="26"/>
                    </a:cubicBezTo>
                    <a:cubicBezTo>
                      <a:pt x="494" y="9"/>
                      <a:pt x="475" y="1"/>
                      <a:pt x="455" y="1"/>
                    </a:cubicBezTo>
                    <a:close/>
                  </a:path>
                </a:pathLst>
              </a:custGeom>
              <a:grpFill/>
              <a:ln>
                <a:noFill/>
              </a:ln>
            </p:spPr>
            <p:txBody>
              <a:bodyPr spcFirstLastPara="1" wrap="square" lIns="91425" tIns="91425" rIns="91425" bIns="91425" anchor="ctr" anchorCtr="0">
                <a:noAutofit/>
              </a:bodyPr>
              <a:lstStyle/>
              <a:p>
                <a:pPr marL="0" marR="0" lvl="0" indent="0" algn="l" defTabSz="304740" rtl="0" eaLnBrk="1" fontAlgn="auto" latinLnBrk="0" hangingPunct="1">
                  <a:lnSpc>
                    <a:spcPct val="100000"/>
                  </a:lnSpc>
                  <a:spcBef>
                    <a:spcPts val="0"/>
                  </a:spcBef>
                  <a:spcAft>
                    <a:spcPts val="0"/>
                  </a:spcAft>
                  <a:buClr>
                    <a:srgbClr val="000000"/>
                  </a:buClr>
                  <a:buSzTx/>
                  <a:buFontTx/>
                  <a:buNone/>
                  <a:tabLst/>
                  <a:defRPr/>
                </a:pPr>
                <a:endParaRPr kumimoji="0" sz="4200" b="0" i="0" u="none" strike="noStrike" kern="0" cap="none" spc="0" normalizeH="0" baseline="0" noProof="0">
                  <a:ln>
                    <a:noFill/>
                  </a:ln>
                  <a:solidFill>
                    <a:srgbClr val="0C1116"/>
                  </a:solidFill>
                  <a:effectLst/>
                  <a:uLnTx/>
                  <a:uFillTx/>
                  <a:latin typeface="Arial"/>
                  <a:ea typeface="+mn-ea"/>
                  <a:cs typeface="Arial"/>
                  <a:sym typeface="Arial"/>
                </a:endParaRPr>
              </a:p>
            </p:txBody>
          </p:sp>
          <p:sp>
            <p:nvSpPr>
              <p:cNvPr id="18" name="Google Shape;409;p27">
                <a:extLst>
                  <a:ext uri="{FF2B5EF4-FFF2-40B4-BE49-F238E27FC236}">
                    <a16:creationId xmlns:a16="http://schemas.microsoft.com/office/drawing/2014/main" id="{9AEFCA0D-1AE2-7214-677C-2F0D395BBEE6}"/>
                  </a:ext>
                </a:extLst>
              </p:cNvPr>
              <p:cNvSpPr/>
              <p:nvPr/>
            </p:nvSpPr>
            <p:spPr>
              <a:xfrm>
                <a:off x="3222100" y="1115303"/>
                <a:ext cx="13525" cy="21150"/>
              </a:xfrm>
              <a:custGeom>
                <a:avLst/>
                <a:gdLst/>
                <a:ahLst/>
                <a:cxnLst/>
                <a:rect l="l" t="t" r="r" b="b"/>
                <a:pathLst>
                  <a:path w="541" h="846" extrusionOk="0">
                    <a:moveTo>
                      <a:pt x="86" y="1"/>
                    </a:moveTo>
                    <a:cubicBezTo>
                      <a:pt x="66" y="1"/>
                      <a:pt x="47" y="9"/>
                      <a:pt x="35" y="26"/>
                    </a:cubicBezTo>
                    <a:cubicBezTo>
                      <a:pt x="1" y="60"/>
                      <a:pt x="1" y="110"/>
                      <a:pt x="35" y="136"/>
                    </a:cubicBezTo>
                    <a:lnTo>
                      <a:pt x="347" y="422"/>
                    </a:lnTo>
                    <a:lnTo>
                      <a:pt x="35" y="709"/>
                    </a:lnTo>
                    <a:cubicBezTo>
                      <a:pt x="1" y="734"/>
                      <a:pt x="1" y="785"/>
                      <a:pt x="35" y="819"/>
                    </a:cubicBezTo>
                    <a:cubicBezTo>
                      <a:pt x="48" y="837"/>
                      <a:pt x="69" y="845"/>
                      <a:pt x="91" y="845"/>
                    </a:cubicBezTo>
                    <a:cubicBezTo>
                      <a:pt x="109" y="845"/>
                      <a:pt x="129" y="839"/>
                      <a:pt x="144" y="827"/>
                    </a:cubicBezTo>
                    <a:lnTo>
                      <a:pt x="515" y="481"/>
                    </a:lnTo>
                    <a:cubicBezTo>
                      <a:pt x="532" y="464"/>
                      <a:pt x="541" y="448"/>
                      <a:pt x="541" y="422"/>
                    </a:cubicBezTo>
                    <a:cubicBezTo>
                      <a:pt x="541" y="397"/>
                      <a:pt x="532" y="380"/>
                      <a:pt x="515" y="363"/>
                    </a:cubicBezTo>
                    <a:lnTo>
                      <a:pt x="144" y="26"/>
                    </a:lnTo>
                    <a:cubicBezTo>
                      <a:pt x="127" y="9"/>
                      <a:pt x="106" y="1"/>
                      <a:pt x="86" y="1"/>
                    </a:cubicBezTo>
                    <a:close/>
                  </a:path>
                </a:pathLst>
              </a:custGeom>
              <a:grpFill/>
              <a:ln>
                <a:noFill/>
              </a:ln>
            </p:spPr>
            <p:txBody>
              <a:bodyPr spcFirstLastPara="1" wrap="square" lIns="91425" tIns="91425" rIns="91425" bIns="91425" anchor="ctr" anchorCtr="0">
                <a:noAutofit/>
              </a:bodyPr>
              <a:lstStyle/>
              <a:p>
                <a:pPr marL="0" marR="0" lvl="0" indent="0" algn="l" defTabSz="304740" rtl="0" eaLnBrk="1" fontAlgn="auto" latinLnBrk="0" hangingPunct="1">
                  <a:lnSpc>
                    <a:spcPct val="100000"/>
                  </a:lnSpc>
                  <a:spcBef>
                    <a:spcPts val="0"/>
                  </a:spcBef>
                  <a:spcAft>
                    <a:spcPts val="0"/>
                  </a:spcAft>
                  <a:buClr>
                    <a:srgbClr val="000000"/>
                  </a:buClr>
                  <a:buSzTx/>
                  <a:buFontTx/>
                  <a:buNone/>
                  <a:tabLst/>
                  <a:defRPr/>
                </a:pPr>
                <a:endParaRPr kumimoji="0" sz="4200" b="0" i="0" u="none" strike="noStrike" kern="0" cap="none" spc="0" normalizeH="0" baseline="0" noProof="0">
                  <a:ln>
                    <a:noFill/>
                  </a:ln>
                  <a:solidFill>
                    <a:srgbClr val="0C1116"/>
                  </a:solidFill>
                  <a:effectLst/>
                  <a:uLnTx/>
                  <a:uFillTx/>
                  <a:latin typeface="Arial"/>
                  <a:ea typeface="+mn-ea"/>
                  <a:cs typeface="Arial"/>
                  <a:sym typeface="Arial"/>
                </a:endParaRPr>
              </a:p>
            </p:txBody>
          </p:sp>
          <p:sp>
            <p:nvSpPr>
              <p:cNvPr id="19" name="Google Shape;410;p27">
                <a:extLst>
                  <a:ext uri="{FF2B5EF4-FFF2-40B4-BE49-F238E27FC236}">
                    <a16:creationId xmlns:a16="http://schemas.microsoft.com/office/drawing/2014/main" id="{EBA9B2A2-E74E-C55B-B316-7A02DCBB5680}"/>
                  </a:ext>
                </a:extLst>
              </p:cNvPr>
              <p:cNvSpPr/>
              <p:nvPr/>
            </p:nvSpPr>
            <p:spPr>
              <a:xfrm>
                <a:off x="3192175" y="1099503"/>
                <a:ext cx="52725" cy="52725"/>
              </a:xfrm>
              <a:custGeom>
                <a:avLst/>
                <a:gdLst/>
                <a:ahLst/>
                <a:cxnLst/>
                <a:rect l="l" t="t" r="r" b="b"/>
                <a:pathLst>
                  <a:path w="2109" h="2109" extrusionOk="0">
                    <a:moveTo>
                      <a:pt x="0" y="186"/>
                    </a:moveTo>
                    <a:cubicBezTo>
                      <a:pt x="0" y="85"/>
                      <a:pt x="76" y="0"/>
                      <a:pt x="177" y="0"/>
                    </a:cubicBezTo>
                    <a:lnTo>
                      <a:pt x="1923" y="0"/>
                    </a:lnTo>
                    <a:cubicBezTo>
                      <a:pt x="2024" y="0"/>
                      <a:pt x="2109" y="85"/>
                      <a:pt x="2109" y="186"/>
                    </a:cubicBezTo>
                    <a:lnTo>
                      <a:pt x="2109" y="1923"/>
                    </a:lnTo>
                    <a:cubicBezTo>
                      <a:pt x="2109" y="2024"/>
                      <a:pt x="2024" y="2108"/>
                      <a:pt x="1923" y="2108"/>
                    </a:cubicBezTo>
                    <a:lnTo>
                      <a:pt x="177" y="2108"/>
                    </a:lnTo>
                    <a:cubicBezTo>
                      <a:pt x="76" y="2108"/>
                      <a:pt x="0" y="2024"/>
                      <a:pt x="0" y="1923"/>
                    </a:cubicBezTo>
                    <a:close/>
                    <a:moveTo>
                      <a:pt x="177" y="160"/>
                    </a:moveTo>
                    <a:cubicBezTo>
                      <a:pt x="169" y="160"/>
                      <a:pt x="152" y="169"/>
                      <a:pt x="152" y="186"/>
                    </a:cubicBezTo>
                    <a:lnTo>
                      <a:pt x="152" y="1923"/>
                    </a:lnTo>
                    <a:cubicBezTo>
                      <a:pt x="152" y="1940"/>
                      <a:pt x="169" y="1948"/>
                      <a:pt x="177" y="1948"/>
                    </a:cubicBezTo>
                    <a:lnTo>
                      <a:pt x="1923" y="1948"/>
                    </a:lnTo>
                    <a:cubicBezTo>
                      <a:pt x="1931" y="1948"/>
                      <a:pt x="1948" y="1940"/>
                      <a:pt x="1948" y="1923"/>
                    </a:cubicBezTo>
                    <a:lnTo>
                      <a:pt x="1948" y="186"/>
                    </a:lnTo>
                    <a:cubicBezTo>
                      <a:pt x="1948" y="169"/>
                      <a:pt x="1931" y="160"/>
                      <a:pt x="1923" y="160"/>
                    </a:cubicBezTo>
                    <a:close/>
                  </a:path>
                </a:pathLst>
              </a:custGeom>
              <a:grpFill/>
              <a:ln>
                <a:noFill/>
              </a:ln>
            </p:spPr>
            <p:txBody>
              <a:bodyPr spcFirstLastPara="1" wrap="square" lIns="91425" tIns="91425" rIns="91425" bIns="91425" anchor="ctr" anchorCtr="0">
                <a:noAutofit/>
              </a:bodyPr>
              <a:lstStyle/>
              <a:p>
                <a:pPr marL="0" marR="0" lvl="0" indent="0" algn="l" defTabSz="304740" rtl="0" eaLnBrk="1" fontAlgn="auto" latinLnBrk="0" hangingPunct="1">
                  <a:lnSpc>
                    <a:spcPct val="100000"/>
                  </a:lnSpc>
                  <a:spcBef>
                    <a:spcPts val="0"/>
                  </a:spcBef>
                  <a:spcAft>
                    <a:spcPts val="0"/>
                  </a:spcAft>
                  <a:buClr>
                    <a:srgbClr val="000000"/>
                  </a:buClr>
                  <a:buSzTx/>
                  <a:buFontTx/>
                  <a:buNone/>
                  <a:tabLst/>
                  <a:defRPr/>
                </a:pPr>
                <a:endParaRPr kumimoji="0" sz="4200" b="0" i="0" u="none" strike="noStrike" kern="0" cap="none" spc="0" normalizeH="0" baseline="0" noProof="0">
                  <a:ln>
                    <a:noFill/>
                  </a:ln>
                  <a:solidFill>
                    <a:srgbClr val="0C1116"/>
                  </a:solidFill>
                  <a:effectLst/>
                  <a:uLnTx/>
                  <a:uFillTx/>
                  <a:latin typeface="Arial"/>
                  <a:ea typeface="+mn-ea"/>
                  <a:cs typeface="Arial"/>
                  <a:sym typeface="Arial"/>
                </a:endParaRPr>
              </a:p>
            </p:txBody>
          </p:sp>
        </p:grpSp>
      </p:grpSp>
      <p:pic>
        <p:nvPicPr>
          <p:cNvPr id="25" name="Picture 24" descr="A screenshot of a phone&#10;&#10;AI-generated content may be incorrect.">
            <a:extLst>
              <a:ext uri="{FF2B5EF4-FFF2-40B4-BE49-F238E27FC236}">
                <a16:creationId xmlns:a16="http://schemas.microsoft.com/office/drawing/2014/main" id="{5AA71F5B-F152-9991-A217-A715D38CE123}"/>
              </a:ext>
            </a:extLst>
          </p:cNvPr>
          <p:cNvPicPr>
            <a:picLocks noChangeAspect="1"/>
          </p:cNvPicPr>
          <p:nvPr/>
        </p:nvPicPr>
        <p:blipFill>
          <a:blip r:embed="rId3"/>
          <a:stretch>
            <a:fillRect/>
          </a:stretch>
        </p:blipFill>
        <p:spPr>
          <a:xfrm>
            <a:off x="2431778" y="3385105"/>
            <a:ext cx="1827177" cy="1554464"/>
          </a:xfrm>
          <a:prstGeom prst="rect">
            <a:avLst/>
          </a:prstGeom>
        </p:spPr>
      </p:pic>
      <p:sp>
        <p:nvSpPr>
          <p:cNvPr id="11" name="Google Shape;727;p90">
            <a:extLst>
              <a:ext uri="{FF2B5EF4-FFF2-40B4-BE49-F238E27FC236}">
                <a16:creationId xmlns:a16="http://schemas.microsoft.com/office/drawing/2014/main" id="{E4FF6929-EE5D-C7DD-7BCF-8FCBD06FA7F4}"/>
              </a:ext>
            </a:extLst>
          </p:cNvPr>
          <p:cNvSpPr txBox="1">
            <a:spLocks/>
          </p:cNvSpPr>
          <p:nvPr/>
        </p:nvSpPr>
        <p:spPr>
          <a:xfrm>
            <a:off x="6488520" y="4515847"/>
            <a:ext cx="3239700" cy="457200"/>
          </a:xfrm>
          <a:prstGeom prst="rect">
            <a:avLst/>
          </a:prstGeom>
        </p:spPr>
        <p:txBody>
          <a:bodyPr spcFirstLastPara="1" wrap="square" lIns="91425" tIns="45700" rIns="91425" bIns="4570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22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1800"/>
              <a:t>Multi-file </a:t>
            </a:r>
            <a:br>
              <a:rPr lang="en-US" sz="1800"/>
            </a:br>
            <a:r>
              <a:rPr lang="en-US" sz="1800"/>
              <a:t>context awareness</a:t>
            </a:r>
          </a:p>
        </p:txBody>
      </p:sp>
      <p:sp>
        <p:nvSpPr>
          <p:cNvPr id="12" name="Google Shape;730;p90">
            <a:extLst>
              <a:ext uri="{FF2B5EF4-FFF2-40B4-BE49-F238E27FC236}">
                <a16:creationId xmlns:a16="http://schemas.microsoft.com/office/drawing/2014/main" id="{ED6FBBE2-E474-4A23-B7F0-31CC0212FA3F}"/>
              </a:ext>
            </a:extLst>
          </p:cNvPr>
          <p:cNvSpPr txBox="1">
            <a:spLocks/>
          </p:cNvSpPr>
          <p:nvPr/>
        </p:nvSpPr>
        <p:spPr>
          <a:xfrm>
            <a:off x="6489313" y="3642858"/>
            <a:ext cx="3763290" cy="457200"/>
          </a:xfrm>
          <a:prstGeom prst="rect">
            <a:avLst/>
          </a:prstGeom>
        </p:spPr>
        <p:txBody>
          <a:bodyPr spcFirstLastPara="1" wrap="square" lIns="91425" tIns="45700" rIns="91425" bIns="4570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22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1800"/>
              <a:t>Code Generation </a:t>
            </a:r>
            <a:br>
              <a:rPr lang="en-US" sz="1800"/>
            </a:br>
            <a:r>
              <a:rPr lang="en-US" sz="1800"/>
              <a:t>&amp; Modification</a:t>
            </a:r>
          </a:p>
        </p:txBody>
      </p:sp>
      <p:sp>
        <p:nvSpPr>
          <p:cNvPr id="13" name="Google Shape;738;p91">
            <a:extLst>
              <a:ext uri="{FF2B5EF4-FFF2-40B4-BE49-F238E27FC236}">
                <a16:creationId xmlns:a16="http://schemas.microsoft.com/office/drawing/2014/main" id="{F9EE854D-1A9F-9920-EC3E-FE2D3991EA14}"/>
              </a:ext>
            </a:extLst>
          </p:cNvPr>
          <p:cNvSpPr txBox="1">
            <a:spLocks/>
          </p:cNvSpPr>
          <p:nvPr/>
        </p:nvSpPr>
        <p:spPr>
          <a:xfrm>
            <a:off x="6488520" y="2923447"/>
            <a:ext cx="3239700" cy="457200"/>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L="457189" marR="0" lvl="0" indent="-228594" algn="l" rtl="0">
              <a:lnSpc>
                <a:spcPct val="90000"/>
              </a:lnSpc>
              <a:spcBef>
                <a:spcPts val="10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1pPr>
            <a:lvl2pPr marL="914377" marR="0" lvl="1"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2pPr>
            <a:lvl3pPr marL="1371566" marR="0" lvl="2"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3pPr>
            <a:lvl4pPr marL="1828754" marR="0" lvl="3"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4pPr>
            <a:lvl5pPr marL="2285943" marR="0" lvl="4"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5pPr>
            <a:lvl6pPr marL="2743131" marR="0" lvl="5"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6pPr>
            <a:lvl7pPr marL="3200320" marR="0" lvl="6"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7pPr>
            <a:lvl8pPr marL="3657509" marR="0" lvl="7"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8pPr>
            <a:lvl9pPr marL="4114697" marR="0" lvl="8"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9pPr>
          </a:lstStyle>
          <a:p>
            <a:pPr marL="285750" indent="-285750">
              <a:buFont typeface="Arial" panose="020B0604020202020204" pitchFamily="34" charset="0"/>
              <a:buChar char="•"/>
            </a:pPr>
            <a:r>
              <a:rPr lang="en-US" kern="0"/>
              <a:t>Interactive</a:t>
            </a:r>
            <a:br>
              <a:rPr lang="en-US" kern="0"/>
            </a:br>
            <a:r>
              <a:rPr lang="en-US" kern="0"/>
              <a:t>Assistance</a:t>
            </a:r>
          </a:p>
        </p:txBody>
      </p:sp>
      <p:sp>
        <p:nvSpPr>
          <p:cNvPr id="14" name="Google Shape;740;p91">
            <a:extLst>
              <a:ext uri="{FF2B5EF4-FFF2-40B4-BE49-F238E27FC236}">
                <a16:creationId xmlns:a16="http://schemas.microsoft.com/office/drawing/2014/main" id="{8C9B32F2-CE0F-96D5-D9E6-9C0FD09308AD}"/>
              </a:ext>
            </a:extLst>
          </p:cNvPr>
          <p:cNvSpPr txBox="1">
            <a:spLocks/>
          </p:cNvSpPr>
          <p:nvPr/>
        </p:nvSpPr>
        <p:spPr>
          <a:xfrm>
            <a:off x="9202671" y="3644994"/>
            <a:ext cx="2613865" cy="457200"/>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L="457189" marR="0" lvl="0" indent="-228594" algn="l" rtl="0">
              <a:lnSpc>
                <a:spcPct val="90000"/>
              </a:lnSpc>
              <a:spcBef>
                <a:spcPts val="10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1pPr>
            <a:lvl2pPr marL="914377" marR="0" lvl="1"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2pPr>
            <a:lvl3pPr marL="1371566" marR="0" lvl="2"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3pPr>
            <a:lvl4pPr marL="1828754" marR="0" lvl="3"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4pPr>
            <a:lvl5pPr marL="2285943" marR="0" lvl="4"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5pPr>
            <a:lvl6pPr marL="2743131" marR="0" lvl="5"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6pPr>
            <a:lvl7pPr marL="3200320" marR="0" lvl="6"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7pPr>
            <a:lvl8pPr marL="3657509" marR="0" lvl="7"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8pPr>
            <a:lvl9pPr marL="4114697" marR="0" lvl="8"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9pPr>
          </a:lstStyle>
          <a:p>
            <a:pPr marL="285750" indent="-285750">
              <a:buFont typeface="Arial" panose="020B0604020202020204" pitchFamily="34" charset="0"/>
              <a:buChar char="•"/>
            </a:pPr>
            <a:r>
              <a:rPr lang="en-US" kern="0"/>
              <a:t>Tool Execution </a:t>
            </a:r>
            <a:br>
              <a:rPr lang="en-US" kern="0"/>
            </a:br>
            <a:r>
              <a:rPr lang="en-US" kern="0"/>
              <a:t>&amp; Shell Commands</a:t>
            </a:r>
          </a:p>
        </p:txBody>
      </p:sp>
      <p:sp>
        <p:nvSpPr>
          <p:cNvPr id="15" name="Google Shape;743;p91">
            <a:extLst>
              <a:ext uri="{FF2B5EF4-FFF2-40B4-BE49-F238E27FC236}">
                <a16:creationId xmlns:a16="http://schemas.microsoft.com/office/drawing/2014/main" id="{E2D50F61-E0BB-3E61-9EB4-02AB94250F54}"/>
              </a:ext>
            </a:extLst>
          </p:cNvPr>
          <p:cNvSpPr txBox="1">
            <a:spLocks/>
          </p:cNvSpPr>
          <p:nvPr/>
        </p:nvSpPr>
        <p:spPr>
          <a:xfrm>
            <a:off x="9269874" y="5392872"/>
            <a:ext cx="2613865" cy="457200"/>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L="457189" marR="0" lvl="0" indent="-228594" algn="l" rtl="0">
              <a:lnSpc>
                <a:spcPct val="90000"/>
              </a:lnSpc>
              <a:spcBef>
                <a:spcPts val="10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1pPr>
            <a:lvl2pPr marL="914377" marR="0" lvl="1"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2pPr>
            <a:lvl3pPr marL="1371566" marR="0" lvl="2"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3pPr>
            <a:lvl4pPr marL="1828754" marR="0" lvl="3"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4pPr>
            <a:lvl5pPr marL="2285943" marR="0" lvl="4"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5pPr>
            <a:lvl6pPr marL="2743131" marR="0" lvl="5"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6pPr>
            <a:lvl7pPr marL="3200320" marR="0" lvl="6"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7pPr>
            <a:lvl8pPr marL="3657509" marR="0" lvl="7"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8pPr>
            <a:lvl9pPr marL="4114697" marR="0" lvl="8"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9pPr>
          </a:lstStyle>
          <a:p>
            <a:pPr marL="285750" indent="-285750">
              <a:buFont typeface="Arial" panose="020B0604020202020204" pitchFamily="34" charset="0"/>
              <a:buChar char="•"/>
            </a:pPr>
            <a:r>
              <a:rPr lang="en-US" kern="0"/>
              <a:t>MCP server</a:t>
            </a:r>
            <a:br>
              <a:rPr lang="en-US" kern="0"/>
            </a:br>
            <a:r>
              <a:rPr lang="en-US" kern="0"/>
              <a:t>integration</a:t>
            </a:r>
          </a:p>
        </p:txBody>
      </p:sp>
      <p:sp>
        <p:nvSpPr>
          <p:cNvPr id="21" name="Google Shape;743;p91">
            <a:extLst>
              <a:ext uri="{FF2B5EF4-FFF2-40B4-BE49-F238E27FC236}">
                <a16:creationId xmlns:a16="http://schemas.microsoft.com/office/drawing/2014/main" id="{5925A473-F15D-7A3B-4050-C938EF772A0E}"/>
              </a:ext>
            </a:extLst>
          </p:cNvPr>
          <p:cNvSpPr txBox="1">
            <a:spLocks/>
          </p:cNvSpPr>
          <p:nvPr/>
        </p:nvSpPr>
        <p:spPr>
          <a:xfrm>
            <a:off x="9202671" y="4515847"/>
            <a:ext cx="2613865" cy="457200"/>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L="457189" marR="0" lvl="0" indent="-228594" algn="l" rtl="0">
              <a:lnSpc>
                <a:spcPct val="90000"/>
              </a:lnSpc>
              <a:spcBef>
                <a:spcPts val="10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1pPr>
            <a:lvl2pPr marL="914377" marR="0" lvl="1"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2pPr>
            <a:lvl3pPr marL="1371566" marR="0" lvl="2"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3pPr>
            <a:lvl4pPr marL="1828754" marR="0" lvl="3"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4pPr>
            <a:lvl5pPr marL="2285943" marR="0" lvl="4"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5pPr>
            <a:lvl6pPr marL="2743131" marR="0" lvl="5"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6pPr>
            <a:lvl7pPr marL="3200320" marR="0" lvl="6"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7pPr>
            <a:lvl8pPr marL="3657509" marR="0" lvl="7"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8pPr>
            <a:lvl9pPr marL="4114697" marR="0" lvl="8"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9pPr>
          </a:lstStyle>
          <a:p>
            <a:pPr marL="285750" indent="-285750">
              <a:buFont typeface="Arial" panose="020B0604020202020204" pitchFamily="34" charset="0"/>
              <a:buChar char="•"/>
            </a:pPr>
            <a:r>
              <a:rPr lang="en-US" kern="0"/>
              <a:t>Lifecycle</a:t>
            </a:r>
            <a:br>
              <a:rPr lang="en-US" kern="0"/>
            </a:br>
            <a:r>
              <a:rPr lang="en-US" kern="0"/>
              <a:t>event hooks</a:t>
            </a:r>
          </a:p>
        </p:txBody>
      </p:sp>
      <p:sp>
        <p:nvSpPr>
          <p:cNvPr id="30" name="Picture Placeholder 29">
            <a:extLst>
              <a:ext uri="{FF2B5EF4-FFF2-40B4-BE49-F238E27FC236}">
                <a16:creationId xmlns:a16="http://schemas.microsoft.com/office/drawing/2014/main" id="{3DF63CCB-DBA7-63B3-E069-A2D1D94260A5}"/>
              </a:ext>
            </a:extLst>
          </p:cNvPr>
          <p:cNvSpPr>
            <a:spLocks noGrp="1"/>
          </p:cNvSpPr>
          <p:nvPr>
            <p:ph type="pic" sz="quarter" idx="33"/>
          </p:nvPr>
        </p:nvSpPr>
        <p:spPr/>
        <p:txBody>
          <a:bodyPr/>
          <a:lstStyle/>
          <a:p>
            <a:endParaRPr lang="en-US"/>
          </a:p>
        </p:txBody>
      </p:sp>
      <p:pic>
        <p:nvPicPr>
          <p:cNvPr id="31" name="Picture 30">
            <a:extLst>
              <a:ext uri="{FF2B5EF4-FFF2-40B4-BE49-F238E27FC236}">
                <a16:creationId xmlns:a16="http://schemas.microsoft.com/office/drawing/2014/main" id="{59F68DDF-70CC-32D4-6323-EB4A6E46F333}"/>
              </a:ext>
            </a:extLst>
          </p:cNvPr>
          <p:cNvPicPr>
            <a:picLocks noChangeAspect="1"/>
          </p:cNvPicPr>
          <p:nvPr/>
        </p:nvPicPr>
        <p:blipFill>
          <a:blip r:embed="rId4"/>
          <a:srcRect t="243" b="-1"/>
          <a:stretch>
            <a:fillRect/>
          </a:stretch>
        </p:blipFill>
        <p:spPr>
          <a:xfrm>
            <a:off x="154172" y="1767960"/>
            <a:ext cx="5787656" cy="3749796"/>
          </a:xfrm>
          <a:prstGeom prst="roundRect">
            <a:avLst>
              <a:gd name="adj" fmla="val 2951"/>
            </a:avLst>
          </a:prstGeom>
        </p:spPr>
      </p:pic>
      <p:sp>
        <p:nvSpPr>
          <p:cNvPr id="5" name="Google Shape;727;p90">
            <a:extLst>
              <a:ext uri="{FF2B5EF4-FFF2-40B4-BE49-F238E27FC236}">
                <a16:creationId xmlns:a16="http://schemas.microsoft.com/office/drawing/2014/main" id="{126DD24E-3347-B31F-3C12-67BA84081128}"/>
              </a:ext>
            </a:extLst>
          </p:cNvPr>
          <p:cNvSpPr txBox="1">
            <a:spLocks/>
          </p:cNvSpPr>
          <p:nvPr/>
        </p:nvSpPr>
        <p:spPr>
          <a:xfrm>
            <a:off x="6526316" y="5388836"/>
            <a:ext cx="3239700" cy="457200"/>
          </a:xfrm>
          <a:prstGeom prst="rect">
            <a:avLst/>
          </a:prstGeom>
        </p:spPr>
        <p:txBody>
          <a:bodyPr spcFirstLastPara="1" wrap="square" lIns="91425" tIns="45700" rIns="91425" bIns="4570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22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1800"/>
              <a:t>Modes for </a:t>
            </a:r>
            <a:br>
              <a:rPr lang="en-US" sz="1800"/>
            </a:br>
            <a:r>
              <a:rPr lang="en-US" sz="1800"/>
              <a:t>multiple situations</a:t>
            </a:r>
          </a:p>
        </p:txBody>
      </p:sp>
      <p:sp>
        <p:nvSpPr>
          <p:cNvPr id="7" name="Google Shape;743;p91">
            <a:extLst>
              <a:ext uri="{FF2B5EF4-FFF2-40B4-BE49-F238E27FC236}">
                <a16:creationId xmlns:a16="http://schemas.microsoft.com/office/drawing/2014/main" id="{20AE4962-8642-92DC-D8FD-806889BA9F8B}"/>
              </a:ext>
            </a:extLst>
          </p:cNvPr>
          <p:cNvSpPr txBox="1">
            <a:spLocks/>
          </p:cNvSpPr>
          <p:nvPr/>
        </p:nvSpPr>
        <p:spPr>
          <a:xfrm>
            <a:off x="9240467" y="2912336"/>
            <a:ext cx="2613865" cy="457200"/>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L="457189" marR="0" lvl="0" indent="-228594" algn="l" rtl="0">
              <a:lnSpc>
                <a:spcPct val="90000"/>
              </a:lnSpc>
              <a:spcBef>
                <a:spcPts val="10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1pPr>
            <a:lvl2pPr marL="914377" marR="0" lvl="1"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2pPr>
            <a:lvl3pPr marL="1371566" marR="0" lvl="2"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3pPr>
            <a:lvl4pPr marL="1828754" marR="0" lvl="3"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4pPr>
            <a:lvl5pPr marL="2285943" marR="0" lvl="4"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5pPr>
            <a:lvl6pPr marL="2743131" marR="0" lvl="5"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6pPr>
            <a:lvl7pPr marL="3200320" marR="0" lvl="6"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7pPr>
            <a:lvl8pPr marL="3657509" marR="0" lvl="7"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8pPr>
            <a:lvl9pPr marL="4114697" marR="0" lvl="8"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9pPr>
          </a:lstStyle>
          <a:p>
            <a:pPr marL="285750" indent="-285750">
              <a:buFont typeface="Arial" panose="020B0604020202020204" pitchFamily="34" charset="0"/>
              <a:buChar char="•"/>
            </a:pPr>
            <a:r>
              <a:rPr lang="en-US" kern="0"/>
              <a:t>Headless</a:t>
            </a:r>
            <a:br>
              <a:rPr lang="en-US" kern="0"/>
            </a:br>
            <a:r>
              <a:rPr lang="en-US" kern="0"/>
              <a:t>Automation</a:t>
            </a:r>
          </a:p>
        </p:txBody>
      </p:sp>
    </p:spTree>
    <p:extLst>
      <p:ext uri="{BB962C8B-B14F-4D97-AF65-F5344CB8AC3E}">
        <p14:creationId xmlns:p14="http://schemas.microsoft.com/office/powerpoint/2010/main" val="3621248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278AD-3F85-0F83-9AC2-BDC70301C3C2}"/>
            </a:ext>
          </a:extLst>
        </p:cNvPr>
        <p:cNvGrpSpPr/>
        <p:nvPr/>
      </p:nvGrpSpPr>
      <p:grpSpPr>
        <a:xfrm>
          <a:off x="0" y="0"/>
          <a:ext cx="0" cy="0"/>
          <a:chOff x="0" y="0"/>
          <a:chExt cx="0" cy="0"/>
        </a:xfrm>
      </p:grpSpPr>
      <p:pic>
        <p:nvPicPr>
          <p:cNvPr id="21" name="!!bg-black">
            <a:extLst>
              <a:ext uri="{FF2B5EF4-FFF2-40B4-BE49-F238E27FC236}">
                <a16:creationId xmlns:a16="http://schemas.microsoft.com/office/drawing/2014/main" id="{267B799C-EEB3-2318-3E36-85EFD472D9EF}"/>
              </a:ext>
            </a:extLst>
          </p:cNvPr>
          <p:cNvPicPr>
            <a:picLocks noChangeAspect="1"/>
          </p:cNvPicPr>
          <p:nvPr/>
        </p:nvPicPr>
        <p:blipFill>
          <a:blip r:embed="rId3">
            <a:alphaModFix amt="0"/>
          </a:blip>
          <a:srcRect t="10625" b="10625"/>
          <a:stretch>
            <a:fillRect/>
          </a:stretch>
        </p:blipFill>
        <p:spPr>
          <a:xfrm>
            <a:off x="0" y="0"/>
            <a:ext cx="12192000" cy="6858000"/>
          </a:xfrm>
          <a:prstGeom prst="rect">
            <a:avLst/>
          </a:prstGeom>
          <a:solidFill>
            <a:srgbClr val="000000"/>
          </a:solidFill>
        </p:spPr>
      </p:pic>
      <p:pic>
        <p:nvPicPr>
          <p:cNvPr id="45" name="Picture 44" descr="A cartoon of a cat&#10;&#10;AI-generated content may be incorrect.">
            <a:extLst>
              <a:ext uri="{FF2B5EF4-FFF2-40B4-BE49-F238E27FC236}">
                <a16:creationId xmlns:a16="http://schemas.microsoft.com/office/drawing/2014/main" id="{4135B6B9-5386-91AA-79E1-76F894666A06}"/>
              </a:ext>
            </a:extLst>
          </p:cNvPr>
          <p:cNvPicPr>
            <a:picLocks noChangeAspect="1"/>
          </p:cNvPicPr>
          <p:nvPr/>
        </p:nvPicPr>
        <p:blipFill>
          <a:blip r:embed="rId4"/>
          <a:stretch>
            <a:fillRect/>
          </a:stretch>
        </p:blipFill>
        <p:spPr>
          <a:xfrm>
            <a:off x="2016609" y="1586584"/>
            <a:ext cx="1233471" cy="1233471"/>
          </a:xfrm>
          <a:prstGeom prst="rect">
            <a:avLst/>
          </a:prstGeom>
        </p:spPr>
      </p:pic>
      <p:sp>
        <p:nvSpPr>
          <p:cNvPr id="2" name="!!block-full">
            <a:extLst>
              <a:ext uri="{FF2B5EF4-FFF2-40B4-BE49-F238E27FC236}">
                <a16:creationId xmlns:a16="http://schemas.microsoft.com/office/drawing/2014/main" id="{3BD46807-6B24-F09F-206F-12BF0C51C428}"/>
              </a:ext>
            </a:extLst>
          </p:cNvPr>
          <p:cNvSpPr/>
          <p:nvPr/>
        </p:nvSpPr>
        <p:spPr>
          <a:xfrm>
            <a:off x="2109819" y="2463653"/>
            <a:ext cx="7972362" cy="5189948"/>
          </a:xfrm>
          <a:prstGeom prst="roundRect">
            <a:avLst>
              <a:gd name="adj" fmla="val 4642"/>
            </a:avLst>
          </a:prstGeom>
          <a:gradFill flip="none" rotWithShape="1">
            <a:gsLst>
              <a:gs pos="0">
                <a:schemeClr val="bg1"/>
              </a:gs>
              <a:gs pos="100000">
                <a:schemeClr val="bg1">
                  <a:alpha val="0"/>
                </a:schemeClr>
              </a:gs>
            </a:gsLst>
            <a:lin ang="5400000" scaled="1"/>
            <a:tileRect/>
          </a:gradFill>
          <a:ln w="25400">
            <a:gradFill flip="none" rotWithShape="1">
              <a:gsLst>
                <a:gs pos="0">
                  <a:schemeClr val="accent4"/>
                </a:gs>
                <a:gs pos="100000">
                  <a:schemeClr val="accent3">
                    <a:alpha val="1000"/>
                  </a:schemeClr>
                </a:gs>
              </a:gsLst>
              <a:lin ang="5400000" scaled="1"/>
              <a:tileRect/>
            </a:gra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defTabSz="914309">
              <a:defRPr/>
            </a:pPr>
            <a:endParaRPr lang="en-US" sz="5399">
              <a:solidFill>
                <a:srgbClr val="FFFFFF"/>
              </a:solidFill>
              <a:latin typeface="Arial" panose="020B0604020202020204"/>
            </a:endParaRPr>
          </a:p>
        </p:txBody>
      </p:sp>
      <p:sp>
        <p:nvSpPr>
          <p:cNvPr id="32" name="TextBox 31">
            <a:extLst>
              <a:ext uri="{FF2B5EF4-FFF2-40B4-BE49-F238E27FC236}">
                <a16:creationId xmlns:a16="http://schemas.microsoft.com/office/drawing/2014/main" id="{998C7650-F9B8-B754-55DF-7C0CD7D70F81}"/>
              </a:ext>
            </a:extLst>
          </p:cNvPr>
          <p:cNvSpPr txBox="1"/>
          <p:nvPr/>
        </p:nvSpPr>
        <p:spPr>
          <a:xfrm>
            <a:off x="1890370" y="795601"/>
            <a:ext cx="8411277" cy="979627"/>
          </a:xfrm>
          <a:prstGeom prst="rect">
            <a:avLst/>
          </a:prstGeom>
          <a:noFill/>
        </p:spPr>
        <p:txBody>
          <a:bodyPr wrap="none" rtlCol="0">
            <a:spAutoFit/>
          </a:bodyPr>
          <a:lstStyle/>
          <a:p>
            <a:pPr algn="ctr" defTabSz="914309">
              <a:defRPr/>
            </a:pPr>
            <a:r>
              <a:rPr lang="en-US" sz="5766" b="1" spc="-150">
                <a:solidFill>
                  <a:srgbClr val="FFFFFF"/>
                </a:solidFill>
                <a:latin typeface="Aptos" pitchFamily="2" charset="77"/>
                <a:cs typeface="Aptos" pitchFamily="2" charset="77"/>
              </a:rPr>
              <a:t>Many modes. </a:t>
            </a:r>
            <a:r>
              <a:rPr lang="en-US" sz="5766" b="1" spc="-150">
                <a:solidFill>
                  <a:srgbClr val="5EEC83"/>
                </a:solidFill>
                <a:latin typeface="Aptos" pitchFamily="2" charset="77"/>
                <a:cs typeface="Aptos" pitchFamily="2" charset="77"/>
              </a:rPr>
              <a:t>Many use cases.</a:t>
            </a:r>
          </a:p>
        </p:txBody>
      </p:sp>
      <p:sp>
        <p:nvSpPr>
          <p:cNvPr id="7" name="!!Box-03">
            <a:extLst>
              <a:ext uri="{FF2B5EF4-FFF2-40B4-BE49-F238E27FC236}">
                <a16:creationId xmlns:a16="http://schemas.microsoft.com/office/drawing/2014/main" id="{A2CC618E-CBAB-F07C-F252-18B550EA0870}"/>
              </a:ext>
            </a:extLst>
          </p:cNvPr>
          <p:cNvSpPr/>
          <p:nvPr/>
        </p:nvSpPr>
        <p:spPr>
          <a:xfrm>
            <a:off x="7430322" y="2630387"/>
            <a:ext cx="2491276" cy="3279845"/>
          </a:xfrm>
          <a:prstGeom prst="roundRect">
            <a:avLst>
              <a:gd name="adj" fmla="val 4137"/>
            </a:avLst>
          </a:prstGeom>
          <a:gradFill flip="none" rotWithShape="1">
            <a:gsLst>
              <a:gs pos="100000">
                <a:srgbClr val="233523">
                  <a:alpha val="80841"/>
                </a:srgbClr>
              </a:gs>
              <a:gs pos="24000">
                <a:srgbClr val="1A1E1B">
                  <a:alpha val="0"/>
                </a:srgbClr>
              </a:gs>
            </a:gsLst>
            <a:path path="circle">
              <a:fillToRect l="100000" t="100000"/>
            </a:path>
            <a:tileRect r="-100000" b="-100000"/>
          </a:gradFill>
          <a:ln w="25400">
            <a:gradFill flip="none" rotWithShape="1">
              <a:gsLst>
                <a:gs pos="86000">
                  <a:schemeClr val="accent3"/>
                </a:gs>
                <a:gs pos="62000">
                  <a:srgbClr val="232823"/>
                </a:gs>
              </a:gsLst>
              <a:lin ang="135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lIns="240000" tIns="240000" rIns="240000" bIns="240000" rtlCol="0" anchor="b"/>
          <a:lstStyle/>
          <a:p>
            <a:pPr defTabSz="914309">
              <a:lnSpc>
                <a:spcPct val="114000"/>
              </a:lnSpc>
              <a:spcAft>
                <a:spcPts val="333"/>
              </a:spcAft>
              <a:defRPr/>
            </a:pPr>
            <a:r>
              <a:rPr lang="en-US" sz="2400" b="1">
                <a:solidFill>
                  <a:srgbClr val="FFFFFF"/>
                </a:solidFill>
                <a:latin typeface="Aptos" pitchFamily="2" charset="77"/>
                <a:cs typeface="Aptos" pitchFamily="2" charset="77"/>
              </a:rPr>
              <a:t>Server</a:t>
            </a:r>
            <a:endParaRPr lang="en-US" sz="2200" b="1">
              <a:solidFill>
                <a:srgbClr val="FFFFFF"/>
              </a:solidFill>
              <a:latin typeface="Aptos" pitchFamily="2" charset="77"/>
              <a:cs typeface="Aptos" pitchFamily="2" charset="77"/>
            </a:endParaRPr>
          </a:p>
        </p:txBody>
      </p:sp>
      <p:sp>
        <p:nvSpPr>
          <p:cNvPr id="6" name="!!Box-02">
            <a:extLst>
              <a:ext uri="{FF2B5EF4-FFF2-40B4-BE49-F238E27FC236}">
                <a16:creationId xmlns:a16="http://schemas.microsoft.com/office/drawing/2014/main" id="{CA3C99EC-8BC3-5D0A-11D7-BAC410F7787F}"/>
              </a:ext>
            </a:extLst>
          </p:cNvPr>
          <p:cNvSpPr/>
          <p:nvPr/>
        </p:nvSpPr>
        <p:spPr>
          <a:xfrm>
            <a:off x="4871028" y="2630387"/>
            <a:ext cx="2491276" cy="3279845"/>
          </a:xfrm>
          <a:prstGeom prst="roundRect">
            <a:avLst>
              <a:gd name="adj" fmla="val 4137"/>
            </a:avLst>
          </a:prstGeom>
          <a:gradFill flip="none" rotWithShape="1">
            <a:gsLst>
              <a:gs pos="100000">
                <a:srgbClr val="233523">
                  <a:alpha val="93799"/>
                </a:srgbClr>
              </a:gs>
              <a:gs pos="18000">
                <a:srgbClr val="1A1E1B">
                  <a:alpha val="0"/>
                </a:srgbClr>
              </a:gs>
            </a:gsLst>
            <a:path path="circle">
              <a:fillToRect l="100000" t="100000"/>
            </a:path>
            <a:tileRect r="-100000" b="-100000"/>
          </a:gradFill>
          <a:ln w="25400">
            <a:gradFill flip="none" rotWithShape="1">
              <a:gsLst>
                <a:gs pos="86000">
                  <a:schemeClr val="accent3"/>
                </a:gs>
                <a:gs pos="62000">
                  <a:srgbClr val="232823"/>
                </a:gs>
              </a:gsLst>
              <a:lin ang="135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lIns="240000" tIns="240000" rIns="240000" bIns="240000" rtlCol="0" anchor="b"/>
          <a:lstStyle/>
          <a:p>
            <a:pPr defTabSz="914309">
              <a:lnSpc>
                <a:spcPct val="114000"/>
              </a:lnSpc>
              <a:spcAft>
                <a:spcPts val="333"/>
              </a:spcAft>
              <a:defRPr/>
            </a:pPr>
            <a:r>
              <a:rPr lang="en-US" sz="2400" b="1">
                <a:solidFill>
                  <a:srgbClr val="FFFFFF"/>
                </a:solidFill>
                <a:latin typeface="Aptos" pitchFamily="2" charset="77"/>
                <a:cs typeface="Aptos" pitchFamily="2" charset="77"/>
              </a:rPr>
              <a:t>Headless</a:t>
            </a:r>
            <a:endParaRPr lang="en-US" sz="2200" b="1">
              <a:solidFill>
                <a:srgbClr val="FFFFFF"/>
              </a:solidFill>
              <a:latin typeface="Aptos" pitchFamily="2" charset="77"/>
              <a:cs typeface="Aptos" pitchFamily="2" charset="77"/>
            </a:endParaRPr>
          </a:p>
        </p:txBody>
      </p:sp>
      <p:sp>
        <p:nvSpPr>
          <p:cNvPr id="14" name="!!Box-01">
            <a:extLst>
              <a:ext uri="{FF2B5EF4-FFF2-40B4-BE49-F238E27FC236}">
                <a16:creationId xmlns:a16="http://schemas.microsoft.com/office/drawing/2014/main" id="{9E4A5FB6-7DD0-134F-72B1-FED6D21F9284}"/>
              </a:ext>
            </a:extLst>
          </p:cNvPr>
          <p:cNvSpPr/>
          <p:nvPr/>
        </p:nvSpPr>
        <p:spPr>
          <a:xfrm>
            <a:off x="2323963" y="2630387"/>
            <a:ext cx="2491276" cy="3279845"/>
          </a:xfrm>
          <a:prstGeom prst="roundRect">
            <a:avLst>
              <a:gd name="adj" fmla="val 4137"/>
            </a:avLst>
          </a:prstGeom>
          <a:gradFill flip="none" rotWithShape="1">
            <a:gsLst>
              <a:gs pos="100000">
                <a:srgbClr val="233523"/>
              </a:gs>
              <a:gs pos="6000">
                <a:srgbClr val="1A1E1B">
                  <a:alpha val="0"/>
                </a:srgbClr>
              </a:gs>
            </a:gsLst>
            <a:path path="circle">
              <a:fillToRect l="100000" t="100000"/>
            </a:path>
            <a:tileRect r="-100000" b="-100000"/>
          </a:gradFill>
          <a:ln w="25400">
            <a:gradFill flip="none" rotWithShape="1">
              <a:gsLst>
                <a:gs pos="86000">
                  <a:schemeClr val="accent3"/>
                </a:gs>
                <a:gs pos="62000">
                  <a:srgbClr val="232823"/>
                </a:gs>
              </a:gsLst>
              <a:lin ang="135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lIns="240000" tIns="240000" rIns="240000" bIns="240000" rtlCol="0" anchor="b"/>
          <a:lstStyle/>
          <a:p>
            <a:pPr defTabSz="914309">
              <a:lnSpc>
                <a:spcPct val="114000"/>
              </a:lnSpc>
              <a:spcAft>
                <a:spcPts val="333"/>
              </a:spcAft>
              <a:defRPr/>
            </a:pPr>
            <a:r>
              <a:rPr lang="en-US" sz="2400" b="1" dirty="0">
                <a:solidFill>
                  <a:srgbClr val="FFFFFF"/>
                </a:solidFill>
                <a:latin typeface="Aptos" pitchFamily="2" charset="77"/>
                <a:cs typeface="Aptos" pitchFamily="2" charset="77"/>
              </a:rPr>
              <a:t>Interactive</a:t>
            </a:r>
            <a:endParaRPr lang="en-US" sz="2200" b="1" dirty="0">
              <a:solidFill>
                <a:srgbClr val="FFFFFF"/>
              </a:solidFill>
              <a:latin typeface="Aptos" pitchFamily="2" charset="77"/>
              <a:cs typeface="Aptos" pitchFamily="2" charset="77"/>
            </a:endParaRPr>
          </a:p>
        </p:txBody>
      </p:sp>
      <p:pic>
        <p:nvPicPr>
          <p:cNvPr id="33" name="Picture 32" descr="A blue and purple robot with yellow eyes and a sun&#10;&#10;AI-generated content may be incorrect.">
            <a:extLst>
              <a:ext uri="{FF2B5EF4-FFF2-40B4-BE49-F238E27FC236}">
                <a16:creationId xmlns:a16="http://schemas.microsoft.com/office/drawing/2014/main" id="{7EA73A43-C6A9-CACD-7BF7-13CF8017B1C5}"/>
              </a:ext>
            </a:extLst>
          </p:cNvPr>
          <p:cNvPicPr>
            <a:picLocks noChangeAspect="1"/>
          </p:cNvPicPr>
          <p:nvPr/>
        </p:nvPicPr>
        <p:blipFill>
          <a:blip r:embed="rId5">
            <a:alphaModFix/>
          </a:blip>
          <a:stretch>
            <a:fillRect/>
          </a:stretch>
        </p:blipFill>
        <p:spPr>
          <a:xfrm flipH="1">
            <a:off x="9384648" y="4194178"/>
            <a:ext cx="3199307" cy="3199307"/>
          </a:xfrm>
          <a:prstGeom prst="rect">
            <a:avLst/>
          </a:prstGeom>
        </p:spPr>
      </p:pic>
      <p:pic>
        <p:nvPicPr>
          <p:cNvPr id="5" name="Image 0" descr="preencoded.png">
            <a:extLst>
              <a:ext uri="{FF2B5EF4-FFF2-40B4-BE49-F238E27FC236}">
                <a16:creationId xmlns:a16="http://schemas.microsoft.com/office/drawing/2014/main" id="{EB16DD2F-7C1E-4FB2-07C3-41C72E5844AE}"/>
              </a:ext>
            </a:extLst>
          </p:cNvPr>
          <p:cNvPicPr>
            <a:picLocks noChangeAspect="1"/>
          </p:cNvPicPr>
          <p:nvPr/>
        </p:nvPicPr>
        <p:blipFill>
          <a:blip r:embed="rId6">
            <a:duotone>
              <a:schemeClr val="bg2">
                <a:shade val="45000"/>
                <a:satMod val="135000"/>
              </a:schemeClr>
              <a:prstClr val="white"/>
            </a:duotone>
          </a:blip>
          <a:stretch>
            <a:fillRect/>
          </a:stretch>
        </p:blipFill>
        <p:spPr>
          <a:xfrm>
            <a:off x="2518099" y="2815598"/>
            <a:ext cx="400783" cy="400783"/>
          </a:xfrm>
          <a:prstGeom prst="rect">
            <a:avLst/>
          </a:prstGeom>
        </p:spPr>
      </p:pic>
      <p:pic>
        <p:nvPicPr>
          <p:cNvPr id="10" name="Image 1" descr="preencoded.png">
            <a:extLst>
              <a:ext uri="{FF2B5EF4-FFF2-40B4-BE49-F238E27FC236}">
                <a16:creationId xmlns:a16="http://schemas.microsoft.com/office/drawing/2014/main" id="{3DCEB226-7EE7-0265-69C7-43D03C1370B1}"/>
              </a:ext>
            </a:extLst>
          </p:cNvPr>
          <p:cNvPicPr>
            <a:picLocks noChangeAspect="1"/>
          </p:cNvPicPr>
          <p:nvPr/>
        </p:nvPicPr>
        <p:blipFill>
          <a:blip r:embed="rId7">
            <a:duotone>
              <a:schemeClr val="bg2">
                <a:shade val="45000"/>
                <a:satMod val="135000"/>
              </a:schemeClr>
              <a:prstClr val="white"/>
            </a:duotone>
          </a:blip>
          <a:stretch>
            <a:fillRect/>
          </a:stretch>
        </p:blipFill>
        <p:spPr>
          <a:xfrm>
            <a:off x="5059457" y="2820055"/>
            <a:ext cx="439765" cy="439765"/>
          </a:xfrm>
          <a:prstGeom prst="rect">
            <a:avLst/>
          </a:prstGeom>
        </p:spPr>
      </p:pic>
      <p:pic>
        <p:nvPicPr>
          <p:cNvPr id="15" name="Image 2" descr="preencoded.png">
            <a:extLst>
              <a:ext uri="{FF2B5EF4-FFF2-40B4-BE49-F238E27FC236}">
                <a16:creationId xmlns:a16="http://schemas.microsoft.com/office/drawing/2014/main" id="{D116E163-A305-A02B-58A8-999810DC8418}"/>
              </a:ext>
            </a:extLst>
          </p:cNvPr>
          <p:cNvPicPr>
            <a:picLocks noChangeAspect="1"/>
          </p:cNvPicPr>
          <p:nvPr/>
        </p:nvPicPr>
        <p:blipFill>
          <a:blip r:embed="rId8">
            <a:duotone>
              <a:schemeClr val="bg2">
                <a:shade val="45000"/>
                <a:satMod val="135000"/>
              </a:schemeClr>
              <a:prstClr val="white"/>
            </a:duotone>
          </a:blip>
          <a:stretch>
            <a:fillRect/>
          </a:stretch>
        </p:blipFill>
        <p:spPr>
          <a:xfrm>
            <a:off x="7621365" y="2807722"/>
            <a:ext cx="439765" cy="439765"/>
          </a:xfrm>
          <a:prstGeom prst="rect">
            <a:avLst/>
          </a:prstGeom>
        </p:spPr>
      </p:pic>
      <p:sp>
        <p:nvSpPr>
          <p:cNvPr id="28" name="TextBox 27">
            <a:extLst>
              <a:ext uri="{FF2B5EF4-FFF2-40B4-BE49-F238E27FC236}">
                <a16:creationId xmlns:a16="http://schemas.microsoft.com/office/drawing/2014/main" id="{BD976311-61A0-A295-6610-043799EBD01D}"/>
              </a:ext>
            </a:extLst>
          </p:cNvPr>
          <p:cNvSpPr txBox="1"/>
          <p:nvPr/>
        </p:nvSpPr>
        <p:spPr>
          <a:xfrm>
            <a:off x="2418038" y="4192931"/>
            <a:ext cx="2251076" cy="646331"/>
          </a:xfrm>
          <a:prstGeom prst="rect">
            <a:avLst/>
          </a:prstGeom>
          <a:noFill/>
        </p:spPr>
        <p:txBody>
          <a:bodyPr wrap="square">
            <a:spAutoFit/>
          </a:bodyPr>
          <a:lstStyle/>
          <a:p>
            <a:r>
              <a:rPr lang="en-US" sz="1200">
                <a:latin typeface="Arial" pitchFamily="34" charset="0"/>
                <a:ea typeface="Arial" pitchFamily="34" charset="-122"/>
                <a:cs typeface="Arial" pitchFamily="34" charset="-120"/>
              </a:rPr>
              <a:t>User runs CLI locally on their machine with full interactive UI and prompts</a:t>
            </a:r>
            <a:endParaRPr lang="en-US" sz="1200"/>
          </a:p>
        </p:txBody>
      </p:sp>
      <p:sp>
        <p:nvSpPr>
          <p:cNvPr id="30" name="Shape 5">
            <a:extLst>
              <a:ext uri="{FF2B5EF4-FFF2-40B4-BE49-F238E27FC236}">
                <a16:creationId xmlns:a16="http://schemas.microsoft.com/office/drawing/2014/main" id="{747F073F-2466-7E53-693D-EDCF1671A191}"/>
              </a:ext>
            </a:extLst>
          </p:cNvPr>
          <p:cNvSpPr/>
          <p:nvPr/>
        </p:nvSpPr>
        <p:spPr>
          <a:xfrm>
            <a:off x="2492057" y="3637962"/>
            <a:ext cx="2177056" cy="341376"/>
          </a:xfrm>
          <a:prstGeom prst="rect">
            <a:avLst/>
          </a:prstGeom>
          <a:solidFill>
            <a:srgbClr val="00B050"/>
          </a:solidFill>
          <a:ln/>
        </p:spPr>
        <p:txBody>
          <a:bodyPr/>
          <a:lstStyle/>
          <a:p>
            <a:endParaRPr lang="en-US" sz="1200"/>
          </a:p>
        </p:txBody>
      </p:sp>
      <p:sp>
        <p:nvSpPr>
          <p:cNvPr id="31" name="Text 6">
            <a:extLst>
              <a:ext uri="{FF2B5EF4-FFF2-40B4-BE49-F238E27FC236}">
                <a16:creationId xmlns:a16="http://schemas.microsoft.com/office/drawing/2014/main" id="{CA180CF0-DBE5-EF83-EDA8-218794E4C730}"/>
              </a:ext>
            </a:extLst>
          </p:cNvPr>
          <p:cNvSpPr/>
          <p:nvPr/>
        </p:nvSpPr>
        <p:spPr>
          <a:xfrm>
            <a:off x="2492057" y="3637962"/>
            <a:ext cx="2177056" cy="341376"/>
          </a:xfrm>
          <a:prstGeom prst="rect">
            <a:avLst/>
          </a:prstGeom>
          <a:noFill/>
          <a:ln/>
        </p:spPr>
        <p:txBody>
          <a:bodyPr wrap="square" rtlCol="0" anchor="ctr"/>
          <a:lstStyle/>
          <a:p>
            <a:pPr algn="ctr"/>
            <a:r>
              <a:rPr lang="en-US" sz="1333">
                <a:latin typeface="Consolas" pitchFamily="34" charset="0"/>
                <a:ea typeface="Consolas" pitchFamily="34" charset="-122"/>
                <a:cs typeface="Consolas" pitchFamily="34" charset="-120"/>
              </a:rPr>
              <a:t>copilot</a:t>
            </a:r>
            <a:endParaRPr lang="en-US" sz="1333"/>
          </a:p>
        </p:txBody>
      </p:sp>
      <p:sp>
        <p:nvSpPr>
          <p:cNvPr id="36" name="TextBox 35">
            <a:extLst>
              <a:ext uri="{FF2B5EF4-FFF2-40B4-BE49-F238E27FC236}">
                <a16:creationId xmlns:a16="http://schemas.microsoft.com/office/drawing/2014/main" id="{C62A68F1-2636-DE04-6AF7-6638CE69CD87}"/>
              </a:ext>
            </a:extLst>
          </p:cNvPr>
          <p:cNvSpPr txBox="1"/>
          <p:nvPr/>
        </p:nvSpPr>
        <p:spPr>
          <a:xfrm>
            <a:off x="4941494" y="4192931"/>
            <a:ext cx="2251076" cy="646331"/>
          </a:xfrm>
          <a:prstGeom prst="rect">
            <a:avLst/>
          </a:prstGeom>
          <a:noFill/>
        </p:spPr>
        <p:txBody>
          <a:bodyPr wrap="square">
            <a:spAutoFit/>
          </a:bodyPr>
          <a:lstStyle/>
          <a:p>
            <a:r>
              <a:rPr lang="en-US" sz="1200">
                <a:latin typeface="Arial" pitchFamily="34" charset="0"/>
                <a:cs typeface="Arial" pitchFamily="34" charset="-120"/>
              </a:rPr>
              <a:t>Non-interactive execution for automation pipelines and CI/CD workflows</a:t>
            </a:r>
          </a:p>
        </p:txBody>
      </p:sp>
      <p:sp>
        <p:nvSpPr>
          <p:cNvPr id="37" name="Shape 5">
            <a:extLst>
              <a:ext uri="{FF2B5EF4-FFF2-40B4-BE49-F238E27FC236}">
                <a16:creationId xmlns:a16="http://schemas.microsoft.com/office/drawing/2014/main" id="{7FEAA9A1-06C8-5776-595A-837CB21C92D2}"/>
              </a:ext>
            </a:extLst>
          </p:cNvPr>
          <p:cNvSpPr/>
          <p:nvPr/>
        </p:nvSpPr>
        <p:spPr>
          <a:xfrm>
            <a:off x="5015513" y="3637962"/>
            <a:ext cx="2177056" cy="341376"/>
          </a:xfrm>
          <a:prstGeom prst="rect">
            <a:avLst/>
          </a:prstGeom>
          <a:solidFill>
            <a:srgbClr val="00B050"/>
          </a:solidFill>
          <a:ln/>
        </p:spPr>
        <p:txBody>
          <a:bodyPr/>
          <a:lstStyle/>
          <a:p>
            <a:endParaRPr lang="en-US" sz="2400"/>
          </a:p>
        </p:txBody>
      </p:sp>
      <p:sp>
        <p:nvSpPr>
          <p:cNvPr id="39" name="Text 6">
            <a:extLst>
              <a:ext uri="{FF2B5EF4-FFF2-40B4-BE49-F238E27FC236}">
                <a16:creationId xmlns:a16="http://schemas.microsoft.com/office/drawing/2014/main" id="{5ED7F466-84AD-A814-A099-91FDB12FCD34}"/>
              </a:ext>
            </a:extLst>
          </p:cNvPr>
          <p:cNvSpPr/>
          <p:nvPr/>
        </p:nvSpPr>
        <p:spPr>
          <a:xfrm>
            <a:off x="5015513" y="3637962"/>
            <a:ext cx="2177056" cy="341376"/>
          </a:xfrm>
          <a:prstGeom prst="rect">
            <a:avLst/>
          </a:prstGeom>
          <a:noFill/>
          <a:ln/>
        </p:spPr>
        <p:txBody>
          <a:bodyPr wrap="square" rtlCol="0" anchor="ctr"/>
          <a:lstStyle/>
          <a:p>
            <a:pPr algn="ctr"/>
            <a:r>
              <a:rPr lang="en-US" sz="1200">
                <a:latin typeface="Consolas" pitchFamily="34" charset="0"/>
                <a:ea typeface="Consolas" pitchFamily="34" charset="-122"/>
                <a:cs typeface="Consolas" pitchFamily="34" charset="-120"/>
              </a:rPr>
              <a:t>copilot –p</a:t>
            </a:r>
            <a:endParaRPr lang="en-US" sz="1200"/>
          </a:p>
        </p:txBody>
      </p:sp>
      <p:sp>
        <p:nvSpPr>
          <p:cNvPr id="40" name="TextBox 39">
            <a:extLst>
              <a:ext uri="{FF2B5EF4-FFF2-40B4-BE49-F238E27FC236}">
                <a16:creationId xmlns:a16="http://schemas.microsoft.com/office/drawing/2014/main" id="{585F52A2-0DDB-554C-DCAD-1D48F0E926DE}"/>
              </a:ext>
            </a:extLst>
          </p:cNvPr>
          <p:cNvSpPr txBox="1"/>
          <p:nvPr/>
        </p:nvSpPr>
        <p:spPr>
          <a:xfrm>
            <a:off x="7501142" y="4192931"/>
            <a:ext cx="2251076" cy="646331"/>
          </a:xfrm>
          <a:prstGeom prst="rect">
            <a:avLst/>
          </a:prstGeom>
          <a:noFill/>
        </p:spPr>
        <p:txBody>
          <a:bodyPr wrap="square">
            <a:spAutoFit/>
          </a:bodyPr>
          <a:lstStyle/>
          <a:p>
            <a:r>
              <a:rPr lang="en-US" sz="1200">
                <a:latin typeface="Arial" pitchFamily="34" charset="0"/>
                <a:ea typeface="Arial" pitchFamily="34" charset="-122"/>
                <a:cs typeface="Arial" pitchFamily="34" charset="-120"/>
              </a:rPr>
              <a:t>Exposes JSON-RPC port for external clients to drive CLI functionality remotely</a:t>
            </a:r>
            <a:endParaRPr lang="en-US" sz="1200"/>
          </a:p>
        </p:txBody>
      </p:sp>
      <p:sp>
        <p:nvSpPr>
          <p:cNvPr id="41" name="Shape 5">
            <a:extLst>
              <a:ext uri="{FF2B5EF4-FFF2-40B4-BE49-F238E27FC236}">
                <a16:creationId xmlns:a16="http://schemas.microsoft.com/office/drawing/2014/main" id="{CCEEE1EA-3C25-BF84-38C1-FD00D76605DC}"/>
              </a:ext>
            </a:extLst>
          </p:cNvPr>
          <p:cNvSpPr/>
          <p:nvPr/>
        </p:nvSpPr>
        <p:spPr>
          <a:xfrm>
            <a:off x="7575161" y="3637962"/>
            <a:ext cx="2177056" cy="341376"/>
          </a:xfrm>
          <a:prstGeom prst="rect">
            <a:avLst/>
          </a:prstGeom>
          <a:solidFill>
            <a:srgbClr val="00B050"/>
          </a:solidFill>
          <a:ln/>
        </p:spPr>
        <p:txBody>
          <a:bodyPr/>
          <a:lstStyle/>
          <a:p>
            <a:endParaRPr lang="en-US" sz="2400"/>
          </a:p>
        </p:txBody>
      </p:sp>
      <p:sp>
        <p:nvSpPr>
          <p:cNvPr id="42" name="Text 6">
            <a:extLst>
              <a:ext uri="{FF2B5EF4-FFF2-40B4-BE49-F238E27FC236}">
                <a16:creationId xmlns:a16="http://schemas.microsoft.com/office/drawing/2014/main" id="{C4AC2D8F-4B8F-F82F-B469-E19BED65BFFD}"/>
              </a:ext>
            </a:extLst>
          </p:cNvPr>
          <p:cNvSpPr/>
          <p:nvPr/>
        </p:nvSpPr>
        <p:spPr>
          <a:xfrm>
            <a:off x="7575161" y="3637962"/>
            <a:ext cx="2177056" cy="341376"/>
          </a:xfrm>
          <a:prstGeom prst="rect">
            <a:avLst/>
          </a:prstGeom>
          <a:noFill/>
          <a:ln/>
        </p:spPr>
        <p:txBody>
          <a:bodyPr wrap="square" rtlCol="0" anchor="ctr"/>
          <a:lstStyle/>
          <a:p>
            <a:pPr algn="ctr"/>
            <a:r>
              <a:rPr lang="en-US" sz="1200">
                <a:latin typeface="Consolas" pitchFamily="34" charset="0"/>
                <a:ea typeface="Consolas" pitchFamily="34" charset="-122"/>
                <a:cs typeface="Consolas" pitchFamily="34" charset="-120"/>
              </a:rPr>
              <a:t>copilot --server</a:t>
            </a:r>
            <a:endParaRPr lang="en-US" sz="1200"/>
          </a:p>
        </p:txBody>
      </p:sp>
    </p:spTree>
    <p:extLst>
      <p:ext uri="{BB962C8B-B14F-4D97-AF65-F5344CB8AC3E}">
        <p14:creationId xmlns:p14="http://schemas.microsoft.com/office/powerpoint/2010/main" val="156406520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par>
                                <p:cTn id="8" presetID="0" presetClass="path" presetSubtype="0" accel="50000" decel="50000" fill="hold" nodeType="withEffect">
                                  <p:stCondLst>
                                    <p:cond delay="0"/>
                                  </p:stCondLst>
                                  <p:childTnLst>
                                    <p:animMotion origin="layout" path="M 0.0003 0.12037 L 1.80556E-6 -2.34568E-6 " pathEditMode="relative" rAng="0" ptsTypes="AA">
                                      <p:cBhvr>
                                        <p:cTn id="9" dur="1000" fill="hold"/>
                                        <p:tgtEl>
                                          <p:spTgt spid="45"/>
                                        </p:tgtEl>
                                        <p:attrNameLst>
                                          <p:attrName>ppt_x</p:attrName>
                                          <p:attrName>ppt_y</p:attrName>
                                        </p:attrNameLst>
                                      </p:cBhvr>
                                      <p:rCtr x="-17" y="-6019"/>
                                    </p:animMotion>
                                  </p:childTnLst>
                                </p:cTn>
                              </p:par>
                              <p:par>
                                <p:cTn id="10" presetID="10" presetClass="entr" presetSubtype="0" fill="hold" nodeType="with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500"/>
                                        <p:tgtEl>
                                          <p:spTgt spid="33"/>
                                        </p:tgtEl>
                                      </p:cBhvr>
                                    </p:animEffect>
                                  </p:childTnLst>
                                </p:cTn>
                              </p:par>
                              <p:par>
                                <p:cTn id="13" presetID="0" presetClass="path" presetSubtype="0" accel="50000" decel="50000" fill="hold" nodeType="withEffect">
                                  <p:stCondLst>
                                    <p:cond delay="0"/>
                                  </p:stCondLst>
                                  <p:childTnLst>
                                    <p:animMotion origin="layout" path="M 0.08555 0.125 L 1.04167E-6 3.58025E-6 " pathEditMode="relative" rAng="0" ptsTypes="AA">
                                      <p:cBhvr>
                                        <p:cTn id="14" dur="1000" fill="hold"/>
                                        <p:tgtEl>
                                          <p:spTgt spid="33"/>
                                        </p:tgtEl>
                                        <p:attrNameLst>
                                          <p:attrName>ppt_x</p:attrName>
                                          <p:attrName>ppt_y</p:attrName>
                                        </p:attrNameLst>
                                      </p:cBhvr>
                                      <p:rCtr x="-4280" y="-625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6BA3E61-E184-A5E9-EFB4-0D649694F96E}"/>
              </a:ext>
            </a:extLst>
          </p:cNvPr>
          <p:cNvSpPr>
            <a:spLocks noGrp="1"/>
          </p:cNvSpPr>
          <p:nvPr>
            <p:ph type="body" sz="quarter" idx="22"/>
          </p:nvPr>
        </p:nvSpPr>
        <p:spPr/>
        <p:txBody>
          <a:bodyPr/>
          <a:lstStyle/>
          <a:p>
            <a:r>
              <a:rPr lang="en-US"/>
              <a:t>Windows (</a:t>
            </a:r>
            <a:r>
              <a:rPr lang="en-US" err="1"/>
              <a:t>WinGet</a:t>
            </a:r>
            <a:r>
              <a:rPr lang="en-US"/>
              <a:t>)</a:t>
            </a:r>
          </a:p>
        </p:txBody>
      </p:sp>
      <p:sp>
        <p:nvSpPr>
          <p:cNvPr id="3" name="Text Placeholder 2">
            <a:extLst>
              <a:ext uri="{FF2B5EF4-FFF2-40B4-BE49-F238E27FC236}">
                <a16:creationId xmlns:a16="http://schemas.microsoft.com/office/drawing/2014/main" id="{784285D1-117E-E712-592A-6A640C5D124B}"/>
              </a:ext>
            </a:extLst>
          </p:cNvPr>
          <p:cNvSpPr>
            <a:spLocks noGrp="1"/>
          </p:cNvSpPr>
          <p:nvPr>
            <p:ph type="body" sz="quarter" idx="23"/>
          </p:nvPr>
        </p:nvSpPr>
        <p:spPr/>
        <p:txBody>
          <a:bodyPr/>
          <a:lstStyle/>
          <a:p>
            <a:r>
              <a:rPr lang="en-US" err="1">
                <a:latin typeface="Consolas" panose="02000009000000000000" pitchFamily="49" charset="0"/>
                <a:ea typeface="Consolas" panose="02000009000000000000" pitchFamily="49" charset="0"/>
                <a:cs typeface="Consolas" panose="02000009000000000000" pitchFamily="49" charset="0"/>
              </a:rPr>
              <a:t>winget</a:t>
            </a:r>
            <a:r>
              <a:rPr lang="en-US">
                <a:latin typeface="Consolas" panose="02000009000000000000" pitchFamily="49" charset="0"/>
                <a:ea typeface="Consolas" panose="02000009000000000000" pitchFamily="49" charset="0"/>
                <a:cs typeface="Consolas" panose="02000009000000000000" pitchFamily="49" charset="0"/>
              </a:rPr>
              <a:t> install </a:t>
            </a:r>
            <a:r>
              <a:rPr lang="en-US" err="1">
                <a:latin typeface="Consolas" panose="02000009000000000000" pitchFamily="49" charset="0"/>
                <a:ea typeface="Consolas" panose="02000009000000000000" pitchFamily="49" charset="0"/>
                <a:cs typeface="Consolas" panose="02000009000000000000" pitchFamily="49" charset="0"/>
              </a:rPr>
              <a:t>GitHub.Copilot</a:t>
            </a:r>
            <a:endParaRPr lang="en-US">
              <a:latin typeface="Consolas" panose="02000009000000000000" pitchFamily="49" charset="0"/>
              <a:ea typeface="Consolas" panose="02000009000000000000" pitchFamily="49" charset="0"/>
              <a:cs typeface="Consolas" panose="02000009000000000000" pitchFamily="49" charset="0"/>
            </a:endParaRPr>
          </a:p>
        </p:txBody>
      </p:sp>
      <p:sp>
        <p:nvSpPr>
          <p:cNvPr id="5" name="Text Placeholder 4">
            <a:extLst>
              <a:ext uri="{FF2B5EF4-FFF2-40B4-BE49-F238E27FC236}">
                <a16:creationId xmlns:a16="http://schemas.microsoft.com/office/drawing/2014/main" id="{32B1D7C9-5293-5897-11AC-F8A6CF595B4D}"/>
              </a:ext>
            </a:extLst>
          </p:cNvPr>
          <p:cNvSpPr>
            <a:spLocks noGrp="1"/>
          </p:cNvSpPr>
          <p:nvPr>
            <p:ph type="body" sz="quarter" idx="26"/>
          </p:nvPr>
        </p:nvSpPr>
        <p:spPr/>
        <p:txBody>
          <a:bodyPr/>
          <a:lstStyle/>
          <a:p>
            <a:r>
              <a:rPr lang="en-US"/>
              <a:t>macOS / Linux (Homebrew)</a:t>
            </a:r>
          </a:p>
        </p:txBody>
      </p:sp>
      <p:sp>
        <p:nvSpPr>
          <p:cNvPr id="6" name="Text Placeholder 5">
            <a:extLst>
              <a:ext uri="{FF2B5EF4-FFF2-40B4-BE49-F238E27FC236}">
                <a16:creationId xmlns:a16="http://schemas.microsoft.com/office/drawing/2014/main" id="{58A00313-153D-7FD7-2718-3010D5260824}"/>
              </a:ext>
            </a:extLst>
          </p:cNvPr>
          <p:cNvSpPr>
            <a:spLocks noGrp="1"/>
          </p:cNvSpPr>
          <p:nvPr>
            <p:ph type="body" sz="quarter" idx="27"/>
          </p:nvPr>
        </p:nvSpPr>
        <p:spPr/>
        <p:txBody>
          <a:bodyPr/>
          <a:lstStyle/>
          <a:p>
            <a:r>
              <a:rPr lang="en-US">
                <a:latin typeface="Consolas" panose="02000009000000000000" pitchFamily="49" charset="0"/>
                <a:ea typeface="Consolas" panose="02000009000000000000" pitchFamily="49" charset="0"/>
                <a:cs typeface="Consolas" panose="02000009000000000000" pitchFamily="49" charset="0"/>
              </a:rPr>
              <a:t>brew install copilot-cli</a:t>
            </a:r>
          </a:p>
        </p:txBody>
      </p:sp>
      <p:sp>
        <p:nvSpPr>
          <p:cNvPr id="8" name="Text Placeholder 7">
            <a:extLst>
              <a:ext uri="{FF2B5EF4-FFF2-40B4-BE49-F238E27FC236}">
                <a16:creationId xmlns:a16="http://schemas.microsoft.com/office/drawing/2014/main" id="{51E4E921-DA6F-C643-9A18-956BD3F2A392}"/>
              </a:ext>
            </a:extLst>
          </p:cNvPr>
          <p:cNvSpPr>
            <a:spLocks noGrp="1"/>
          </p:cNvSpPr>
          <p:nvPr>
            <p:ph type="body" sz="quarter" idx="29"/>
          </p:nvPr>
        </p:nvSpPr>
        <p:spPr/>
        <p:txBody>
          <a:bodyPr/>
          <a:lstStyle/>
          <a:p>
            <a:r>
              <a:rPr lang="en-US"/>
              <a:t>Any OS (</a:t>
            </a:r>
            <a:r>
              <a:rPr lang="en-US" err="1"/>
              <a:t>npm</a:t>
            </a:r>
            <a:r>
              <a:rPr lang="en-US"/>
              <a:t>, Node.js ≥ 22)</a:t>
            </a:r>
          </a:p>
        </p:txBody>
      </p:sp>
      <p:sp>
        <p:nvSpPr>
          <p:cNvPr id="9" name="Text Placeholder 8">
            <a:extLst>
              <a:ext uri="{FF2B5EF4-FFF2-40B4-BE49-F238E27FC236}">
                <a16:creationId xmlns:a16="http://schemas.microsoft.com/office/drawing/2014/main" id="{9DA302A3-7F61-68F6-B0EE-EA76EFDEDA62}"/>
              </a:ext>
            </a:extLst>
          </p:cNvPr>
          <p:cNvSpPr>
            <a:spLocks noGrp="1"/>
          </p:cNvSpPr>
          <p:nvPr>
            <p:ph type="body" sz="quarter" idx="30"/>
          </p:nvPr>
        </p:nvSpPr>
        <p:spPr/>
        <p:txBody>
          <a:bodyPr/>
          <a:lstStyle/>
          <a:p>
            <a:r>
              <a:rPr lang="en-US" err="1">
                <a:latin typeface="Consolas" panose="02000009000000000000" pitchFamily="49" charset="0"/>
                <a:ea typeface="Consolas" panose="02000009000000000000" pitchFamily="49" charset="0"/>
                <a:cs typeface="Consolas" panose="02000009000000000000" pitchFamily="49" charset="0"/>
              </a:rPr>
              <a:t>npm</a:t>
            </a:r>
            <a:r>
              <a:rPr lang="en-US">
                <a:latin typeface="Consolas" panose="02000009000000000000" pitchFamily="49" charset="0"/>
                <a:ea typeface="Consolas" panose="02000009000000000000" pitchFamily="49" charset="0"/>
                <a:cs typeface="Consolas" panose="02000009000000000000" pitchFamily="49" charset="0"/>
              </a:rPr>
              <a:t> install –g @github/copilot</a:t>
            </a:r>
          </a:p>
        </p:txBody>
      </p:sp>
      <p:sp>
        <p:nvSpPr>
          <p:cNvPr id="11" name="Title 10">
            <a:extLst>
              <a:ext uri="{FF2B5EF4-FFF2-40B4-BE49-F238E27FC236}">
                <a16:creationId xmlns:a16="http://schemas.microsoft.com/office/drawing/2014/main" id="{E3E52814-4D98-4863-AE46-1DC351F89F80}"/>
              </a:ext>
            </a:extLst>
          </p:cNvPr>
          <p:cNvSpPr>
            <a:spLocks noGrp="1"/>
          </p:cNvSpPr>
          <p:nvPr>
            <p:ph type="ctrTitle"/>
          </p:nvPr>
        </p:nvSpPr>
        <p:spPr/>
        <p:txBody>
          <a:bodyPr/>
          <a:lstStyle/>
          <a:p>
            <a:r>
              <a:rPr lang="en-US"/>
              <a:t>Installation</a:t>
            </a:r>
          </a:p>
        </p:txBody>
      </p:sp>
      <p:sp>
        <p:nvSpPr>
          <p:cNvPr id="12" name="Text Placeholder 11">
            <a:extLst>
              <a:ext uri="{FF2B5EF4-FFF2-40B4-BE49-F238E27FC236}">
                <a16:creationId xmlns:a16="http://schemas.microsoft.com/office/drawing/2014/main" id="{30EE887A-0BB6-4761-0F85-DA21E7B19184}"/>
              </a:ext>
            </a:extLst>
          </p:cNvPr>
          <p:cNvSpPr>
            <a:spLocks noGrp="1"/>
          </p:cNvSpPr>
          <p:nvPr>
            <p:ph type="body" sz="quarter" idx="32"/>
          </p:nvPr>
        </p:nvSpPr>
        <p:spPr/>
        <p:txBody>
          <a:bodyPr/>
          <a:lstStyle/>
          <a:p>
            <a:r>
              <a:rPr lang="en-US"/>
              <a:t>GitHub Copilot CLI</a:t>
            </a:r>
          </a:p>
        </p:txBody>
      </p:sp>
    </p:spTree>
    <p:extLst>
      <p:ext uri="{BB962C8B-B14F-4D97-AF65-F5344CB8AC3E}">
        <p14:creationId xmlns:p14="http://schemas.microsoft.com/office/powerpoint/2010/main" val="3991544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DF36E-B59C-6B6E-9C25-1FEBF1128D68}"/>
            </a:ext>
          </a:extLst>
        </p:cNvPr>
        <p:cNvGrpSpPr/>
        <p:nvPr/>
      </p:nvGrpSpPr>
      <p:grpSpPr>
        <a:xfrm>
          <a:off x="0" y="0"/>
          <a:ext cx="0" cy="0"/>
          <a:chOff x="0" y="0"/>
          <a:chExt cx="0" cy="0"/>
        </a:xfrm>
      </p:grpSpPr>
      <p:sp>
        <p:nvSpPr>
          <p:cNvPr id="41" name="Text Placeholder 6">
            <a:extLst>
              <a:ext uri="{FF2B5EF4-FFF2-40B4-BE49-F238E27FC236}">
                <a16:creationId xmlns:a16="http://schemas.microsoft.com/office/drawing/2014/main" id="{734EB8F3-F0AA-4FA6-02D5-E48D857DD555}"/>
              </a:ext>
            </a:extLst>
          </p:cNvPr>
          <p:cNvSpPr txBox="1">
            <a:spLocks/>
          </p:cNvSpPr>
          <p:nvPr/>
        </p:nvSpPr>
        <p:spPr>
          <a:xfrm>
            <a:off x="7394223" y="658914"/>
            <a:ext cx="3379469" cy="803736"/>
          </a:xfrm>
          <a:prstGeom prst="rect">
            <a:avLst/>
          </a:prstGeom>
        </p:spPr>
        <p:txBody>
          <a:bodyPr anchor="t"/>
          <a:lstStyle>
            <a:lvl1pPr marL="0" indent="0" algn="l" defTabSz="914400" rtl="0" eaLnBrk="1" latinLnBrk="0" hangingPunct="1">
              <a:lnSpc>
                <a:spcPct val="90000"/>
              </a:lnSpc>
              <a:spcBef>
                <a:spcPts val="1000"/>
              </a:spcBef>
              <a:buFont typeface="Arial" panose="020B0604020202020204" pitchFamily="34" charset="0"/>
              <a:buNone/>
              <a:defRPr sz="22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a:ln>
                  <a:noFill/>
                </a:ln>
                <a:solidFill>
                  <a:srgbClr val="FFFFFF"/>
                </a:solidFill>
                <a:effectLst/>
                <a:uLnTx/>
                <a:uFillTx/>
                <a:latin typeface="Aptos" pitchFamily="2" charset="77"/>
                <a:ea typeface="+mn-ea"/>
                <a:cs typeface="Aptos" pitchFamily="2" charset="77"/>
              </a:rPr>
              <a:t>Personalized</a:t>
            </a:r>
          </a:p>
          <a:p>
            <a:pPr marL="0" marR="0" lvl="0" indent="0" algn="l"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a:ln>
                  <a:noFill/>
                </a:ln>
                <a:solidFill>
                  <a:srgbClr val="5EEC83"/>
                </a:solidFill>
                <a:effectLst/>
                <a:uLnTx/>
                <a:uFillTx/>
                <a:latin typeface="Aptos" pitchFamily="2" charset="77"/>
                <a:ea typeface="+mn-ea"/>
                <a:cs typeface="Aptos" pitchFamily="2" charset="77"/>
              </a:rPr>
              <a:t>Custom Agents</a:t>
            </a:r>
          </a:p>
        </p:txBody>
      </p:sp>
      <p:sp>
        <p:nvSpPr>
          <p:cNvPr id="43" name="Text Placeholder 6">
            <a:extLst>
              <a:ext uri="{FF2B5EF4-FFF2-40B4-BE49-F238E27FC236}">
                <a16:creationId xmlns:a16="http://schemas.microsoft.com/office/drawing/2014/main" id="{88C699D5-76A1-0D15-048B-A542765BCA0C}"/>
              </a:ext>
            </a:extLst>
          </p:cNvPr>
          <p:cNvSpPr txBox="1">
            <a:spLocks/>
          </p:cNvSpPr>
          <p:nvPr/>
        </p:nvSpPr>
        <p:spPr>
          <a:xfrm>
            <a:off x="1772603" y="658914"/>
            <a:ext cx="2723531" cy="803736"/>
          </a:xfrm>
          <a:prstGeom prst="rect">
            <a:avLst/>
          </a:prstGeom>
        </p:spPr>
        <p:txBody>
          <a:bodyPr anchor="t"/>
          <a:lstStyle>
            <a:lvl1pPr marL="0" indent="0" algn="l" defTabSz="914400" rtl="0" eaLnBrk="1" latinLnBrk="0" hangingPunct="1">
              <a:lnSpc>
                <a:spcPct val="90000"/>
              </a:lnSpc>
              <a:spcBef>
                <a:spcPts val="1000"/>
              </a:spcBef>
              <a:buFont typeface="Arial" panose="020B0604020202020204" pitchFamily="34" charset="0"/>
              <a:buNone/>
              <a:defRPr sz="22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800" b="1">
                <a:solidFill>
                  <a:srgbClr val="FFFFFF"/>
                </a:solidFill>
                <a:latin typeface="Aptos" pitchFamily="2" charset="77"/>
                <a:cs typeface="Aptos" pitchFamily="2" charset="77"/>
              </a:rPr>
              <a:t>Powerful</a:t>
            </a:r>
            <a:endParaRPr kumimoji="0" lang="en-US" sz="2800" b="1" i="0" u="none" strike="noStrike" kern="1200" cap="none" spc="0" normalizeH="0" baseline="0" noProof="0">
              <a:ln>
                <a:noFill/>
              </a:ln>
              <a:solidFill>
                <a:srgbClr val="FFFFFF"/>
              </a:solidFill>
              <a:effectLst/>
              <a:uLnTx/>
              <a:uFillTx/>
              <a:latin typeface="Aptos" pitchFamily="2" charset="77"/>
              <a:ea typeface="+mn-ea"/>
              <a:cs typeface="Aptos" pitchFamily="2" charset="77"/>
            </a:endParaRPr>
          </a:p>
          <a:p>
            <a:pPr marL="0" marR="0" lvl="0" indent="0" algn="l"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800" b="1">
                <a:solidFill>
                  <a:srgbClr val="5EEC83"/>
                </a:solidFill>
                <a:latin typeface="Aptos" pitchFamily="2" charset="77"/>
                <a:cs typeface="Aptos" pitchFamily="2" charset="77"/>
              </a:rPr>
              <a:t>B</a:t>
            </a:r>
            <a:r>
              <a:rPr kumimoji="0" lang="en-US" sz="2800" b="1" i="0" u="none" strike="noStrike" kern="1200" cap="none" spc="0" normalizeH="0" baseline="0" noProof="0" err="1">
                <a:ln>
                  <a:noFill/>
                </a:ln>
                <a:solidFill>
                  <a:srgbClr val="5EEC83"/>
                </a:solidFill>
                <a:effectLst/>
                <a:uLnTx/>
                <a:uFillTx/>
                <a:latin typeface="Aptos" pitchFamily="2" charset="77"/>
                <a:ea typeface="+mn-ea"/>
                <a:cs typeface="Aptos" pitchFamily="2" charset="77"/>
              </a:rPr>
              <a:t>uilt</a:t>
            </a:r>
            <a:r>
              <a:rPr kumimoji="0" lang="en-US" sz="2800" b="1" i="0" u="none" strike="noStrike" kern="1200" cap="none" spc="0" normalizeH="0" baseline="0" noProof="0">
                <a:ln>
                  <a:noFill/>
                </a:ln>
                <a:solidFill>
                  <a:srgbClr val="5EEC83"/>
                </a:solidFill>
                <a:effectLst/>
                <a:uLnTx/>
                <a:uFillTx/>
                <a:latin typeface="Aptos" pitchFamily="2" charset="77"/>
                <a:ea typeface="+mn-ea"/>
                <a:cs typeface="Aptos" pitchFamily="2" charset="77"/>
              </a:rPr>
              <a:t>-in Agents</a:t>
            </a:r>
          </a:p>
        </p:txBody>
      </p:sp>
      <p:sp>
        <p:nvSpPr>
          <p:cNvPr id="44" name="Text Placeholder 7">
            <a:extLst>
              <a:ext uri="{FF2B5EF4-FFF2-40B4-BE49-F238E27FC236}">
                <a16:creationId xmlns:a16="http://schemas.microsoft.com/office/drawing/2014/main" id="{07B74370-E43C-9DEF-81C3-9A68056A12BB}"/>
              </a:ext>
            </a:extLst>
          </p:cNvPr>
          <p:cNvSpPr txBox="1">
            <a:spLocks/>
          </p:cNvSpPr>
          <p:nvPr/>
        </p:nvSpPr>
        <p:spPr>
          <a:xfrm>
            <a:off x="826910" y="1707124"/>
            <a:ext cx="4298246" cy="915098"/>
          </a:xfrm>
          <a:prstGeom prst="rect">
            <a:avLst/>
          </a:prstGeom>
        </p:spPr>
        <p:txBody>
          <a:bodyPr anchor="t"/>
          <a:lstStyle>
            <a:lvl1pPr marL="0" indent="0" algn="l" defTabSz="914400" rtl="0" eaLnBrk="1" latinLnBrk="0" hangingPunct="1">
              <a:lnSpc>
                <a:spcPct val="90000"/>
              </a:lnSpc>
              <a:spcBef>
                <a:spcPts val="1000"/>
              </a:spcBef>
              <a:buFont typeface="Arial" panose="020B0604020202020204" pitchFamily="34" charset="0"/>
              <a:buNone/>
              <a:defRPr sz="22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09"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sz="1600" dirty="0">
                <a:solidFill>
                  <a:srgbClr val="232824">
                    <a:lumMod val="25000"/>
                    <a:lumOff val="75000"/>
                  </a:srgbClr>
                </a:solidFill>
                <a:latin typeface="Aptos" pitchFamily="2" charset="77"/>
                <a:cs typeface="Aptos" pitchFamily="2" charset="77"/>
              </a:rPr>
              <a:t>The built-in agents are designed to support a wide range of needs with performance and generalization in mind.</a:t>
            </a:r>
            <a:endParaRPr kumimoji="0" lang="en-US" sz="1600" b="0" i="0" u="none" strike="noStrike" kern="1200" cap="none" spc="0" normalizeH="0" baseline="0" noProof="0" dirty="0">
              <a:ln>
                <a:noFill/>
              </a:ln>
              <a:solidFill>
                <a:srgbClr val="232824">
                  <a:lumMod val="25000"/>
                  <a:lumOff val="75000"/>
                </a:srgbClr>
              </a:solidFill>
              <a:effectLst/>
              <a:uLnTx/>
              <a:uFillTx/>
              <a:latin typeface="Aptos" pitchFamily="2" charset="77"/>
              <a:ea typeface="+mn-ea"/>
              <a:cs typeface="Aptos" pitchFamily="2" charset="77"/>
            </a:endParaRPr>
          </a:p>
        </p:txBody>
      </p:sp>
      <p:grpSp>
        <p:nvGrpSpPr>
          <p:cNvPr id="53" name="Google Shape;987;p62">
            <a:extLst>
              <a:ext uri="{FF2B5EF4-FFF2-40B4-BE49-F238E27FC236}">
                <a16:creationId xmlns:a16="http://schemas.microsoft.com/office/drawing/2014/main" id="{5357C7EE-8895-865B-0AFD-05D0726B94C5}"/>
              </a:ext>
              <a:ext uri="{C183D7F6-B498-43B3-948B-1728B52AA6E4}">
                <adec:decorative xmlns:adec="http://schemas.microsoft.com/office/drawing/2017/decorative" val="1"/>
              </a:ext>
            </a:extLst>
          </p:cNvPr>
          <p:cNvGrpSpPr/>
          <p:nvPr/>
        </p:nvGrpSpPr>
        <p:grpSpPr>
          <a:xfrm>
            <a:off x="6584702" y="913298"/>
            <a:ext cx="679177" cy="539140"/>
            <a:chOff x="3358100" y="803325"/>
            <a:chExt cx="63250" cy="50200"/>
          </a:xfrm>
          <a:solidFill>
            <a:schemeClr val="tx1"/>
          </a:solidFill>
        </p:grpSpPr>
        <p:sp>
          <p:nvSpPr>
            <p:cNvPr id="54" name="Google Shape;988;p62">
              <a:extLst>
                <a:ext uri="{FF2B5EF4-FFF2-40B4-BE49-F238E27FC236}">
                  <a16:creationId xmlns:a16="http://schemas.microsoft.com/office/drawing/2014/main" id="{461E154B-2B9E-88B1-62BE-408878E9DA8F}"/>
                </a:ext>
              </a:extLst>
            </p:cNvPr>
            <p:cNvSpPr/>
            <p:nvPr/>
          </p:nvSpPr>
          <p:spPr>
            <a:xfrm>
              <a:off x="3358100" y="803325"/>
              <a:ext cx="47450" cy="50200"/>
            </a:xfrm>
            <a:custGeom>
              <a:avLst/>
              <a:gdLst/>
              <a:ahLst/>
              <a:cxnLst/>
              <a:rect l="l" t="t" r="r" b="b"/>
              <a:pathLst>
                <a:path w="1898" h="2008" extrusionOk="0">
                  <a:moveTo>
                    <a:pt x="371" y="583"/>
                  </a:moveTo>
                  <a:cubicBezTo>
                    <a:pt x="371" y="262"/>
                    <a:pt x="633" y="1"/>
                    <a:pt x="953" y="1"/>
                  </a:cubicBezTo>
                  <a:cubicBezTo>
                    <a:pt x="1265" y="1"/>
                    <a:pt x="1526" y="262"/>
                    <a:pt x="1526" y="583"/>
                  </a:cubicBezTo>
                  <a:cubicBezTo>
                    <a:pt x="1526" y="785"/>
                    <a:pt x="1425" y="954"/>
                    <a:pt x="1273" y="1063"/>
                  </a:cubicBezTo>
                  <a:cubicBezTo>
                    <a:pt x="1628" y="1190"/>
                    <a:pt x="1889" y="1527"/>
                    <a:pt x="1897" y="1923"/>
                  </a:cubicBezTo>
                  <a:cubicBezTo>
                    <a:pt x="1897" y="1966"/>
                    <a:pt x="1864" y="2008"/>
                    <a:pt x="1822" y="2008"/>
                  </a:cubicBezTo>
                  <a:cubicBezTo>
                    <a:pt x="1779" y="2008"/>
                    <a:pt x="1737" y="1974"/>
                    <a:pt x="1737" y="1932"/>
                  </a:cubicBezTo>
                  <a:cubicBezTo>
                    <a:pt x="1729" y="1502"/>
                    <a:pt x="1375" y="1164"/>
                    <a:pt x="953" y="1164"/>
                  </a:cubicBezTo>
                  <a:cubicBezTo>
                    <a:pt x="523" y="1164"/>
                    <a:pt x="169" y="1502"/>
                    <a:pt x="160" y="1932"/>
                  </a:cubicBezTo>
                  <a:cubicBezTo>
                    <a:pt x="160" y="1974"/>
                    <a:pt x="118" y="2008"/>
                    <a:pt x="76" y="2008"/>
                  </a:cubicBezTo>
                  <a:cubicBezTo>
                    <a:pt x="34" y="2008"/>
                    <a:pt x="0" y="1966"/>
                    <a:pt x="0" y="1923"/>
                  </a:cubicBezTo>
                  <a:cubicBezTo>
                    <a:pt x="8" y="1527"/>
                    <a:pt x="270" y="1190"/>
                    <a:pt x="624" y="1063"/>
                  </a:cubicBezTo>
                  <a:cubicBezTo>
                    <a:pt x="472" y="954"/>
                    <a:pt x="371" y="785"/>
                    <a:pt x="371" y="583"/>
                  </a:cubicBezTo>
                  <a:close/>
                  <a:moveTo>
                    <a:pt x="953" y="161"/>
                  </a:moveTo>
                  <a:cubicBezTo>
                    <a:pt x="717" y="161"/>
                    <a:pt x="531" y="346"/>
                    <a:pt x="531" y="583"/>
                  </a:cubicBezTo>
                  <a:cubicBezTo>
                    <a:pt x="531" y="819"/>
                    <a:pt x="717" y="1004"/>
                    <a:pt x="953" y="1004"/>
                  </a:cubicBezTo>
                  <a:cubicBezTo>
                    <a:pt x="1181" y="1004"/>
                    <a:pt x="1375" y="819"/>
                    <a:pt x="1375" y="583"/>
                  </a:cubicBezTo>
                  <a:cubicBezTo>
                    <a:pt x="1375" y="346"/>
                    <a:pt x="1181" y="161"/>
                    <a:pt x="953" y="161"/>
                  </a:cubicBezTo>
                  <a:close/>
                </a:path>
              </a:pathLst>
            </a:custGeom>
            <a:grpFill/>
            <a:ln>
              <a:noFill/>
            </a:ln>
          </p:spPr>
          <p:txBody>
            <a:bodyPr spcFirstLastPara="1" wrap="square" lIns="121900" tIns="121900" rIns="121900" bIns="121900" anchor="ctr" anchorCtr="0">
              <a:noAutofit/>
            </a:bodyPr>
            <a:lstStyle/>
            <a:p>
              <a:pPr marL="0" marR="0" lvl="0" indent="0" algn="l" defTabSz="1219048"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ptos" pitchFamily="2" charset="77"/>
                <a:ea typeface="+mn-ea"/>
                <a:cs typeface="Arial"/>
                <a:sym typeface="Arial"/>
              </a:endParaRPr>
            </a:p>
          </p:txBody>
        </p:sp>
        <p:sp>
          <p:nvSpPr>
            <p:cNvPr id="55" name="Google Shape;989;p62">
              <a:extLst>
                <a:ext uri="{FF2B5EF4-FFF2-40B4-BE49-F238E27FC236}">
                  <a16:creationId xmlns:a16="http://schemas.microsoft.com/office/drawing/2014/main" id="{6CC85088-15CA-7987-F0CC-8905D937887D}"/>
                </a:ext>
              </a:extLst>
            </p:cNvPr>
            <p:cNvSpPr/>
            <p:nvPr/>
          </p:nvSpPr>
          <p:spPr>
            <a:xfrm>
              <a:off x="3400050" y="813875"/>
              <a:ext cx="21300" cy="39650"/>
            </a:xfrm>
            <a:custGeom>
              <a:avLst/>
              <a:gdLst/>
              <a:ahLst/>
              <a:cxnLst/>
              <a:rect l="l" t="t" r="r" b="b"/>
              <a:pathLst>
                <a:path w="852" h="1586" extrusionOk="0">
                  <a:moveTo>
                    <a:pt x="144" y="0"/>
                  </a:moveTo>
                  <a:cubicBezTo>
                    <a:pt x="118" y="0"/>
                    <a:pt x="101" y="0"/>
                    <a:pt x="76" y="9"/>
                  </a:cubicBezTo>
                  <a:cubicBezTo>
                    <a:pt x="34" y="17"/>
                    <a:pt x="0" y="51"/>
                    <a:pt x="9" y="93"/>
                  </a:cubicBezTo>
                  <a:cubicBezTo>
                    <a:pt x="16" y="137"/>
                    <a:pt x="49" y="162"/>
                    <a:pt x="85" y="162"/>
                  </a:cubicBezTo>
                  <a:cubicBezTo>
                    <a:pt x="91" y="162"/>
                    <a:pt x="96" y="162"/>
                    <a:pt x="101" y="161"/>
                  </a:cubicBezTo>
                  <a:lnTo>
                    <a:pt x="144" y="161"/>
                  </a:lnTo>
                  <a:cubicBezTo>
                    <a:pt x="321" y="161"/>
                    <a:pt x="464" y="304"/>
                    <a:pt x="464" y="481"/>
                  </a:cubicBezTo>
                  <a:cubicBezTo>
                    <a:pt x="464" y="608"/>
                    <a:pt x="397" y="709"/>
                    <a:pt x="287" y="768"/>
                  </a:cubicBezTo>
                  <a:lnTo>
                    <a:pt x="245" y="785"/>
                  </a:lnTo>
                  <a:lnTo>
                    <a:pt x="245" y="962"/>
                  </a:lnTo>
                  <a:lnTo>
                    <a:pt x="304" y="979"/>
                  </a:lnTo>
                  <a:cubicBezTo>
                    <a:pt x="531" y="1046"/>
                    <a:pt x="692" y="1257"/>
                    <a:pt x="692" y="1501"/>
                  </a:cubicBezTo>
                  <a:cubicBezTo>
                    <a:pt x="692" y="1552"/>
                    <a:pt x="725" y="1586"/>
                    <a:pt x="768" y="1586"/>
                  </a:cubicBezTo>
                  <a:cubicBezTo>
                    <a:pt x="818" y="1586"/>
                    <a:pt x="852" y="1552"/>
                    <a:pt x="852" y="1501"/>
                  </a:cubicBezTo>
                  <a:cubicBezTo>
                    <a:pt x="852" y="1215"/>
                    <a:pt x="675" y="970"/>
                    <a:pt x="430" y="861"/>
                  </a:cubicBezTo>
                  <a:cubicBezTo>
                    <a:pt x="548" y="776"/>
                    <a:pt x="624" y="633"/>
                    <a:pt x="624" y="481"/>
                  </a:cubicBezTo>
                  <a:cubicBezTo>
                    <a:pt x="624" y="220"/>
                    <a:pt x="405" y="0"/>
                    <a:pt x="144" y="0"/>
                  </a:cubicBezTo>
                  <a:close/>
                </a:path>
              </a:pathLst>
            </a:custGeom>
            <a:grpFill/>
            <a:ln>
              <a:noFill/>
            </a:ln>
          </p:spPr>
          <p:txBody>
            <a:bodyPr spcFirstLastPara="1" wrap="square" lIns="121900" tIns="121900" rIns="121900" bIns="121900" anchor="ctr" anchorCtr="0">
              <a:noAutofit/>
            </a:bodyPr>
            <a:lstStyle/>
            <a:p>
              <a:pPr marL="0" marR="0" lvl="0" indent="0" algn="l" defTabSz="1219048"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ptos" pitchFamily="2" charset="77"/>
                <a:ea typeface="+mn-ea"/>
                <a:cs typeface="Arial"/>
                <a:sym typeface="Arial"/>
              </a:endParaRPr>
            </a:p>
          </p:txBody>
        </p:sp>
      </p:grpSp>
      <p:grpSp>
        <p:nvGrpSpPr>
          <p:cNvPr id="56" name="Google Shape;1693;p69">
            <a:extLst>
              <a:ext uri="{FF2B5EF4-FFF2-40B4-BE49-F238E27FC236}">
                <a16:creationId xmlns:a16="http://schemas.microsoft.com/office/drawing/2014/main" id="{DD551FE6-E4FB-19E3-A8EC-95B6886C2A59}"/>
              </a:ext>
              <a:ext uri="{C183D7F6-B498-43B3-948B-1728B52AA6E4}">
                <adec:decorative xmlns:adec="http://schemas.microsoft.com/office/drawing/2017/decorative" val="1"/>
              </a:ext>
            </a:extLst>
          </p:cNvPr>
          <p:cNvGrpSpPr>
            <a:grpSpLocks noChangeAspect="1"/>
          </p:cNvGrpSpPr>
          <p:nvPr/>
        </p:nvGrpSpPr>
        <p:grpSpPr>
          <a:xfrm>
            <a:off x="929152" y="871513"/>
            <a:ext cx="645891" cy="539140"/>
            <a:chOff x="690700" y="246575"/>
            <a:chExt cx="6228425" cy="5199000"/>
          </a:xfrm>
        </p:grpSpPr>
        <p:sp>
          <p:nvSpPr>
            <p:cNvPr id="57" name="Google Shape;1694;p69">
              <a:extLst>
                <a:ext uri="{FF2B5EF4-FFF2-40B4-BE49-F238E27FC236}">
                  <a16:creationId xmlns:a16="http://schemas.microsoft.com/office/drawing/2014/main" id="{18414DD1-CB28-3501-B053-ABE8EDDD31FE}"/>
                </a:ext>
              </a:extLst>
            </p:cNvPr>
            <p:cNvSpPr/>
            <p:nvPr/>
          </p:nvSpPr>
          <p:spPr>
            <a:xfrm>
              <a:off x="690700" y="246575"/>
              <a:ext cx="6228425" cy="5199000"/>
            </a:xfrm>
            <a:custGeom>
              <a:avLst/>
              <a:gdLst/>
              <a:ahLst/>
              <a:cxnLst/>
              <a:rect l="l" t="t" r="r" b="b"/>
              <a:pathLst>
                <a:path w="249137" h="207960" extrusionOk="0">
                  <a:moveTo>
                    <a:pt x="248256" y="155809"/>
                  </a:moveTo>
                  <a:cubicBezTo>
                    <a:pt x="239350" y="171352"/>
                    <a:pt x="187470" y="207959"/>
                    <a:pt x="124585" y="207959"/>
                  </a:cubicBezTo>
                  <a:cubicBezTo>
                    <a:pt x="61666" y="207959"/>
                    <a:pt x="9787" y="171352"/>
                    <a:pt x="880" y="155809"/>
                  </a:cubicBezTo>
                  <a:cubicBezTo>
                    <a:pt x="203" y="154691"/>
                    <a:pt x="0" y="153404"/>
                    <a:pt x="0" y="152084"/>
                  </a:cubicBezTo>
                  <a:lnTo>
                    <a:pt x="0" y="124451"/>
                  </a:lnTo>
                  <a:cubicBezTo>
                    <a:pt x="0" y="123333"/>
                    <a:pt x="169" y="122182"/>
                    <a:pt x="610" y="121132"/>
                  </a:cubicBezTo>
                  <a:cubicBezTo>
                    <a:pt x="4470" y="111413"/>
                    <a:pt x="14595" y="97326"/>
                    <a:pt x="27633" y="93567"/>
                  </a:cubicBezTo>
                  <a:cubicBezTo>
                    <a:pt x="29360" y="89097"/>
                    <a:pt x="31934" y="82629"/>
                    <a:pt x="34338" y="77820"/>
                  </a:cubicBezTo>
                  <a:cubicBezTo>
                    <a:pt x="33932" y="74163"/>
                    <a:pt x="33796" y="70370"/>
                    <a:pt x="33796" y="66543"/>
                  </a:cubicBezTo>
                  <a:cubicBezTo>
                    <a:pt x="33796" y="52727"/>
                    <a:pt x="36708" y="40637"/>
                    <a:pt x="45513" y="31596"/>
                  </a:cubicBezTo>
                  <a:cubicBezTo>
                    <a:pt x="49644" y="27397"/>
                    <a:pt x="54758" y="24146"/>
                    <a:pt x="60820" y="21741"/>
                  </a:cubicBezTo>
                  <a:cubicBezTo>
                    <a:pt x="75347" y="9923"/>
                    <a:pt x="96004" y="1"/>
                    <a:pt x="124348" y="1"/>
                  </a:cubicBezTo>
                  <a:cubicBezTo>
                    <a:pt x="152692" y="1"/>
                    <a:pt x="173789" y="9923"/>
                    <a:pt x="188317" y="21741"/>
                  </a:cubicBezTo>
                  <a:cubicBezTo>
                    <a:pt x="194379" y="24146"/>
                    <a:pt x="199492" y="27397"/>
                    <a:pt x="203624" y="31596"/>
                  </a:cubicBezTo>
                  <a:cubicBezTo>
                    <a:pt x="212428" y="40637"/>
                    <a:pt x="215374" y="52727"/>
                    <a:pt x="215374" y="66543"/>
                  </a:cubicBezTo>
                  <a:cubicBezTo>
                    <a:pt x="215374" y="70370"/>
                    <a:pt x="215205" y="74163"/>
                    <a:pt x="214833" y="77820"/>
                  </a:cubicBezTo>
                  <a:cubicBezTo>
                    <a:pt x="217203" y="82629"/>
                    <a:pt x="219777" y="89097"/>
                    <a:pt x="221504" y="93567"/>
                  </a:cubicBezTo>
                  <a:cubicBezTo>
                    <a:pt x="234575" y="97326"/>
                    <a:pt x="244667" y="111413"/>
                    <a:pt x="248527" y="121132"/>
                  </a:cubicBezTo>
                  <a:cubicBezTo>
                    <a:pt x="248967" y="122182"/>
                    <a:pt x="249137" y="123333"/>
                    <a:pt x="249137" y="124451"/>
                  </a:cubicBezTo>
                  <a:lnTo>
                    <a:pt x="249137" y="152084"/>
                  </a:lnTo>
                  <a:cubicBezTo>
                    <a:pt x="249137" y="153404"/>
                    <a:pt x="248933" y="154691"/>
                    <a:pt x="248256" y="155809"/>
                  </a:cubicBezTo>
                  <a:close/>
                  <a:moveTo>
                    <a:pt x="133017" y="63191"/>
                  </a:moveTo>
                  <a:cubicBezTo>
                    <a:pt x="132577" y="59770"/>
                    <a:pt x="132374" y="56689"/>
                    <a:pt x="132340" y="53912"/>
                  </a:cubicBezTo>
                  <a:lnTo>
                    <a:pt x="132340" y="53709"/>
                  </a:lnTo>
                  <a:cubicBezTo>
                    <a:pt x="132374" y="45717"/>
                    <a:pt x="134101" y="40536"/>
                    <a:pt x="136912" y="37353"/>
                  </a:cubicBezTo>
                  <a:cubicBezTo>
                    <a:pt x="140434" y="33289"/>
                    <a:pt x="147748" y="30173"/>
                    <a:pt x="163190" y="31867"/>
                  </a:cubicBezTo>
                  <a:cubicBezTo>
                    <a:pt x="178801" y="33526"/>
                    <a:pt x="187538" y="37420"/>
                    <a:pt x="192482" y="42466"/>
                  </a:cubicBezTo>
                  <a:cubicBezTo>
                    <a:pt x="197291" y="47376"/>
                    <a:pt x="199797" y="54725"/>
                    <a:pt x="199797" y="66543"/>
                  </a:cubicBezTo>
                  <a:cubicBezTo>
                    <a:pt x="199797" y="79107"/>
                    <a:pt x="198002" y="86523"/>
                    <a:pt x="194006" y="91061"/>
                  </a:cubicBezTo>
                  <a:cubicBezTo>
                    <a:pt x="190213" y="95328"/>
                    <a:pt x="182763" y="98849"/>
                    <a:pt x="166441" y="98849"/>
                  </a:cubicBezTo>
                  <a:cubicBezTo>
                    <a:pt x="153878" y="98849"/>
                    <a:pt x="146698" y="94752"/>
                    <a:pt x="142127" y="89097"/>
                  </a:cubicBezTo>
                  <a:cubicBezTo>
                    <a:pt x="137183" y="83035"/>
                    <a:pt x="134406" y="74163"/>
                    <a:pt x="133017" y="63191"/>
                  </a:cubicBezTo>
                  <a:close/>
                  <a:moveTo>
                    <a:pt x="116119" y="63191"/>
                  </a:moveTo>
                  <a:cubicBezTo>
                    <a:pt x="116560" y="59770"/>
                    <a:pt x="116797" y="56689"/>
                    <a:pt x="116797" y="53912"/>
                  </a:cubicBezTo>
                  <a:lnTo>
                    <a:pt x="116797" y="53709"/>
                  </a:lnTo>
                  <a:cubicBezTo>
                    <a:pt x="116763" y="45717"/>
                    <a:pt x="115036" y="40536"/>
                    <a:pt x="112259" y="37353"/>
                  </a:cubicBezTo>
                  <a:cubicBezTo>
                    <a:pt x="108703" y="33289"/>
                    <a:pt x="101388" y="30173"/>
                    <a:pt x="85980" y="31867"/>
                  </a:cubicBezTo>
                  <a:cubicBezTo>
                    <a:pt x="70335" y="33526"/>
                    <a:pt x="61598" y="37420"/>
                    <a:pt x="56654" y="42466"/>
                  </a:cubicBezTo>
                  <a:cubicBezTo>
                    <a:pt x="51879" y="47376"/>
                    <a:pt x="49340" y="54725"/>
                    <a:pt x="49340" y="66543"/>
                  </a:cubicBezTo>
                  <a:cubicBezTo>
                    <a:pt x="49340" y="79107"/>
                    <a:pt x="51168" y="86523"/>
                    <a:pt x="55130" y="91061"/>
                  </a:cubicBezTo>
                  <a:cubicBezTo>
                    <a:pt x="58923" y="95328"/>
                    <a:pt x="66373" y="98849"/>
                    <a:pt x="82696" y="98849"/>
                  </a:cubicBezTo>
                  <a:cubicBezTo>
                    <a:pt x="95259" y="98849"/>
                    <a:pt x="102438" y="94752"/>
                    <a:pt x="107010" y="89097"/>
                  </a:cubicBezTo>
                  <a:cubicBezTo>
                    <a:pt x="111954" y="83035"/>
                    <a:pt x="114731" y="74163"/>
                    <a:pt x="116119" y="63191"/>
                  </a:cubicBezTo>
                  <a:close/>
                  <a:moveTo>
                    <a:pt x="126346" y="93634"/>
                  </a:moveTo>
                  <a:cubicBezTo>
                    <a:pt x="126956" y="93634"/>
                    <a:pt x="125770" y="93634"/>
                    <a:pt x="126346" y="93634"/>
                  </a:cubicBezTo>
                  <a:cubicBezTo>
                    <a:pt x="125770" y="93634"/>
                    <a:pt x="123366" y="93634"/>
                    <a:pt x="122790" y="93634"/>
                  </a:cubicBezTo>
                  <a:cubicBezTo>
                    <a:pt x="121673" y="95497"/>
                    <a:pt x="120454" y="97258"/>
                    <a:pt x="119099" y="98917"/>
                  </a:cubicBezTo>
                  <a:cubicBezTo>
                    <a:pt x="111107" y="108738"/>
                    <a:pt x="99187" y="114393"/>
                    <a:pt x="82696" y="114393"/>
                  </a:cubicBezTo>
                  <a:cubicBezTo>
                    <a:pt x="64815" y="114393"/>
                    <a:pt x="51676" y="110668"/>
                    <a:pt x="43447" y="101355"/>
                  </a:cubicBezTo>
                  <a:cubicBezTo>
                    <a:pt x="43007" y="100814"/>
                    <a:pt x="42567" y="100272"/>
                    <a:pt x="42567" y="100272"/>
                  </a:cubicBezTo>
                  <a:lnTo>
                    <a:pt x="41551" y="101355"/>
                  </a:lnTo>
                  <a:lnTo>
                    <a:pt x="41551" y="169659"/>
                  </a:lnTo>
                  <a:cubicBezTo>
                    <a:pt x="56451" y="177752"/>
                    <a:pt x="88419" y="192280"/>
                    <a:pt x="124585" y="192280"/>
                  </a:cubicBezTo>
                  <a:cubicBezTo>
                    <a:pt x="160752" y="192280"/>
                    <a:pt x="192686" y="177752"/>
                    <a:pt x="207586" y="169659"/>
                  </a:cubicBezTo>
                  <a:lnTo>
                    <a:pt x="207586" y="101355"/>
                  </a:lnTo>
                  <a:lnTo>
                    <a:pt x="206570" y="100272"/>
                  </a:lnTo>
                  <a:cubicBezTo>
                    <a:pt x="206570" y="100272"/>
                    <a:pt x="206231" y="100712"/>
                    <a:pt x="205689" y="101355"/>
                  </a:cubicBezTo>
                  <a:cubicBezTo>
                    <a:pt x="197460" y="110668"/>
                    <a:pt x="184321" y="114393"/>
                    <a:pt x="166441" y="114393"/>
                  </a:cubicBezTo>
                  <a:cubicBezTo>
                    <a:pt x="149949" y="114393"/>
                    <a:pt x="138029" y="108738"/>
                    <a:pt x="130037" y="98917"/>
                  </a:cubicBezTo>
                  <a:cubicBezTo>
                    <a:pt x="128683" y="97258"/>
                    <a:pt x="127464" y="95497"/>
                    <a:pt x="126346" y="93634"/>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58" name="Google Shape;1695;p69">
              <a:extLst>
                <a:ext uri="{FF2B5EF4-FFF2-40B4-BE49-F238E27FC236}">
                  <a16:creationId xmlns:a16="http://schemas.microsoft.com/office/drawing/2014/main" id="{A616C193-8219-8EE6-B2BA-45E28B7EB395}"/>
                </a:ext>
              </a:extLst>
            </p:cNvPr>
            <p:cNvSpPr/>
            <p:nvPr/>
          </p:nvSpPr>
          <p:spPr>
            <a:xfrm>
              <a:off x="296210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59" name="Google Shape;1696;p69">
              <a:extLst>
                <a:ext uri="{FF2B5EF4-FFF2-40B4-BE49-F238E27FC236}">
                  <a16:creationId xmlns:a16="http://schemas.microsoft.com/office/drawing/2014/main" id="{BBC6036E-36B6-A3AC-0512-94CF65282649}"/>
                </a:ext>
              </a:extLst>
            </p:cNvPr>
            <p:cNvSpPr/>
            <p:nvPr/>
          </p:nvSpPr>
          <p:spPr>
            <a:xfrm>
              <a:off x="419475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grpSp>
      <p:sp>
        <p:nvSpPr>
          <p:cNvPr id="3" name="Text 1">
            <a:extLst>
              <a:ext uri="{FF2B5EF4-FFF2-40B4-BE49-F238E27FC236}">
                <a16:creationId xmlns:a16="http://schemas.microsoft.com/office/drawing/2014/main" id="{59149E4D-36F0-073C-6820-EBCCE3806920}"/>
              </a:ext>
            </a:extLst>
          </p:cNvPr>
          <p:cNvSpPr/>
          <p:nvPr/>
        </p:nvSpPr>
        <p:spPr>
          <a:xfrm>
            <a:off x="6475729" y="1804424"/>
            <a:ext cx="5019463"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a:solidFill>
                  <a:srgbClr val="232824">
                    <a:lumMod val="25000"/>
                    <a:lumOff val="75000"/>
                  </a:srgbClr>
                </a:solidFill>
                <a:latin typeface="Aptos" pitchFamily="2" charset="77"/>
                <a:cs typeface="Aptos" pitchFamily="2" charset="77"/>
              </a:rPr>
              <a:t>Create an .</a:t>
            </a:r>
            <a:r>
              <a:rPr lang="en-US" sz="1600" err="1">
                <a:solidFill>
                  <a:srgbClr val="232824">
                    <a:lumMod val="25000"/>
                    <a:lumOff val="75000"/>
                  </a:srgbClr>
                </a:solidFill>
                <a:latin typeface="Aptos" pitchFamily="2" charset="77"/>
                <a:cs typeface="Aptos" pitchFamily="2" charset="77"/>
              </a:rPr>
              <a:t>agent.md</a:t>
            </a:r>
            <a:r>
              <a:rPr lang="en-US" sz="1600">
                <a:solidFill>
                  <a:srgbClr val="232824">
                    <a:lumMod val="25000"/>
                    <a:lumOff val="75000"/>
                  </a:srgbClr>
                </a:solidFill>
                <a:latin typeface="Aptos" pitchFamily="2" charset="77"/>
                <a:cs typeface="Aptos" pitchFamily="2" charset="77"/>
              </a:rPr>
              <a:t> file in .</a:t>
            </a:r>
            <a:r>
              <a:rPr lang="en-US" sz="1600" err="1">
                <a:solidFill>
                  <a:srgbClr val="232824">
                    <a:lumMod val="25000"/>
                    <a:lumOff val="75000"/>
                  </a:srgbClr>
                </a:solidFill>
                <a:latin typeface="Aptos" pitchFamily="2" charset="77"/>
                <a:cs typeface="Aptos" pitchFamily="2" charset="77"/>
              </a:rPr>
              <a:t>github</a:t>
            </a:r>
            <a:r>
              <a:rPr lang="en-US" sz="1600">
                <a:solidFill>
                  <a:srgbClr val="232824">
                    <a:lumMod val="25000"/>
                    <a:lumOff val="75000"/>
                  </a:srgbClr>
                </a:solidFill>
                <a:latin typeface="Aptos" pitchFamily="2" charset="77"/>
                <a:cs typeface="Aptos" pitchFamily="2" charset="77"/>
              </a:rPr>
              <a:t>/agents/ or ~/.</a:t>
            </a:r>
            <a:r>
              <a:rPr lang="en-US" sz="1600" err="1">
                <a:solidFill>
                  <a:srgbClr val="232824">
                    <a:lumMod val="25000"/>
                    <a:lumOff val="75000"/>
                  </a:srgbClr>
                </a:solidFill>
                <a:latin typeface="Aptos" pitchFamily="2" charset="77"/>
                <a:cs typeface="Aptos" pitchFamily="2" charset="77"/>
              </a:rPr>
              <a:t>github</a:t>
            </a:r>
            <a:r>
              <a:rPr lang="en-US" sz="1600">
                <a:solidFill>
                  <a:srgbClr val="232824">
                    <a:lumMod val="25000"/>
                    <a:lumOff val="75000"/>
                  </a:srgbClr>
                </a:solidFill>
                <a:latin typeface="Aptos" pitchFamily="2" charset="77"/>
                <a:cs typeface="Aptos" pitchFamily="2" charset="77"/>
              </a:rPr>
              <a:t>/agents/ to get started.</a:t>
            </a:r>
          </a:p>
        </p:txBody>
      </p:sp>
      <p:sp>
        <p:nvSpPr>
          <p:cNvPr id="4" name="Shape 2">
            <a:extLst>
              <a:ext uri="{FF2B5EF4-FFF2-40B4-BE49-F238E27FC236}">
                <a16:creationId xmlns:a16="http://schemas.microsoft.com/office/drawing/2014/main" id="{2CBD786C-96E9-4CCC-0690-62CBA54E0A48}"/>
              </a:ext>
            </a:extLst>
          </p:cNvPr>
          <p:cNvSpPr/>
          <p:nvPr/>
        </p:nvSpPr>
        <p:spPr>
          <a:xfrm>
            <a:off x="6584702" y="2380160"/>
            <a:ext cx="4455831" cy="1270000"/>
          </a:xfrm>
          <a:prstGeom prst="rect">
            <a:avLst/>
          </a:prstGeom>
          <a:solidFill>
            <a:srgbClr val="F6F8FA"/>
          </a:solidFill>
          <a:ln w="12700">
            <a:solidFill>
              <a:srgbClr val="D0D7DE"/>
            </a:solidFill>
            <a:prstDash val="solid"/>
          </a:ln>
        </p:spPr>
        <p:txBody>
          <a:bodyPr/>
          <a:lstStyle/>
          <a:p>
            <a:endParaRPr lang="en-US" sz="800"/>
          </a:p>
        </p:txBody>
      </p:sp>
      <p:sp>
        <p:nvSpPr>
          <p:cNvPr id="5" name="Text 3">
            <a:extLst>
              <a:ext uri="{FF2B5EF4-FFF2-40B4-BE49-F238E27FC236}">
                <a16:creationId xmlns:a16="http://schemas.microsoft.com/office/drawing/2014/main" id="{5F280FE8-F978-7FEA-3976-ED89A1DBA7E4}"/>
              </a:ext>
            </a:extLst>
          </p:cNvPr>
          <p:cNvSpPr/>
          <p:nvPr/>
        </p:nvSpPr>
        <p:spPr>
          <a:xfrm>
            <a:off x="6584701" y="2390538"/>
            <a:ext cx="4735312" cy="1206344"/>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800">
                <a:solidFill>
                  <a:srgbClr val="24292F"/>
                </a:solidFill>
                <a:latin typeface="Courier New" pitchFamily="34" charset="0"/>
                <a:ea typeface="Courier New" pitchFamily="34" charset="-122"/>
                <a:cs typeface="Courier New" pitchFamily="34" charset="-120"/>
              </a:rPr>
              <a:t>---</a:t>
            </a:r>
            <a:endParaRPr lang="en-US" sz="800"/>
          </a:p>
          <a:p>
            <a:pPr marL="0" indent="0">
              <a:buNone/>
            </a:pPr>
            <a:r>
              <a:rPr lang="en-US" sz="800">
                <a:solidFill>
                  <a:srgbClr val="24292F"/>
                </a:solidFill>
                <a:latin typeface="Courier New" pitchFamily="34" charset="0"/>
                <a:ea typeface="Courier New" pitchFamily="34" charset="-122"/>
                <a:cs typeface="Courier New" pitchFamily="34" charset="-120"/>
              </a:rPr>
              <a:t>name: Display Name</a:t>
            </a:r>
            <a:endParaRPr lang="en-US" sz="800"/>
          </a:p>
          <a:p>
            <a:pPr marL="0" indent="0">
              <a:buNone/>
            </a:pPr>
            <a:r>
              <a:rPr lang="en-US" sz="800">
                <a:solidFill>
                  <a:srgbClr val="24292F"/>
                </a:solidFill>
                <a:latin typeface="Courier New" pitchFamily="34" charset="0"/>
                <a:ea typeface="Courier New" pitchFamily="34" charset="-122"/>
                <a:cs typeface="Courier New" pitchFamily="34" charset="-120"/>
              </a:rPr>
              <a:t>description: What the agent does (required)</a:t>
            </a:r>
            <a:endParaRPr lang="en-US" sz="800"/>
          </a:p>
          <a:p>
            <a:pPr marL="0" indent="0">
              <a:buNone/>
            </a:pPr>
            <a:r>
              <a:rPr lang="en-US" sz="800">
                <a:solidFill>
                  <a:srgbClr val="24292F"/>
                </a:solidFill>
                <a:latin typeface="Courier New" pitchFamily="34" charset="0"/>
                <a:ea typeface="Courier New" pitchFamily="34" charset="-122"/>
                <a:cs typeface="Courier New" pitchFamily="34" charset="-120"/>
              </a:rPr>
              <a:t>tools: ["*"]  # Optional - defaults to all tools</a:t>
            </a:r>
            <a:endParaRPr lang="en-US" sz="800"/>
          </a:p>
          <a:p>
            <a:pPr marL="0" indent="0">
              <a:buNone/>
            </a:pPr>
            <a:r>
              <a:rPr lang="en-US" sz="800">
                <a:solidFill>
                  <a:srgbClr val="24292F"/>
                </a:solidFill>
                <a:latin typeface="Courier New" pitchFamily="34" charset="0"/>
                <a:ea typeface="Courier New" pitchFamily="34" charset="-122"/>
                <a:cs typeface="Courier New" pitchFamily="34" charset="-120"/>
              </a:rPr>
              <a:t>mcp-servers:  # Optional</a:t>
            </a:r>
            <a:endParaRPr lang="en-US" sz="800"/>
          </a:p>
          <a:p>
            <a:pPr marL="0" indent="0">
              <a:buNone/>
            </a:pPr>
            <a:r>
              <a:rPr lang="en-US" sz="800">
                <a:solidFill>
                  <a:srgbClr val="24292F"/>
                </a:solidFill>
                <a:latin typeface="Courier New" pitchFamily="34" charset="0"/>
                <a:ea typeface="Courier New" pitchFamily="34" charset="-122"/>
                <a:cs typeface="Courier New" pitchFamily="34" charset="-120"/>
              </a:rPr>
              <a:t>  server-name:</a:t>
            </a:r>
            <a:endParaRPr lang="en-US" sz="800"/>
          </a:p>
          <a:p>
            <a:pPr marL="0" indent="0">
              <a:buNone/>
            </a:pPr>
            <a:r>
              <a:rPr lang="en-US" sz="800">
                <a:solidFill>
                  <a:srgbClr val="24292F"/>
                </a:solidFill>
                <a:latin typeface="Courier New" pitchFamily="34" charset="0"/>
                <a:ea typeface="Courier New" pitchFamily="34" charset="-122"/>
                <a:cs typeface="Courier New" pitchFamily="34" charset="-120"/>
              </a:rPr>
              <a:t>    command: npx</a:t>
            </a:r>
            <a:endParaRPr lang="en-US" sz="800"/>
          </a:p>
          <a:p>
            <a:pPr marL="0" indent="0">
              <a:buNone/>
            </a:pPr>
            <a:r>
              <a:rPr lang="en-US" sz="800">
                <a:solidFill>
                  <a:srgbClr val="24292F"/>
                </a:solidFill>
                <a:latin typeface="Courier New" pitchFamily="34" charset="0"/>
                <a:ea typeface="Courier New" pitchFamily="34" charset="-122"/>
                <a:cs typeface="Courier New" pitchFamily="34" charset="-120"/>
              </a:rPr>
              <a:t>    args: ["@some/mcp-server"]</a:t>
            </a:r>
            <a:endParaRPr lang="en-US" sz="800"/>
          </a:p>
          <a:p>
            <a:pPr marL="0" indent="0">
              <a:buNone/>
            </a:pPr>
            <a:r>
              <a:rPr lang="en-US" sz="800">
                <a:solidFill>
                  <a:srgbClr val="24292F"/>
                </a:solidFill>
                <a:latin typeface="Courier New" pitchFamily="34" charset="0"/>
                <a:ea typeface="Courier New" pitchFamily="34" charset="-122"/>
                <a:cs typeface="Courier New" pitchFamily="34" charset="-120"/>
              </a:rPr>
              <a:t>---</a:t>
            </a:r>
            <a:endParaRPr lang="en-US" sz="800"/>
          </a:p>
          <a:p>
            <a:pPr marL="0" indent="0">
              <a:buNone/>
            </a:pPr>
            <a:r>
              <a:rPr lang="en-US" sz="800">
                <a:solidFill>
                  <a:srgbClr val="24292F"/>
                </a:solidFill>
                <a:latin typeface="Courier New" pitchFamily="34" charset="0"/>
                <a:ea typeface="Courier New" pitchFamily="34" charset="-122"/>
                <a:cs typeface="Courier New" pitchFamily="34" charset="-120"/>
              </a:rPr>
              <a:t># Agent Instructions</a:t>
            </a:r>
            <a:endParaRPr lang="en-US" sz="800"/>
          </a:p>
        </p:txBody>
      </p:sp>
      <p:sp>
        <p:nvSpPr>
          <p:cNvPr id="6" name="Text 4">
            <a:extLst>
              <a:ext uri="{FF2B5EF4-FFF2-40B4-BE49-F238E27FC236}">
                <a16:creationId xmlns:a16="http://schemas.microsoft.com/office/drawing/2014/main" id="{FA1C482C-0199-F814-49D5-93DD8670D058}"/>
              </a:ext>
            </a:extLst>
          </p:cNvPr>
          <p:cNvSpPr/>
          <p:nvPr/>
        </p:nvSpPr>
        <p:spPr>
          <a:xfrm>
            <a:off x="6475730" y="3737967"/>
            <a:ext cx="10972800" cy="42672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b="1"/>
              <a:t>Frontmatter Fields</a:t>
            </a:r>
            <a:endParaRPr lang="en-US" sz="1600"/>
          </a:p>
        </p:txBody>
      </p:sp>
      <p:graphicFrame>
        <p:nvGraphicFramePr>
          <p:cNvPr id="7" name="Table 0">
            <a:extLst>
              <a:ext uri="{FF2B5EF4-FFF2-40B4-BE49-F238E27FC236}">
                <a16:creationId xmlns:a16="http://schemas.microsoft.com/office/drawing/2014/main" id="{EDC5D2DC-9814-073B-8125-332B1F019FAA}"/>
              </a:ext>
            </a:extLst>
          </p:cNvPr>
          <p:cNvGraphicFramePr>
            <a:graphicFrameLocks noGrp="1"/>
          </p:cNvGraphicFramePr>
          <p:nvPr/>
        </p:nvGraphicFramePr>
        <p:xfrm>
          <a:off x="6584701" y="4164687"/>
          <a:ext cx="4455832" cy="1950720"/>
        </p:xfrm>
        <a:graphic>
          <a:graphicData uri="http://schemas.openxmlformats.org/drawingml/2006/table">
            <a:tbl>
              <a:tblPr/>
              <a:tblGrid>
                <a:gridCol w="922410">
                  <a:extLst>
                    <a:ext uri="{9D8B030D-6E8A-4147-A177-3AD203B41FA5}">
                      <a16:colId xmlns:a16="http://schemas.microsoft.com/office/drawing/2014/main" val="20000"/>
                    </a:ext>
                  </a:extLst>
                </a:gridCol>
                <a:gridCol w="756356">
                  <a:extLst>
                    <a:ext uri="{9D8B030D-6E8A-4147-A177-3AD203B41FA5}">
                      <a16:colId xmlns:a16="http://schemas.microsoft.com/office/drawing/2014/main" val="20001"/>
                    </a:ext>
                  </a:extLst>
                </a:gridCol>
                <a:gridCol w="2777066">
                  <a:extLst>
                    <a:ext uri="{9D8B030D-6E8A-4147-A177-3AD203B41FA5}">
                      <a16:colId xmlns:a16="http://schemas.microsoft.com/office/drawing/2014/main" val="20002"/>
                    </a:ext>
                  </a:extLst>
                </a:gridCol>
              </a:tblGrid>
              <a:tr h="325120">
                <a:tc>
                  <a:txBody>
                    <a:bodyPr/>
                    <a:lstStyle/>
                    <a:p>
                      <a:pPr marL="0" indent="0">
                        <a:buNone/>
                      </a:pPr>
                      <a:r>
                        <a:rPr lang="en-US" sz="900" b="1">
                          <a:solidFill>
                            <a:schemeClr val="tx1"/>
                          </a:solidFill>
                        </a:rPr>
                        <a:t>Field</a:t>
                      </a:r>
                      <a:endParaRPr lang="en-US" sz="900">
                        <a:solidFill>
                          <a:schemeClr val="tx1"/>
                        </a:solidFill>
                      </a:endParaRP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tc>
                  <a:txBody>
                    <a:bodyPr/>
                    <a:lstStyle/>
                    <a:p>
                      <a:pPr marL="0" indent="0">
                        <a:buNone/>
                      </a:pPr>
                      <a:r>
                        <a:rPr lang="en-US" sz="900" b="1">
                          <a:solidFill>
                            <a:schemeClr val="tx1"/>
                          </a:solidFill>
                        </a:rPr>
                        <a:t>Required</a:t>
                      </a:r>
                      <a:endParaRPr lang="en-US" sz="900">
                        <a:solidFill>
                          <a:schemeClr val="tx1"/>
                        </a:solidFill>
                      </a:endParaRP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tc>
                  <a:txBody>
                    <a:bodyPr/>
                    <a:lstStyle/>
                    <a:p>
                      <a:pPr marL="0" indent="0">
                        <a:buNone/>
                      </a:pPr>
                      <a:r>
                        <a:rPr lang="en-US" sz="900" b="1">
                          <a:solidFill>
                            <a:schemeClr val="tx1"/>
                          </a:solidFill>
                        </a:rPr>
                        <a:t>Description</a:t>
                      </a:r>
                      <a:endParaRPr lang="en-US" sz="900">
                        <a:solidFill>
                          <a:schemeClr val="tx1"/>
                        </a:solidFill>
                      </a:endParaRP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10000"/>
                  </a:ext>
                </a:extLst>
              </a:tr>
              <a:tr h="325120">
                <a:tc>
                  <a:txBody>
                    <a:bodyPr/>
                    <a:lstStyle/>
                    <a:p>
                      <a:pPr marL="0" indent="0">
                        <a:buNone/>
                      </a:pPr>
                      <a:r>
                        <a:rPr lang="en-US" sz="900">
                          <a:solidFill>
                            <a:schemeClr val="tx1"/>
                          </a:solidFill>
                        </a:rPr>
                        <a:t>name</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r>
                        <a:rPr lang="en-US" sz="900">
                          <a:solidFill>
                            <a:schemeClr val="tx1"/>
                          </a:solidFill>
                        </a:rPr>
                        <a:t>No</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r>
                        <a:rPr lang="en-US" sz="900">
                          <a:solidFill>
                            <a:schemeClr val="tx1"/>
                          </a:solidFill>
                        </a:rPr>
                        <a:t>Display name (defaults to filename)</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25120">
                <a:tc>
                  <a:txBody>
                    <a:bodyPr/>
                    <a:lstStyle/>
                    <a:p>
                      <a:pPr marL="0" indent="0">
                        <a:buNone/>
                      </a:pPr>
                      <a:r>
                        <a:rPr lang="en-US" sz="900">
                          <a:solidFill>
                            <a:schemeClr val="tx1"/>
                          </a:solidFill>
                        </a:rPr>
                        <a:t>description</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r>
                        <a:rPr lang="en-US" sz="900">
                          <a:solidFill>
                            <a:schemeClr val="tx1"/>
                          </a:solidFill>
                        </a:rPr>
                        <a:t>Yes</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r>
                        <a:rPr lang="en-US" sz="900">
                          <a:solidFill>
                            <a:schemeClr val="tx1"/>
                          </a:solidFill>
                        </a:rPr>
                        <a:t>Describes when to invoke the agent</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25120">
                <a:tc>
                  <a:txBody>
                    <a:bodyPr/>
                    <a:lstStyle/>
                    <a:p>
                      <a:pPr marL="0" indent="0">
                        <a:buNone/>
                      </a:pPr>
                      <a:r>
                        <a:rPr lang="en-US" sz="900">
                          <a:solidFill>
                            <a:schemeClr val="tx1"/>
                          </a:solidFill>
                        </a:rPr>
                        <a:t>tools</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r>
                        <a:rPr lang="en-US" sz="900">
                          <a:solidFill>
                            <a:schemeClr val="tx1"/>
                          </a:solidFill>
                        </a:rPr>
                        <a:t>No</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r>
                        <a:rPr lang="en-US" sz="900">
                          <a:solidFill>
                            <a:schemeClr val="tx1"/>
                          </a:solidFill>
                        </a:rPr>
                        <a:t>Array of allowed tools (default: all)</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25120">
                <a:tc>
                  <a:txBody>
                    <a:bodyPr/>
                    <a:lstStyle/>
                    <a:p>
                      <a:pPr marL="0" indent="0">
                        <a:buNone/>
                      </a:pPr>
                      <a:r>
                        <a:rPr lang="en-US" sz="900">
                          <a:solidFill>
                            <a:schemeClr val="tx1"/>
                          </a:solidFill>
                        </a:rPr>
                        <a:t>mcp-servers</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r>
                        <a:rPr lang="en-US" sz="900">
                          <a:solidFill>
                            <a:schemeClr val="tx1"/>
                          </a:solidFill>
                        </a:rPr>
                        <a:t>No</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r>
                        <a:rPr lang="en-US" sz="900">
                          <a:solidFill>
                            <a:schemeClr val="tx1"/>
                          </a:solidFill>
                        </a:rPr>
                        <a:t>MCP server configuration</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25120">
                <a:tc>
                  <a:txBody>
                    <a:bodyPr/>
                    <a:lstStyle/>
                    <a:p>
                      <a:pPr marL="0" indent="0">
                        <a:buNone/>
                      </a:pPr>
                      <a:r>
                        <a:rPr lang="en-US" sz="900">
                          <a:solidFill>
                            <a:schemeClr val="tx1"/>
                          </a:solidFill>
                        </a:rPr>
                        <a:t>infer</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r>
                        <a:rPr lang="en-US" sz="900">
                          <a:solidFill>
                            <a:schemeClr val="tx1"/>
                          </a:solidFill>
                        </a:rPr>
                        <a:t>No</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r>
                        <a:rPr lang="en-US" sz="900" dirty="0">
                          <a:solidFill>
                            <a:schemeClr val="tx1"/>
                          </a:solidFill>
                        </a:rPr>
                        <a:t>Whether agent can be auto-invoked (default: true)</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
        <p:nvSpPr>
          <p:cNvPr id="14" name="TextBox 13">
            <a:extLst>
              <a:ext uri="{FF2B5EF4-FFF2-40B4-BE49-F238E27FC236}">
                <a16:creationId xmlns:a16="http://schemas.microsoft.com/office/drawing/2014/main" id="{AD7D1779-F11D-B745-A48E-9E358CAF5B59}"/>
              </a:ext>
            </a:extLst>
          </p:cNvPr>
          <p:cNvSpPr txBox="1"/>
          <p:nvPr/>
        </p:nvSpPr>
        <p:spPr>
          <a:xfrm>
            <a:off x="6584701" y="6144767"/>
            <a:ext cx="3021959" cy="246221"/>
          </a:xfrm>
          <a:prstGeom prst="rect">
            <a:avLst/>
          </a:prstGeom>
          <a:noFill/>
        </p:spPr>
        <p:txBody>
          <a:bodyPr wrap="square">
            <a:spAutoFit/>
          </a:bodyPr>
          <a:lstStyle/>
          <a:p>
            <a:r>
              <a:rPr lang="en-US" sz="1000" dirty="0">
                <a:latin typeface="Aptos" pitchFamily="2" charset="77"/>
                <a:cs typeface="Aptos" pitchFamily="2" charset="77"/>
              </a:rPr>
              <a:t>* More details on our Custom Agents </a:t>
            </a:r>
            <a:r>
              <a:rPr lang="en-US" sz="1000" dirty="0">
                <a:latin typeface="Aptos" pitchFamily="2" charset="77"/>
                <a:cs typeface="Aptos" pitchFamily="2" charset="77"/>
                <a:hlinkClick r:id="rId3"/>
              </a:rPr>
              <a:t>docs page</a:t>
            </a:r>
            <a:r>
              <a:rPr lang="en-US" sz="1000" dirty="0">
                <a:latin typeface="Aptos" pitchFamily="2" charset="77"/>
                <a:cs typeface="Aptos" pitchFamily="2" charset="77"/>
              </a:rPr>
              <a:t>.</a:t>
            </a:r>
          </a:p>
        </p:txBody>
      </p:sp>
      <p:cxnSp>
        <p:nvCxnSpPr>
          <p:cNvPr id="16" name="Straight Connector 15">
            <a:extLst>
              <a:ext uri="{FF2B5EF4-FFF2-40B4-BE49-F238E27FC236}">
                <a16:creationId xmlns:a16="http://schemas.microsoft.com/office/drawing/2014/main" id="{EE73C1C1-70B2-CC67-264E-E24A002E0BF0}"/>
              </a:ext>
            </a:extLst>
          </p:cNvPr>
          <p:cNvCxnSpPr/>
          <p:nvPr/>
        </p:nvCxnSpPr>
        <p:spPr>
          <a:xfrm>
            <a:off x="5847645" y="648823"/>
            <a:ext cx="0" cy="5734755"/>
          </a:xfrm>
          <a:prstGeom prst="line">
            <a:avLst/>
          </a:prstGeom>
          <a:ln>
            <a:solidFill>
              <a:schemeClr val="accent1">
                <a:alpha val="56000"/>
              </a:schemeClr>
            </a:solidFill>
          </a:ln>
        </p:spPr>
        <p:style>
          <a:lnRef idx="1">
            <a:schemeClr val="accent1"/>
          </a:lnRef>
          <a:fillRef idx="0">
            <a:schemeClr val="accent1"/>
          </a:fillRef>
          <a:effectRef idx="0">
            <a:schemeClr val="accent1"/>
          </a:effectRef>
          <a:fontRef idx="minor">
            <a:schemeClr val="tx1"/>
          </a:fontRef>
        </p:style>
      </p:cxnSp>
      <p:graphicFrame>
        <p:nvGraphicFramePr>
          <p:cNvPr id="17" name="Table 16">
            <a:extLst>
              <a:ext uri="{FF2B5EF4-FFF2-40B4-BE49-F238E27FC236}">
                <a16:creationId xmlns:a16="http://schemas.microsoft.com/office/drawing/2014/main" id="{4430208B-E759-3DFD-CD5D-7F2D69541A02}"/>
              </a:ext>
            </a:extLst>
          </p:cNvPr>
          <p:cNvGraphicFramePr>
            <a:graphicFrameLocks noGrp="1"/>
          </p:cNvGraphicFramePr>
          <p:nvPr>
            <p:extLst>
              <p:ext uri="{D42A27DB-BD31-4B8C-83A1-F6EECF244321}">
                <p14:modId xmlns:p14="http://schemas.microsoft.com/office/powerpoint/2010/main" val="3947697308"/>
              </p:ext>
            </p:extLst>
          </p:nvPr>
        </p:nvGraphicFramePr>
        <p:xfrm>
          <a:off x="690267" y="2538690"/>
          <a:ext cx="4821077" cy="2879336"/>
        </p:xfrm>
        <a:graphic>
          <a:graphicData uri="http://schemas.openxmlformats.org/drawingml/2006/table">
            <a:tbl>
              <a:tblPr/>
              <a:tblGrid>
                <a:gridCol w="1216374">
                  <a:extLst>
                    <a:ext uri="{9D8B030D-6E8A-4147-A177-3AD203B41FA5}">
                      <a16:colId xmlns:a16="http://schemas.microsoft.com/office/drawing/2014/main" val="4270492493"/>
                    </a:ext>
                  </a:extLst>
                </a:gridCol>
                <a:gridCol w="1150831">
                  <a:extLst>
                    <a:ext uri="{9D8B030D-6E8A-4147-A177-3AD203B41FA5}">
                      <a16:colId xmlns:a16="http://schemas.microsoft.com/office/drawing/2014/main" val="2181253948"/>
                    </a:ext>
                  </a:extLst>
                </a:gridCol>
                <a:gridCol w="1237767">
                  <a:extLst>
                    <a:ext uri="{9D8B030D-6E8A-4147-A177-3AD203B41FA5}">
                      <a16:colId xmlns:a16="http://schemas.microsoft.com/office/drawing/2014/main" val="1483241057"/>
                    </a:ext>
                  </a:extLst>
                </a:gridCol>
                <a:gridCol w="1216105">
                  <a:extLst>
                    <a:ext uri="{9D8B030D-6E8A-4147-A177-3AD203B41FA5}">
                      <a16:colId xmlns:a16="http://schemas.microsoft.com/office/drawing/2014/main" val="3119567647"/>
                    </a:ext>
                  </a:extLst>
                </a:gridCol>
              </a:tblGrid>
              <a:tr h="1040376">
                <a:tc>
                  <a:txBody>
                    <a:bodyPr/>
                    <a:lstStyle/>
                    <a:p>
                      <a:pPr marL="0" indent="0">
                        <a:buNone/>
                      </a:pPr>
                      <a:endParaRPr lang="en-US" sz="1000" i="1">
                        <a:solidFill>
                          <a:schemeClr val="tx1"/>
                        </a:solidFill>
                        <a:latin typeface="Courier New" charset="0"/>
                        <a:ea typeface="Courier New" charset="0"/>
                        <a:cs typeface="Courier New" charset="0"/>
                      </a:endParaRP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endParaRPr lang="en-US" sz="1000">
                        <a:solidFill>
                          <a:schemeClr val="tx1"/>
                        </a:solidFill>
                      </a:endParaRP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endParaRPr lang="en-US" sz="1000">
                        <a:solidFill>
                          <a:schemeClr val="tx1"/>
                        </a:solidFill>
                      </a:endParaRP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endParaRPr lang="en-US" sz="1000" dirty="0">
                        <a:solidFill>
                          <a:schemeClr val="tx1"/>
                        </a:solidFill>
                      </a:endParaRP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27662226"/>
                  </a:ext>
                </a:extLst>
              </a:tr>
              <a:tr h="3454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dirty="0">
                          <a:solidFill>
                            <a:schemeClr val="tx1"/>
                          </a:solidFill>
                          <a:latin typeface="Courier New" pitchFamily="34" charset="0"/>
                          <a:ea typeface="Courier New" charset="0"/>
                          <a:cs typeface="Courier New" pitchFamily="34" charset="-120"/>
                        </a:rPr>
                        <a:t>General</a:t>
                      </a:r>
                      <a:endParaRPr lang="en-US" sz="1200" i="0" dirty="0">
                        <a:solidFill>
                          <a:schemeClr val="tx1"/>
                        </a:solidFill>
                        <a:latin typeface="Courier New" charset="0"/>
                        <a:ea typeface="Courier New" charset="0"/>
                        <a:cs typeface="Courier New" charset="0"/>
                      </a:endParaRP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Courier New" pitchFamily="34" charset="0"/>
                          <a:ea typeface="Courier New" pitchFamily="34" charset="-122"/>
                          <a:cs typeface="Courier New" pitchFamily="34" charset="-120"/>
                        </a:rPr>
                        <a:t>Research</a:t>
                      </a:r>
                      <a:endParaRPr lang="en-US" sz="1200" i="1" dirty="0">
                        <a:solidFill>
                          <a:schemeClr val="tx1"/>
                        </a:solidFill>
                        <a:latin typeface="Courier New" charset="0"/>
                        <a:ea typeface="Courier New" charset="0"/>
                        <a:cs typeface="Courier New" charset="0"/>
                      </a:endParaRP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Courier New" pitchFamily="34" charset="0"/>
                          <a:ea typeface="Courier New" pitchFamily="34" charset="-122"/>
                          <a:cs typeface="Courier New" pitchFamily="34" charset="-120"/>
                        </a:rPr>
                        <a:t>Plan</a:t>
                      </a:r>
                      <a:endParaRPr lang="en-US" sz="1200" i="1" dirty="0">
                        <a:solidFill>
                          <a:schemeClr val="tx1"/>
                        </a:solidFill>
                        <a:latin typeface="Courier New" charset="0"/>
                        <a:ea typeface="Courier New" charset="0"/>
                        <a:cs typeface="Courier New" charset="0"/>
                      </a:endParaRP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Courier New" pitchFamily="34" charset="0"/>
                          <a:ea typeface="Courier New" pitchFamily="34" charset="-122"/>
                          <a:cs typeface="Courier New" pitchFamily="34" charset="-120"/>
                        </a:rPr>
                        <a:t>Autopilot</a:t>
                      </a:r>
                      <a:endParaRPr lang="en-US" sz="1200" i="1" dirty="0">
                        <a:solidFill>
                          <a:schemeClr val="tx1"/>
                        </a:solidFill>
                        <a:latin typeface="Courier New" charset="0"/>
                        <a:ea typeface="Courier New" charset="0"/>
                        <a:cs typeface="Courier New" charset="0"/>
                      </a:endParaRP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3226127"/>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solidFill>
                            <a:schemeClr val="tx1"/>
                          </a:solidFill>
                        </a:rPr>
                        <a:t>Full-featured agent using all CLI tools for complex multi-step tasks.</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dirty="0">
                        <a:solidFill>
                          <a:schemeClr val="tx1"/>
                        </a:solidFill>
                      </a:endParaRP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solidFill>
                            <a:schemeClr val="tx1"/>
                          </a:solidFill>
                        </a:rPr>
                        <a:t>Run deep research investigation using GitHub search and web sources</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solidFill>
                            <a:schemeClr val="tx1"/>
                          </a:solidFill>
                        </a:rPr>
                        <a:t>Create a full implementation plan before coding by specify requirements and answering questions</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dirty="0">
                        <a:solidFill>
                          <a:schemeClr val="tx1"/>
                        </a:solidFill>
                      </a:endParaRP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1000" dirty="0">
                          <a:solidFill>
                            <a:schemeClr val="tx1"/>
                          </a:solidFill>
                        </a:rPr>
                        <a:t>Works through a task without waiting for your input after each step autonomously until it determines the task is complete.</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36387539"/>
                  </a:ext>
                </a:extLst>
              </a:tr>
            </a:tbl>
          </a:graphicData>
        </a:graphic>
      </p:graphicFrame>
      <p:sp>
        <p:nvSpPr>
          <p:cNvPr id="18" name="AutoShape 2" descr="Generated image">
            <a:extLst>
              <a:ext uri="{FF2B5EF4-FFF2-40B4-BE49-F238E27FC236}">
                <a16:creationId xmlns:a16="http://schemas.microsoft.com/office/drawing/2014/main" id="{7C50CCCC-69E5-F49C-536D-FB67F648681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2" name="Picture 21">
            <a:extLst>
              <a:ext uri="{FF2B5EF4-FFF2-40B4-BE49-F238E27FC236}">
                <a16:creationId xmlns:a16="http://schemas.microsoft.com/office/drawing/2014/main" id="{EE57959E-5F24-F4DE-D7B2-5DCA24611631}"/>
              </a:ext>
            </a:extLst>
          </p:cNvPr>
          <p:cNvPicPr>
            <a:picLocks noChangeAspect="1"/>
          </p:cNvPicPr>
          <p:nvPr/>
        </p:nvPicPr>
        <p:blipFill>
          <a:blip r:embed="rId4" cstate="print">
            <a:alphaModFix amt="64000"/>
            <a:extLst>
              <a:ext uri="{28A0092B-C50C-407E-A947-70E740481C1C}">
                <a14:useLocalDpi xmlns:a14="http://schemas.microsoft.com/office/drawing/2010/main"/>
              </a:ext>
            </a:extLst>
          </a:blip>
          <a:srcRect/>
          <a:stretch>
            <a:fillRect/>
          </a:stretch>
        </p:blipFill>
        <p:spPr>
          <a:xfrm>
            <a:off x="4830295" y="3198118"/>
            <a:ext cx="466845" cy="365760"/>
          </a:xfrm>
          <a:prstGeom prst="rect">
            <a:avLst/>
          </a:prstGeom>
        </p:spPr>
      </p:pic>
      <p:pic>
        <p:nvPicPr>
          <p:cNvPr id="25" name="Picture 24">
            <a:extLst>
              <a:ext uri="{FF2B5EF4-FFF2-40B4-BE49-F238E27FC236}">
                <a16:creationId xmlns:a16="http://schemas.microsoft.com/office/drawing/2014/main" id="{7F9E55F3-2D39-C169-6514-8DEB640DFB7B}"/>
              </a:ext>
            </a:extLst>
          </p:cNvPr>
          <p:cNvPicPr>
            <a:picLocks noChangeAspect="1"/>
          </p:cNvPicPr>
          <p:nvPr/>
        </p:nvPicPr>
        <p:blipFill>
          <a:blip r:embed="rId5" cstate="print">
            <a:alphaModFix amt="64000"/>
            <a:extLst>
              <a:ext uri="{28A0092B-C50C-407E-A947-70E740481C1C}">
                <a14:useLocalDpi xmlns:a14="http://schemas.microsoft.com/office/drawing/2010/main"/>
              </a:ext>
            </a:extLst>
          </a:blip>
          <a:srcRect/>
          <a:stretch>
            <a:fillRect/>
          </a:stretch>
        </p:blipFill>
        <p:spPr>
          <a:xfrm>
            <a:off x="2092469" y="2865432"/>
            <a:ext cx="709836" cy="601428"/>
          </a:xfrm>
          <a:prstGeom prst="rect">
            <a:avLst/>
          </a:prstGeom>
        </p:spPr>
      </p:pic>
      <p:pic>
        <p:nvPicPr>
          <p:cNvPr id="26" name="Picture 25">
            <a:extLst>
              <a:ext uri="{FF2B5EF4-FFF2-40B4-BE49-F238E27FC236}">
                <a16:creationId xmlns:a16="http://schemas.microsoft.com/office/drawing/2014/main" id="{C6219475-4913-C341-1A7F-6C5978466F72}"/>
              </a:ext>
            </a:extLst>
          </p:cNvPr>
          <p:cNvPicPr>
            <a:picLocks noChangeAspect="1"/>
          </p:cNvPicPr>
          <p:nvPr/>
        </p:nvPicPr>
        <p:blipFill>
          <a:blip r:embed="rId6" cstate="print">
            <a:alphaModFix amt="64000"/>
            <a:extLst>
              <a:ext uri="{28A0092B-C50C-407E-A947-70E740481C1C}">
                <a14:useLocalDpi xmlns:a14="http://schemas.microsoft.com/office/drawing/2010/main"/>
              </a:ext>
            </a:extLst>
          </a:blip>
          <a:srcRect/>
          <a:stretch>
            <a:fillRect/>
          </a:stretch>
        </p:blipFill>
        <p:spPr>
          <a:xfrm>
            <a:off x="3383403" y="2827572"/>
            <a:ext cx="709836" cy="601428"/>
          </a:xfrm>
          <a:prstGeom prst="rect">
            <a:avLst/>
          </a:prstGeom>
        </p:spPr>
      </p:pic>
      <p:pic>
        <p:nvPicPr>
          <p:cNvPr id="27" name="Picture 26">
            <a:extLst>
              <a:ext uri="{FF2B5EF4-FFF2-40B4-BE49-F238E27FC236}">
                <a16:creationId xmlns:a16="http://schemas.microsoft.com/office/drawing/2014/main" id="{11818B40-9854-0EED-D5E7-BE18468D13F1}"/>
              </a:ext>
            </a:extLst>
          </p:cNvPr>
          <p:cNvPicPr>
            <a:picLocks noChangeAspect="1"/>
          </p:cNvPicPr>
          <p:nvPr/>
        </p:nvPicPr>
        <p:blipFill>
          <a:blip r:embed="rId7" cstate="print">
            <a:alphaModFix amt="64000"/>
            <a:extLst>
              <a:ext uri="{28A0092B-C50C-407E-A947-70E740481C1C}">
                <a14:useLocalDpi xmlns:a14="http://schemas.microsoft.com/office/drawing/2010/main"/>
              </a:ext>
            </a:extLst>
          </a:blip>
          <a:srcRect/>
          <a:stretch>
            <a:fillRect/>
          </a:stretch>
        </p:blipFill>
        <p:spPr>
          <a:xfrm>
            <a:off x="959117" y="2852360"/>
            <a:ext cx="643468" cy="601428"/>
          </a:xfrm>
          <a:prstGeom prst="rect">
            <a:avLst/>
          </a:prstGeom>
        </p:spPr>
      </p:pic>
      <p:pic>
        <p:nvPicPr>
          <p:cNvPr id="2" name="Picture 1">
            <a:extLst>
              <a:ext uri="{FF2B5EF4-FFF2-40B4-BE49-F238E27FC236}">
                <a16:creationId xmlns:a16="http://schemas.microsoft.com/office/drawing/2014/main" id="{2E4C46A5-6B8D-38BF-EDE4-1645178BF714}"/>
              </a:ext>
            </a:extLst>
          </p:cNvPr>
          <p:cNvPicPr>
            <a:picLocks noChangeAspect="1"/>
          </p:cNvPicPr>
          <p:nvPr/>
        </p:nvPicPr>
        <p:blipFill>
          <a:blip r:embed="rId8" cstate="print">
            <a:alphaModFix amt="64000"/>
            <a:extLst>
              <a:ext uri="{28A0092B-C50C-407E-A947-70E740481C1C}">
                <a14:useLocalDpi xmlns:a14="http://schemas.microsoft.com/office/drawing/2010/main"/>
              </a:ext>
            </a:extLst>
          </a:blip>
          <a:srcRect/>
          <a:stretch>
            <a:fillRect/>
          </a:stretch>
        </p:blipFill>
        <p:spPr>
          <a:xfrm>
            <a:off x="4446914" y="2794048"/>
            <a:ext cx="391326" cy="365760"/>
          </a:xfrm>
          <a:prstGeom prst="rect">
            <a:avLst/>
          </a:prstGeom>
        </p:spPr>
      </p:pic>
      <p:pic>
        <p:nvPicPr>
          <p:cNvPr id="8" name="Picture 7">
            <a:extLst>
              <a:ext uri="{FF2B5EF4-FFF2-40B4-BE49-F238E27FC236}">
                <a16:creationId xmlns:a16="http://schemas.microsoft.com/office/drawing/2014/main" id="{42835A38-5FA5-797F-12E5-FF368BB39E97}"/>
              </a:ext>
            </a:extLst>
          </p:cNvPr>
          <p:cNvPicPr>
            <a:picLocks noChangeAspect="1"/>
          </p:cNvPicPr>
          <p:nvPr/>
        </p:nvPicPr>
        <p:blipFill>
          <a:blip r:embed="rId9" cstate="print">
            <a:alphaModFix amt="64000"/>
            <a:extLst>
              <a:ext uri="{28A0092B-C50C-407E-A947-70E740481C1C}">
                <a14:useLocalDpi xmlns:a14="http://schemas.microsoft.com/office/drawing/2010/main"/>
              </a:ext>
            </a:extLst>
          </a:blip>
          <a:srcRect/>
          <a:stretch>
            <a:fillRect/>
          </a:stretch>
        </p:blipFill>
        <p:spPr>
          <a:xfrm>
            <a:off x="4847873" y="2794048"/>
            <a:ext cx="431688" cy="365760"/>
          </a:xfrm>
          <a:prstGeom prst="rect">
            <a:avLst/>
          </a:prstGeom>
        </p:spPr>
      </p:pic>
      <p:pic>
        <p:nvPicPr>
          <p:cNvPr id="9" name="Picture 8">
            <a:extLst>
              <a:ext uri="{FF2B5EF4-FFF2-40B4-BE49-F238E27FC236}">
                <a16:creationId xmlns:a16="http://schemas.microsoft.com/office/drawing/2014/main" id="{86693CF8-167C-391E-0708-ADAB6F63E873}"/>
              </a:ext>
            </a:extLst>
          </p:cNvPr>
          <p:cNvPicPr>
            <a:picLocks noChangeAspect="1"/>
          </p:cNvPicPr>
          <p:nvPr/>
        </p:nvPicPr>
        <p:blipFill>
          <a:blip r:embed="rId10" cstate="print">
            <a:alphaModFix amt="64000"/>
            <a:extLst>
              <a:ext uri="{28A0092B-C50C-407E-A947-70E740481C1C}">
                <a14:useLocalDpi xmlns:a14="http://schemas.microsoft.com/office/drawing/2010/main"/>
              </a:ext>
            </a:extLst>
          </a:blip>
          <a:srcRect/>
          <a:stretch>
            <a:fillRect/>
          </a:stretch>
        </p:blipFill>
        <p:spPr>
          <a:xfrm>
            <a:off x="4434839" y="3204833"/>
            <a:ext cx="431688" cy="365760"/>
          </a:xfrm>
          <a:prstGeom prst="rect">
            <a:avLst/>
          </a:prstGeom>
        </p:spPr>
      </p:pic>
    </p:spTree>
    <p:extLst>
      <p:ext uri="{BB962C8B-B14F-4D97-AF65-F5344CB8AC3E}">
        <p14:creationId xmlns:p14="http://schemas.microsoft.com/office/powerpoint/2010/main" val="2866801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E4668-72BB-D3E1-6E4A-B30FD8B5D9F2}"/>
              </a:ext>
            </a:extLst>
          </p:cNvPr>
          <p:cNvSpPr>
            <a:spLocks noGrp="1"/>
          </p:cNvSpPr>
          <p:nvPr>
            <p:ph type="title"/>
          </p:nvPr>
        </p:nvSpPr>
        <p:spPr>
          <a:xfrm>
            <a:off x="380678" y="1814384"/>
            <a:ext cx="5329526" cy="632483"/>
          </a:xfrm>
        </p:spPr>
        <p:txBody>
          <a:bodyPr>
            <a:normAutofit/>
          </a:bodyPr>
          <a:lstStyle/>
          <a:p>
            <a:r>
              <a:rPr lang="en-US" dirty="0"/>
              <a:t>Subagents </a:t>
            </a:r>
          </a:p>
        </p:txBody>
      </p:sp>
      <p:sp>
        <p:nvSpPr>
          <p:cNvPr id="4" name="Picture Placeholder 3">
            <a:extLst>
              <a:ext uri="{FF2B5EF4-FFF2-40B4-BE49-F238E27FC236}">
                <a16:creationId xmlns:a16="http://schemas.microsoft.com/office/drawing/2014/main" id="{76F1399B-3651-0290-E6F3-19DCD9D03EE8}"/>
              </a:ext>
            </a:extLst>
          </p:cNvPr>
          <p:cNvSpPr>
            <a:spLocks noGrp="1"/>
          </p:cNvSpPr>
          <p:nvPr>
            <p:ph type="pic" sz="quarter" idx="32"/>
          </p:nvPr>
        </p:nvSpPr>
        <p:spPr/>
        <p:txBody>
          <a:bodyPr/>
          <a:lstStyle/>
          <a:p>
            <a:endParaRPr lang="en-US"/>
          </a:p>
        </p:txBody>
      </p:sp>
      <p:sp>
        <p:nvSpPr>
          <p:cNvPr id="5" name="Text Placeholder 4">
            <a:extLst>
              <a:ext uri="{FF2B5EF4-FFF2-40B4-BE49-F238E27FC236}">
                <a16:creationId xmlns:a16="http://schemas.microsoft.com/office/drawing/2014/main" id="{D206FD26-C70B-5607-4EFC-C6A1318B31F6}"/>
              </a:ext>
            </a:extLst>
          </p:cNvPr>
          <p:cNvSpPr>
            <a:spLocks noGrp="1"/>
          </p:cNvSpPr>
          <p:nvPr>
            <p:ph type="body" sz="quarter" idx="26"/>
          </p:nvPr>
        </p:nvSpPr>
        <p:spPr>
          <a:xfrm>
            <a:off x="380678" y="2379133"/>
            <a:ext cx="5329526" cy="4084079"/>
          </a:xfrm>
        </p:spPr>
        <p:txBody>
          <a:bodyPr/>
          <a:lstStyle/>
          <a:p>
            <a:r>
              <a:rPr lang="en-US" dirty="0"/>
              <a:t>Built-in tasks to delegate to specialized AI agents</a:t>
            </a:r>
            <a:br>
              <a:rPr lang="en-US" dirty="0"/>
            </a:br>
            <a:br>
              <a:rPr lang="en-US" dirty="0"/>
            </a:br>
            <a:r>
              <a:rPr lang="en-US" dirty="0">
                <a:solidFill>
                  <a:schemeClr val="tx1"/>
                </a:solidFill>
              </a:rPr>
              <a:t>explore</a:t>
            </a:r>
          </a:p>
          <a:p>
            <a:r>
              <a:rPr lang="en-US" dirty="0"/>
              <a:t>Fast codebase exploration, finding files, answering code questions</a:t>
            </a:r>
          </a:p>
          <a:p>
            <a:r>
              <a:rPr lang="en-US" dirty="0">
                <a:solidFill>
                  <a:schemeClr val="tx1"/>
                </a:solidFill>
              </a:rPr>
              <a:t>task</a:t>
            </a:r>
          </a:p>
          <a:p>
            <a:r>
              <a:rPr lang="en-US" dirty="0"/>
              <a:t>Executing commands like tests, builds, </a:t>
            </a:r>
            <a:r>
              <a:rPr lang="en-US" dirty="0" err="1"/>
              <a:t>lints</a:t>
            </a:r>
            <a:endParaRPr lang="en-US" dirty="0"/>
          </a:p>
          <a:p>
            <a:r>
              <a:rPr lang="en-US" dirty="0">
                <a:solidFill>
                  <a:schemeClr val="tx1"/>
                </a:solidFill>
              </a:rPr>
              <a:t>general-purpose</a:t>
            </a:r>
          </a:p>
          <a:p>
            <a:r>
              <a:rPr lang="en-US" dirty="0"/>
              <a:t>Complex multi-step tasks requiring full toolset</a:t>
            </a:r>
          </a:p>
          <a:p>
            <a:r>
              <a:rPr lang="en-US" dirty="0">
                <a:solidFill>
                  <a:schemeClr val="tx1"/>
                </a:solidFill>
              </a:rPr>
              <a:t>code-review</a:t>
            </a:r>
          </a:p>
          <a:p>
            <a:r>
              <a:rPr lang="en-US" dirty="0"/>
              <a:t>High-signal code review for bugs and security issues</a:t>
            </a:r>
          </a:p>
        </p:txBody>
      </p:sp>
      <p:pic>
        <p:nvPicPr>
          <p:cNvPr id="7" name="Picture 6" descr="The image is a PowerShell command prompt displaying a list of tasks for an intelligent agent to perform, such as codebase exploration, running tests, and code review.&#10;&#10;AI-generated content may be incorrect.">
            <a:extLst>
              <a:ext uri="{FF2B5EF4-FFF2-40B4-BE49-F238E27FC236}">
                <a16:creationId xmlns:a16="http://schemas.microsoft.com/office/drawing/2014/main" id="{DE94D6E9-51DB-5A36-3A5A-8C13B10ECC3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51884" y="1544465"/>
            <a:ext cx="6140116" cy="3769069"/>
          </a:xfrm>
          <a:prstGeom prst="rect">
            <a:avLst/>
          </a:prstGeom>
        </p:spPr>
      </p:pic>
    </p:spTree>
    <p:extLst>
      <p:ext uri="{BB962C8B-B14F-4D97-AF65-F5344CB8AC3E}">
        <p14:creationId xmlns:p14="http://schemas.microsoft.com/office/powerpoint/2010/main" val="2934619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 Placeholder 1">
            <a:extLst>
              <a:ext uri="{FF2B5EF4-FFF2-40B4-BE49-F238E27FC236}">
                <a16:creationId xmlns:a16="http://schemas.microsoft.com/office/drawing/2014/main" id="{CA7D8FC2-F287-15AA-F2B0-2DD968831C02}"/>
              </a:ext>
            </a:extLst>
          </p:cNvPr>
          <p:cNvSpPr>
            <a:spLocks noGrp="1"/>
          </p:cNvSpPr>
          <p:nvPr>
            <p:ph type="body" sz="quarter" idx="26"/>
          </p:nvPr>
        </p:nvSpPr>
        <p:spPr>
          <a:xfrm>
            <a:off x="4770060" y="551085"/>
            <a:ext cx="3239551" cy="457200"/>
          </a:xfrm>
        </p:spPr>
        <p:txBody>
          <a:bodyPr/>
          <a:lstStyle/>
          <a:p>
            <a:r>
              <a:rPr lang="en-US">
                <a:latin typeface="Consolas" panose="02000009000000000000" pitchFamily="49" charset="0"/>
                <a:ea typeface="Consolas" panose="02000009000000000000" pitchFamily="49" charset="0"/>
                <a:cs typeface="Consolas" panose="02000009000000000000" pitchFamily="49" charset="0"/>
              </a:rPr>
              <a:t>/agent</a:t>
            </a:r>
          </a:p>
        </p:txBody>
      </p:sp>
      <p:sp>
        <p:nvSpPr>
          <p:cNvPr id="71" name="Text Placeholder 2">
            <a:extLst>
              <a:ext uri="{FF2B5EF4-FFF2-40B4-BE49-F238E27FC236}">
                <a16:creationId xmlns:a16="http://schemas.microsoft.com/office/drawing/2014/main" id="{12AB47DA-991F-E99F-699B-943738C30199}"/>
              </a:ext>
            </a:extLst>
          </p:cNvPr>
          <p:cNvSpPr>
            <a:spLocks noGrp="1"/>
          </p:cNvSpPr>
          <p:nvPr>
            <p:ph type="body" sz="quarter" idx="27"/>
          </p:nvPr>
        </p:nvSpPr>
        <p:spPr>
          <a:xfrm>
            <a:off x="4770061" y="1026034"/>
            <a:ext cx="3239550" cy="429998"/>
          </a:xfrm>
        </p:spPr>
        <p:txBody>
          <a:bodyPr/>
          <a:lstStyle/>
          <a:p>
            <a:r>
              <a:rPr lang="en-US"/>
              <a:t>Switch to a custom agent</a:t>
            </a:r>
          </a:p>
        </p:txBody>
      </p:sp>
      <p:sp>
        <p:nvSpPr>
          <p:cNvPr id="72" name="Text Placeholder 4">
            <a:extLst>
              <a:ext uri="{FF2B5EF4-FFF2-40B4-BE49-F238E27FC236}">
                <a16:creationId xmlns:a16="http://schemas.microsoft.com/office/drawing/2014/main" id="{6EC3A0E5-640F-1E40-B467-9764C74274CD}"/>
              </a:ext>
            </a:extLst>
          </p:cNvPr>
          <p:cNvSpPr>
            <a:spLocks noGrp="1"/>
          </p:cNvSpPr>
          <p:nvPr>
            <p:ph type="body" sz="quarter" idx="29"/>
          </p:nvPr>
        </p:nvSpPr>
        <p:spPr>
          <a:xfrm>
            <a:off x="4770060" y="1483234"/>
            <a:ext cx="3239551" cy="457200"/>
          </a:xfrm>
        </p:spPr>
        <p:txBody>
          <a:bodyPr/>
          <a:lstStyle/>
          <a:p>
            <a:r>
              <a:rPr lang="en-US">
                <a:latin typeface="Consolas" panose="02000009000000000000" pitchFamily="49" charset="0"/>
                <a:ea typeface="Consolas" panose="02000009000000000000" pitchFamily="49" charset="0"/>
                <a:cs typeface="Consolas" panose="02000009000000000000" pitchFamily="49" charset="0"/>
              </a:rPr>
              <a:t>/model</a:t>
            </a:r>
          </a:p>
        </p:txBody>
      </p:sp>
      <p:sp>
        <p:nvSpPr>
          <p:cNvPr id="73" name="Text Placeholder 5">
            <a:extLst>
              <a:ext uri="{FF2B5EF4-FFF2-40B4-BE49-F238E27FC236}">
                <a16:creationId xmlns:a16="http://schemas.microsoft.com/office/drawing/2014/main" id="{E835F326-6803-5A87-C3BE-F98773B83CC6}"/>
              </a:ext>
            </a:extLst>
          </p:cNvPr>
          <p:cNvSpPr>
            <a:spLocks noGrp="1"/>
          </p:cNvSpPr>
          <p:nvPr>
            <p:ph type="body" sz="quarter" idx="30"/>
          </p:nvPr>
        </p:nvSpPr>
        <p:spPr>
          <a:xfrm>
            <a:off x="4770061" y="1958183"/>
            <a:ext cx="3239550" cy="586767"/>
          </a:xfrm>
        </p:spPr>
        <p:txBody>
          <a:bodyPr/>
          <a:lstStyle/>
          <a:p>
            <a:r>
              <a:rPr lang="en-US"/>
              <a:t>View all available models and choose which to use</a:t>
            </a:r>
          </a:p>
        </p:txBody>
      </p:sp>
      <p:sp>
        <p:nvSpPr>
          <p:cNvPr id="74" name="Text Placeholder 7">
            <a:extLst>
              <a:ext uri="{FF2B5EF4-FFF2-40B4-BE49-F238E27FC236}">
                <a16:creationId xmlns:a16="http://schemas.microsoft.com/office/drawing/2014/main" id="{F51AD104-DC20-76A9-8A2B-2A4FA836F7F5}"/>
              </a:ext>
            </a:extLst>
          </p:cNvPr>
          <p:cNvSpPr>
            <a:spLocks noGrp="1"/>
          </p:cNvSpPr>
          <p:nvPr>
            <p:ph type="body" sz="quarter" idx="32"/>
          </p:nvPr>
        </p:nvSpPr>
        <p:spPr>
          <a:xfrm>
            <a:off x="8464741" y="517406"/>
            <a:ext cx="3239551" cy="457200"/>
          </a:xfrm>
        </p:spPr>
        <p:txBody>
          <a:bodyPr/>
          <a:lstStyle/>
          <a:p>
            <a:r>
              <a:rPr lang="en-US">
                <a:latin typeface="Consolas" panose="02000009000000000000" pitchFamily="49" charset="0"/>
                <a:ea typeface="Consolas" panose="02000009000000000000" pitchFamily="49" charset="0"/>
                <a:cs typeface="Consolas" panose="02000009000000000000" pitchFamily="49" charset="0"/>
              </a:rPr>
              <a:t>/plan</a:t>
            </a:r>
          </a:p>
        </p:txBody>
      </p:sp>
      <p:sp>
        <p:nvSpPr>
          <p:cNvPr id="75" name="Text Placeholder 8">
            <a:extLst>
              <a:ext uri="{FF2B5EF4-FFF2-40B4-BE49-F238E27FC236}">
                <a16:creationId xmlns:a16="http://schemas.microsoft.com/office/drawing/2014/main" id="{A17E3517-A72C-4280-7193-B2EAF2A71941}"/>
              </a:ext>
            </a:extLst>
          </p:cNvPr>
          <p:cNvSpPr>
            <a:spLocks noGrp="1"/>
          </p:cNvSpPr>
          <p:nvPr>
            <p:ph type="body" sz="quarter" idx="33"/>
          </p:nvPr>
        </p:nvSpPr>
        <p:spPr>
          <a:xfrm>
            <a:off x="8464742" y="992355"/>
            <a:ext cx="3239550" cy="914400"/>
          </a:xfrm>
        </p:spPr>
        <p:txBody>
          <a:bodyPr/>
          <a:lstStyle/>
          <a:p>
            <a:r>
              <a:rPr lang="en-US"/>
              <a:t>Plan out an implementation before writing any code</a:t>
            </a:r>
          </a:p>
        </p:txBody>
      </p:sp>
      <p:sp>
        <p:nvSpPr>
          <p:cNvPr id="14" name="Title 13">
            <a:extLst>
              <a:ext uri="{FF2B5EF4-FFF2-40B4-BE49-F238E27FC236}">
                <a16:creationId xmlns:a16="http://schemas.microsoft.com/office/drawing/2014/main" id="{6252EE3F-90A7-845A-7B55-AD8B27883B0F}"/>
              </a:ext>
            </a:extLst>
          </p:cNvPr>
          <p:cNvSpPr>
            <a:spLocks noGrp="1"/>
          </p:cNvSpPr>
          <p:nvPr>
            <p:ph type="ctrTitle"/>
          </p:nvPr>
        </p:nvSpPr>
        <p:spPr/>
        <p:txBody>
          <a:bodyPr/>
          <a:lstStyle/>
          <a:p>
            <a:r>
              <a:rPr lang="en-US"/>
              <a:t>Slash commands</a:t>
            </a:r>
          </a:p>
        </p:txBody>
      </p:sp>
      <p:sp>
        <p:nvSpPr>
          <p:cNvPr id="52" name="Text Placeholder 1">
            <a:extLst>
              <a:ext uri="{FF2B5EF4-FFF2-40B4-BE49-F238E27FC236}">
                <a16:creationId xmlns:a16="http://schemas.microsoft.com/office/drawing/2014/main" id="{79D3C412-5D8A-1142-53E5-2293B24800D9}"/>
              </a:ext>
            </a:extLst>
          </p:cNvPr>
          <p:cNvSpPr txBox="1">
            <a:spLocks/>
          </p:cNvSpPr>
          <p:nvPr/>
        </p:nvSpPr>
        <p:spPr>
          <a:xfrm>
            <a:off x="4770060" y="2544950"/>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a:t>
            </a:r>
            <a:r>
              <a:rPr lang="en-US" err="1">
                <a:latin typeface="Consolas" panose="02000009000000000000" pitchFamily="49" charset="0"/>
                <a:ea typeface="Consolas" panose="02000009000000000000" pitchFamily="49" charset="0"/>
                <a:cs typeface="Consolas" panose="02000009000000000000" pitchFamily="49" charset="0"/>
              </a:rPr>
              <a:t>mcp</a:t>
            </a:r>
            <a:endParaRPr lang="en-US">
              <a:latin typeface="Consolas" panose="02000009000000000000" pitchFamily="49" charset="0"/>
              <a:ea typeface="Consolas" panose="02000009000000000000" pitchFamily="49" charset="0"/>
              <a:cs typeface="Consolas" panose="02000009000000000000" pitchFamily="49" charset="0"/>
            </a:endParaRPr>
          </a:p>
        </p:txBody>
      </p:sp>
      <p:sp>
        <p:nvSpPr>
          <p:cNvPr id="53" name="Text Placeholder 2">
            <a:extLst>
              <a:ext uri="{FF2B5EF4-FFF2-40B4-BE49-F238E27FC236}">
                <a16:creationId xmlns:a16="http://schemas.microsoft.com/office/drawing/2014/main" id="{85729402-4EBE-4CB5-B32B-3BFADD2843FA}"/>
              </a:ext>
            </a:extLst>
          </p:cNvPr>
          <p:cNvSpPr txBox="1">
            <a:spLocks/>
          </p:cNvSpPr>
          <p:nvPr/>
        </p:nvSpPr>
        <p:spPr>
          <a:xfrm>
            <a:off x="4770061" y="3019899"/>
            <a:ext cx="323955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Manage your MCP servers</a:t>
            </a:r>
          </a:p>
        </p:txBody>
      </p:sp>
      <p:sp>
        <p:nvSpPr>
          <p:cNvPr id="54" name="Text Placeholder 7">
            <a:extLst>
              <a:ext uri="{FF2B5EF4-FFF2-40B4-BE49-F238E27FC236}">
                <a16:creationId xmlns:a16="http://schemas.microsoft.com/office/drawing/2014/main" id="{F7A0C01A-3602-0D39-09EA-46E29CFF28C5}"/>
              </a:ext>
            </a:extLst>
          </p:cNvPr>
          <p:cNvSpPr txBox="1">
            <a:spLocks/>
          </p:cNvSpPr>
          <p:nvPr/>
        </p:nvSpPr>
        <p:spPr>
          <a:xfrm>
            <a:off x="8464743" y="1523249"/>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a:t>
            </a:r>
            <a:r>
              <a:rPr lang="en-US" err="1">
                <a:latin typeface="Consolas" panose="02000009000000000000" pitchFamily="49" charset="0"/>
                <a:ea typeface="Consolas" panose="02000009000000000000" pitchFamily="49" charset="0"/>
                <a:cs typeface="Consolas" panose="02000009000000000000" pitchFamily="49" charset="0"/>
              </a:rPr>
              <a:t>cwd</a:t>
            </a:r>
            <a:r>
              <a:rPr lang="en-US">
                <a:latin typeface="Consolas" panose="02000009000000000000" pitchFamily="49" charset="0"/>
                <a:ea typeface="Consolas" panose="02000009000000000000" pitchFamily="49" charset="0"/>
                <a:cs typeface="Consolas" panose="02000009000000000000" pitchFamily="49" charset="0"/>
              </a:rPr>
              <a:t> or /cd</a:t>
            </a:r>
          </a:p>
        </p:txBody>
      </p:sp>
      <p:sp>
        <p:nvSpPr>
          <p:cNvPr id="55" name="Text Placeholder 8">
            <a:extLst>
              <a:ext uri="{FF2B5EF4-FFF2-40B4-BE49-F238E27FC236}">
                <a16:creationId xmlns:a16="http://schemas.microsoft.com/office/drawing/2014/main" id="{7B67A19C-4443-A8E5-D3B4-EBA3F6061EF8}"/>
              </a:ext>
            </a:extLst>
          </p:cNvPr>
          <p:cNvSpPr txBox="1">
            <a:spLocks/>
          </p:cNvSpPr>
          <p:nvPr/>
        </p:nvSpPr>
        <p:spPr>
          <a:xfrm>
            <a:off x="8464744" y="1998198"/>
            <a:ext cx="323955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Change working directory mid-session</a:t>
            </a:r>
          </a:p>
        </p:txBody>
      </p:sp>
      <p:sp>
        <p:nvSpPr>
          <p:cNvPr id="56" name="Text Placeholder 10">
            <a:extLst>
              <a:ext uri="{FF2B5EF4-FFF2-40B4-BE49-F238E27FC236}">
                <a16:creationId xmlns:a16="http://schemas.microsoft.com/office/drawing/2014/main" id="{668166E2-3165-E9BE-C800-908797974695}"/>
              </a:ext>
            </a:extLst>
          </p:cNvPr>
          <p:cNvSpPr txBox="1">
            <a:spLocks/>
          </p:cNvSpPr>
          <p:nvPr/>
        </p:nvSpPr>
        <p:spPr>
          <a:xfrm>
            <a:off x="8464743" y="2567216"/>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/reset-allowed-tools</a:t>
            </a:r>
          </a:p>
        </p:txBody>
      </p:sp>
      <p:sp>
        <p:nvSpPr>
          <p:cNvPr id="57" name="Text Placeholder 11">
            <a:extLst>
              <a:ext uri="{FF2B5EF4-FFF2-40B4-BE49-F238E27FC236}">
                <a16:creationId xmlns:a16="http://schemas.microsoft.com/office/drawing/2014/main" id="{7904D236-A598-92DA-FFBD-0606B7EA4AE6}"/>
              </a:ext>
            </a:extLst>
          </p:cNvPr>
          <p:cNvSpPr txBox="1">
            <a:spLocks/>
          </p:cNvSpPr>
          <p:nvPr/>
        </p:nvSpPr>
        <p:spPr>
          <a:xfrm>
            <a:off x="8464744" y="3042165"/>
            <a:ext cx="323955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Reset Copilot’s tool permissions</a:t>
            </a:r>
          </a:p>
        </p:txBody>
      </p:sp>
      <p:sp>
        <p:nvSpPr>
          <p:cNvPr id="58" name="Text Placeholder 4">
            <a:extLst>
              <a:ext uri="{FF2B5EF4-FFF2-40B4-BE49-F238E27FC236}">
                <a16:creationId xmlns:a16="http://schemas.microsoft.com/office/drawing/2014/main" id="{F1F7B78A-CDBC-A3A6-2E94-EE233A02FE4C}"/>
              </a:ext>
            </a:extLst>
          </p:cNvPr>
          <p:cNvSpPr txBox="1">
            <a:spLocks/>
          </p:cNvSpPr>
          <p:nvPr/>
        </p:nvSpPr>
        <p:spPr>
          <a:xfrm>
            <a:off x="4770060" y="3451761"/>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/yolo</a:t>
            </a:r>
          </a:p>
        </p:txBody>
      </p:sp>
      <p:sp>
        <p:nvSpPr>
          <p:cNvPr id="59" name="Text Placeholder 5">
            <a:extLst>
              <a:ext uri="{FF2B5EF4-FFF2-40B4-BE49-F238E27FC236}">
                <a16:creationId xmlns:a16="http://schemas.microsoft.com/office/drawing/2014/main" id="{80ED138D-2FCC-7AFF-B7F6-54A6AE403F1A}"/>
              </a:ext>
            </a:extLst>
          </p:cNvPr>
          <p:cNvSpPr txBox="1">
            <a:spLocks/>
          </p:cNvSpPr>
          <p:nvPr/>
        </p:nvSpPr>
        <p:spPr>
          <a:xfrm>
            <a:off x="4770061" y="3926710"/>
            <a:ext cx="323955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Enable all permissions</a:t>
            </a:r>
          </a:p>
        </p:txBody>
      </p:sp>
      <p:sp>
        <p:nvSpPr>
          <p:cNvPr id="60" name="Text Placeholder 10">
            <a:extLst>
              <a:ext uri="{FF2B5EF4-FFF2-40B4-BE49-F238E27FC236}">
                <a16:creationId xmlns:a16="http://schemas.microsoft.com/office/drawing/2014/main" id="{6687B382-2D81-8ECD-4FE6-3FA0EE7574D3}"/>
              </a:ext>
            </a:extLst>
          </p:cNvPr>
          <p:cNvSpPr txBox="1">
            <a:spLocks/>
          </p:cNvSpPr>
          <p:nvPr/>
        </p:nvSpPr>
        <p:spPr>
          <a:xfrm>
            <a:off x="8464743" y="3451761"/>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/context</a:t>
            </a:r>
          </a:p>
        </p:txBody>
      </p:sp>
      <p:sp>
        <p:nvSpPr>
          <p:cNvPr id="61" name="Text Placeholder 11">
            <a:extLst>
              <a:ext uri="{FF2B5EF4-FFF2-40B4-BE49-F238E27FC236}">
                <a16:creationId xmlns:a16="http://schemas.microsoft.com/office/drawing/2014/main" id="{61984726-8A30-584D-037A-26E4E9D1C58C}"/>
              </a:ext>
            </a:extLst>
          </p:cNvPr>
          <p:cNvSpPr txBox="1">
            <a:spLocks/>
          </p:cNvSpPr>
          <p:nvPr/>
        </p:nvSpPr>
        <p:spPr>
          <a:xfrm>
            <a:off x="8464744" y="3926710"/>
            <a:ext cx="3727256"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Info on token usage &amp; context window</a:t>
            </a:r>
          </a:p>
        </p:txBody>
      </p:sp>
      <p:sp>
        <p:nvSpPr>
          <p:cNvPr id="62" name="Text Placeholder 4">
            <a:extLst>
              <a:ext uri="{FF2B5EF4-FFF2-40B4-BE49-F238E27FC236}">
                <a16:creationId xmlns:a16="http://schemas.microsoft.com/office/drawing/2014/main" id="{F0A99626-B97C-2E5D-D074-066565EC7C87}"/>
              </a:ext>
            </a:extLst>
          </p:cNvPr>
          <p:cNvSpPr txBox="1">
            <a:spLocks/>
          </p:cNvSpPr>
          <p:nvPr/>
        </p:nvSpPr>
        <p:spPr>
          <a:xfrm>
            <a:off x="4770060" y="4323073"/>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/diff</a:t>
            </a:r>
          </a:p>
        </p:txBody>
      </p:sp>
      <p:sp>
        <p:nvSpPr>
          <p:cNvPr id="63" name="Text Placeholder 5">
            <a:extLst>
              <a:ext uri="{FF2B5EF4-FFF2-40B4-BE49-F238E27FC236}">
                <a16:creationId xmlns:a16="http://schemas.microsoft.com/office/drawing/2014/main" id="{20E5248F-6BF1-6A5B-FE3D-7B4F5D4769B3}"/>
              </a:ext>
            </a:extLst>
          </p:cNvPr>
          <p:cNvSpPr txBox="1">
            <a:spLocks/>
          </p:cNvSpPr>
          <p:nvPr/>
        </p:nvSpPr>
        <p:spPr>
          <a:xfrm>
            <a:off x="4770061" y="4798022"/>
            <a:ext cx="369468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Review changes made in directory</a:t>
            </a:r>
          </a:p>
        </p:txBody>
      </p:sp>
      <p:sp>
        <p:nvSpPr>
          <p:cNvPr id="64" name="Text Placeholder 10">
            <a:extLst>
              <a:ext uri="{FF2B5EF4-FFF2-40B4-BE49-F238E27FC236}">
                <a16:creationId xmlns:a16="http://schemas.microsoft.com/office/drawing/2014/main" id="{6437FACA-22B8-2502-A3E0-8E6A602CAA4A}"/>
              </a:ext>
            </a:extLst>
          </p:cNvPr>
          <p:cNvSpPr txBox="1">
            <a:spLocks/>
          </p:cNvSpPr>
          <p:nvPr/>
        </p:nvSpPr>
        <p:spPr>
          <a:xfrm>
            <a:off x="8464743" y="4323073"/>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/review</a:t>
            </a:r>
          </a:p>
        </p:txBody>
      </p:sp>
      <p:sp>
        <p:nvSpPr>
          <p:cNvPr id="65" name="Text Placeholder 11">
            <a:extLst>
              <a:ext uri="{FF2B5EF4-FFF2-40B4-BE49-F238E27FC236}">
                <a16:creationId xmlns:a16="http://schemas.microsoft.com/office/drawing/2014/main" id="{F3DF8AFC-30F3-BC27-8078-C75EDC678454}"/>
              </a:ext>
            </a:extLst>
          </p:cNvPr>
          <p:cNvSpPr txBox="1">
            <a:spLocks/>
          </p:cNvSpPr>
          <p:nvPr/>
        </p:nvSpPr>
        <p:spPr>
          <a:xfrm>
            <a:off x="8464743" y="4798022"/>
            <a:ext cx="3727257"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Run a code review to analyze changes</a:t>
            </a:r>
          </a:p>
        </p:txBody>
      </p:sp>
      <p:sp>
        <p:nvSpPr>
          <p:cNvPr id="66" name="Text Placeholder 4">
            <a:extLst>
              <a:ext uri="{FF2B5EF4-FFF2-40B4-BE49-F238E27FC236}">
                <a16:creationId xmlns:a16="http://schemas.microsoft.com/office/drawing/2014/main" id="{5BDF7A2F-D9D6-F71C-ACD3-9BD7930FC054}"/>
              </a:ext>
            </a:extLst>
          </p:cNvPr>
          <p:cNvSpPr txBox="1">
            <a:spLocks/>
          </p:cNvSpPr>
          <p:nvPr/>
        </p:nvSpPr>
        <p:spPr>
          <a:xfrm>
            <a:off x="4770060" y="5228020"/>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/skills</a:t>
            </a:r>
          </a:p>
        </p:txBody>
      </p:sp>
      <p:sp>
        <p:nvSpPr>
          <p:cNvPr id="67" name="Text Placeholder 5">
            <a:extLst>
              <a:ext uri="{FF2B5EF4-FFF2-40B4-BE49-F238E27FC236}">
                <a16:creationId xmlns:a16="http://schemas.microsoft.com/office/drawing/2014/main" id="{79457E86-F68F-6837-248E-97CAD73DF174}"/>
              </a:ext>
            </a:extLst>
          </p:cNvPr>
          <p:cNvSpPr txBox="1">
            <a:spLocks/>
          </p:cNvSpPr>
          <p:nvPr/>
        </p:nvSpPr>
        <p:spPr>
          <a:xfrm>
            <a:off x="4770061" y="5702969"/>
            <a:ext cx="323955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Manage &amp; call skills</a:t>
            </a:r>
          </a:p>
        </p:txBody>
      </p:sp>
      <p:sp>
        <p:nvSpPr>
          <p:cNvPr id="68" name="Text Placeholder 10">
            <a:extLst>
              <a:ext uri="{FF2B5EF4-FFF2-40B4-BE49-F238E27FC236}">
                <a16:creationId xmlns:a16="http://schemas.microsoft.com/office/drawing/2014/main" id="{362EC9A5-58E5-4855-BA8B-D137E0126195}"/>
              </a:ext>
            </a:extLst>
          </p:cNvPr>
          <p:cNvSpPr txBox="1">
            <a:spLocks/>
          </p:cNvSpPr>
          <p:nvPr/>
        </p:nvSpPr>
        <p:spPr>
          <a:xfrm>
            <a:off x="8464743" y="5228020"/>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/plugin</a:t>
            </a:r>
          </a:p>
        </p:txBody>
      </p:sp>
      <p:sp>
        <p:nvSpPr>
          <p:cNvPr id="69" name="Text Placeholder 11">
            <a:extLst>
              <a:ext uri="{FF2B5EF4-FFF2-40B4-BE49-F238E27FC236}">
                <a16:creationId xmlns:a16="http://schemas.microsoft.com/office/drawing/2014/main" id="{F3E0EA7E-5E6F-3717-6117-2B7613E412EF}"/>
              </a:ext>
            </a:extLst>
          </p:cNvPr>
          <p:cNvSpPr txBox="1">
            <a:spLocks/>
          </p:cNvSpPr>
          <p:nvPr/>
        </p:nvSpPr>
        <p:spPr>
          <a:xfrm>
            <a:off x="8464744" y="5702969"/>
            <a:ext cx="323955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Manage and install plugins</a:t>
            </a:r>
          </a:p>
        </p:txBody>
      </p:sp>
    </p:spTree>
    <p:extLst>
      <p:ext uri="{BB962C8B-B14F-4D97-AF65-F5344CB8AC3E}">
        <p14:creationId xmlns:p14="http://schemas.microsoft.com/office/powerpoint/2010/main" val="440248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Content Placeholder 29">
            <a:extLst>
              <a:ext uri="{FF2B5EF4-FFF2-40B4-BE49-F238E27FC236}">
                <a16:creationId xmlns:a16="http://schemas.microsoft.com/office/drawing/2014/main" id="{BF630118-E9D6-5340-EDC9-2B961038572F}"/>
              </a:ext>
            </a:extLst>
          </p:cNvPr>
          <p:cNvSpPr>
            <a:spLocks noGrp="1"/>
          </p:cNvSpPr>
          <p:nvPr>
            <p:ph idx="1"/>
          </p:nvPr>
        </p:nvSpPr>
        <p:spPr/>
        <p:txBody>
          <a:bodyPr/>
          <a:lstStyle/>
          <a:p>
            <a:pPr marL="342900" indent="-342900">
              <a:buFont typeface="Arial" panose="020B0604020202020204" pitchFamily="34" charset="0"/>
              <a:buChar char="•"/>
            </a:pPr>
            <a:r>
              <a:rPr lang="en-US"/>
              <a:t>Provide Copilot context by @-mentioning files directly in your prompt</a:t>
            </a:r>
          </a:p>
          <a:p>
            <a:pPr marL="342900" indent="-342900">
              <a:buFont typeface="Arial" panose="020B0604020202020204" pitchFamily="34" charset="0"/>
              <a:buChar char="•"/>
            </a:pPr>
            <a:r>
              <a:rPr lang="en-US"/>
              <a:t>@-mention multiple files at once, including images</a:t>
            </a:r>
          </a:p>
          <a:p>
            <a:pPr marL="342900" indent="-342900">
              <a:buFont typeface="Arial" panose="020B0604020202020204" pitchFamily="34" charset="0"/>
              <a:buChar char="•"/>
            </a:pPr>
            <a:r>
              <a:rPr lang="en-US"/>
              <a:t>Alternatively drag and drop or paste the file or image to provide context</a:t>
            </a:r>
          </a:p>
        </p:txBody>
      </p:sp>
      <p:sp>
        <p:nvSpPr>
          <p:cNvPr id="31" name="Text Placeholder 30">
            <a:extLst>
              <a:ext uri="{FF2B5EF4-FFF2-40B4-BE49-F238E27FC236}">
                <a16:creationId xmlns:a16="http://schemas.microsoft.com/office/drawing/2014/main" id="{E32C66D3-0BF4-15FF-02EA-8F0FA62AEC97}"/>
              </a:ext>
            </a:extLst>
          </p:cNvPr>
          <p:cNvSpPr>
            <a:spLocks noGrp="1"/>
          </p:cNvSpPr>
          <p:nvPr>
            <p:ph type="body" sz="quarter" idx="32"/>
          </p:nvPr>
        </p:nvSpPr>
        <p:spPr/>
        <p:txBody>
          <a:bodyPr/>
          <a:lstStyle/>
          <a:p>
            <a:r>
              <a:rPr lang="en-US"/>
              <a:t>GitHub Copilot CLI</a:t>
            </a:r>
          </a:p>
        </p:txBody>
      </p:sp>
      <p:sp>
        <p:nvSpPr>
          <p:cNvPr id="29" name="Title 28">
            <a:extLst>
              <a:ext uri="{FF2B5EF4-FFF2-40B4-BE49-F238E27FC236}">
                <a16:creationId xmlns:a16="http://schemas.microsoft.com/office/drawing/2014/main" id="{27317C21-C3AF-FEB8-29A9-DD38E1AB07DD}"/>
              </a:ext>
            </a:extLst>
          </p:cNvPr>
          <p:cNvSpPr>
            <a:spLocks noGrp="1"/>
          </p:cNvSpPr>
          <p:nvPr>
            <p:ph type="ctrTitle"/>
          </p:nvPr>
        </p:nvSpPr>
        <p:spPr/>
        <p:txBody>
          <a:bodyPr/>
          <a:lstStyle/>
          <a:p>
            <a:r>
              <a:rPr lang="en-US"/>
              <a:t>@ to mention files</a:t>
            </a:r>
          </a:p>
        </p:txBody>
      </p:sp>
      <p:sp>
        <p:nvSpPr>
          <p:cNvPr id="3" name="TextBox 2">
            <a:extLst>
              <a:ext uri="{FF2B5EF4-FFF2-40B4-BE49-F238E27FC236}">
                <a16:creationId xmlns:a16="http://schemas.microsoft.com/office/drawing/2014/main" id="{A4B7193F-55AB-5E3C-2379-49524B0247E7}"/>
              </a:ext>
            </a:extLst>
          </p:cNvPr>
          <p:cNvSpPr txBox="1"/>
          <p:nvPr/>
        </p:nvSpPr>
        <p:spPr>
          <a:xfrm>
            <a:off x="838084" y="5353809"/>
            <a:ext cx="6093994" cy="461665"/>
          </a:xfrm>
          <a:prstGeom prst="rect">
            <a:avLst/>
          </a:prstGeom>
          <a:noFill/>
        </p:spPr>
        <p:txBody>
          <a:bodyPr wrap="square">
            <a:spAutoFit/>
          </a:bodyPr>
          <a:lstStyle/>
          <a:p>
            <a:pPr algn="r"/>
            <a:r>
              <a:rPr lang="en-US" sz="2400"/>
              <a:t>ALT+V / CMD+V to paste images into CLI</a:t>
            </a:r>
          </a:p>
        </p:txBody>
      </p:sp>
      <p:pic>
        <p:nvPicPr>
          <p:cNvPr id="4" name="Picture 3">
            <a:extLst>
              <a:ext uri="{FF2B5EF4-FFF2-40B4-BE49-F238E27FC236}">
                <a16:creationId xmlns:a16="http://schemas.microsoft.com/office/drawing/2014/main" id="{BCD43D79-2123-E963-90CB-BAA94B4B808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049726" y="4949689"/>
            <a:ext cx="4619659" cy="1200159"/>
          </a:xfrm>
          <a:prstGeom prst="rect">
            <a:avLst/>
          </a:prstGeom>
        </p:spPr>
      </p:pic>
    </p:spTree>
    <p:extLst>
      <p:ext uri="{BB962C8B-B14F-4D97-AF65-F5344CB8AC3E}">
        <p14:creationId xmlns:p14="http://schemas.microsoft.com/office/powerpoint/2010/main" val="3213305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Graphic 21">
            <a:extLst>
              <a:ext uri="{FF2B5EF4-FFF2-40B4-BE49-F238E27FC236}">
                <a16:creationId xmlns:a16="http://schemas.microsoft.com/office/drawing/2014/main" id="{E432B769-C800-824E-7F9A-FB35DC102C9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31262" y="1418460"/>
            <a:ext cx="378286" cy="365760"/>
          </a:xfrm>
          <a:prstGeom prst="rect">
            <a:avLst/>
          </a:prstGeom>
        </p:spPr>
      </p:pic>
      <p:sp>
        <p:nvSpPr>
          <p:cNvPr id="2" name="Text Placeholder 1">
            <a:extLst>
              <a:ext uri="{FF2B5EF4-FFF2-40B4-BE49-F238E27FC236}">
                <a16:creationId xmlns:a16="http://schemas.microsoft.com/office/drawing/2014/main" id="{C1D9F38C-A6FF-B4F2-A0F8-FA21535DA113}"/>
              </a:ext>
            </a:extLst>
          </p:cNvPr>
          <p:cNvSpPr>
            <a:spLocks noGrp="1"/>
          </p:cNvSpPr>
          <p:nvPr>
            <p:ph type="body" sz="quarter" idx="26"/>
          </p:nvPr>
        </p:nvSpPr>
        <p:spPr/>
        <p:txBody>
          <a:bodyPr/>
          <a:lstStyle/>
          <a:p>
            <a:r>
              <a:rPr lang="en-US" err="1">
                <a:latin typeface="Consolas" panose="02000009000000000000" pitchFamily="49" charset="0"/>
                <a:ea typeface="Consolas" panose="02000009000000000000" pitchFamily="49" charset="0"/>
                <a:cs typeface="Consolas" panose="02000009000000000000" pitchFamily="49" charset="0"/>
              </a:rPr>
              <a:t>github</a:t>
            </a:r>
            <a:endParaRPr lang="en-US">
              <a:latin typeface="Consolas" panose="02000009000000000000" pitchFamily="49" charset="0"/>
              <a:ea typeface="Consolas" panose="02000009000000000000" pitchFamily="49" charset="0"/>
              <a:cs typeface="Consolas" panose="02000009000000000000" pitchFamily="49" charset="0"/>
            </a:endParaRPr>
          </a:p>
        </p:txBody>
      </p:sp>
      <p:sp>
        <p:nvSpPr>
          <p:cNvPr id="3" name="Text Placeholder 2">
            <a:extLst>
              <a:ext uri="{FF2B5EF4-FFF2-40B4-BE49-F238E27FC236}">
                <a16:creationId xmlns:a16="http://schemas.microsoft.com/office/drawing/2014/main" id="{2F805D7A-2DFB-1E26-D787-A488D9783FAD}"/>
              </a:ext>
            </a:extLst>
          </p:cNvPr>
          <p:cNvSpPr>
            <a:spLocks noGrp="1"/>
          </p:cNvSpPr>
          <p:nvPr>
            <p:ph type="body" sz="quarter" idx="27"/>
          </p:nvPr>
        </p:nvSpPr>
        <p:spPr/>
        <p:txBody>
          <a:bodyPr/>
          <a:lstStyle/>
          <a:p>
            <a:r>
              <a:rPr lang="en-US"/>
              <a:t>Provides access to GitHub API operations</a:t>
            </a:r>
          </a:p>
        </p:txBody>
      </p:sp>
      <p:sp>
        <p:nvSpPr>
          <p:cNvPr id="5" name="Text Placeholder 4">
            <a:extLst>
              <a:ext uri="{FF2B5EF4-FFF2-40B4-BE49-F238E27FC236}">
                <a16:creationId xmlns:a16="http://schemas.microsoft.com/office/drawing/2014/main" id="{34C49FA0-F5A1-D519-490A-243633646968}"/>
              </a:ext>
            </a:extLst>
          </p:cNvPr>
          <p:cNvSpPr>
            <a:spLocks noGrp="1"/>
          </p:cNvSpPr>
          <p:nvPr>
            <p:ph type="body" sz="quarter" idx="29"/>
          </p:nvPr>
        </p:nvSpPr>
        <p:spPr/>
        <p:txBody>
          <a:bodyPr/>
          <a:lstStyle/>
          <a:p>
            <a:r>
              <a:rPr lang="en-US">
                <a:latin typeface="Consolas" panose="02000009000000000000" pitchFamily="49" charset="0"/>
                <a:ea typeface="Consolas" panose="02000009000000000000" pitchFamily="49" charset="0"/>
                <a:cs typeface="Consolas" panose="02000009000000000000" pitchFamily="49" charset="0"/>
              </a:rPr>
              <a:t>bash</a:t>
            </a:r>
          </a:p>
        </p:txBody>
      </p:sp>
      <p:sp>
        <p:nvSpPr>
          <p:cNvPr id="6" name="Text Placeholder 5">
            <a:extLst>
              <a:ext uri="{FF2B5EF4-FFF2-40B4-BE49-F238E27FC236}">
                <a16:creationId xmlns:a16="http://schemas.microsoft.com/office/drawing/2014/main" id="{3DC75440-C3D6-DE83-55B6-2933AE35DA05}"/>
              </a:ext>
            </a:extLst>
          </p:cNvPr>
          <p:cNvSpPr>
            <a:spLocks noGrp="1"/>
          </p:cNvSpPr>
          <p:nvPr>
            <p:ph type="body" sz="quarter" idx="30"/>
          </p:nvPr>
        </p:nvSpPr>
        <p:spPr/>
        <p:txBody>
          <a:bodyPr/>
          <a:lstStyle/>
          <a:p>
            <a:r>
              <a:rPr lang="en-US"/>
              <a:t>Provides shell command execution</a:t>
            </a:r>
          </a:p>
        </p:txBody>
      </p:sp>
      <p:sp>
        <p:nvSpPr>
          <p:cNvPr id="8" name="Text Placeholder 7">
            <a:extLst>
              <a:ext uri="{FF2B5EF4-FFF2-40B4-BE49-F238E27FC236}">
                <a16:creationId xmlns:a16="http://schemas.microsoft.com/office/drawing/2014/main" id="{61B9324D-EFC5-D5F5-590E-D1459012671B}"/>
              </a:ext>
            </a:extLst>
          </p:cNvPr>
          <p:cNvSpPr>
            <a:spLocks noGrp="1"/>
          </p:cNvSpPr>
          <p:nvPr>
            <p:ph type="body" sz="quarter" idx="32"/>
          </p:nvPr>
        </p:nvSpPr>
        <p:spPr/>
        <p:txBody>
          <a:bodyPr/>
          <a:lstStyle/>
          <a:p>
            <a:r>
              <a:rPr lang="en-US">
                <a:latin typeface="Consolas" panose="02000009000000000000" pitchFamily="49" charset="0"/>
                <a:ea typeface="Consolas" panose="02000009000000000000" pitchFamily="49" charset="0"/>
                <a:cs typeface="Consolas" panose="02000009000000000000" pitchFamily="49" charset="0"/>
              </a:rPr>
              <a:t>edit</a:t>
            </a:r>
          </a:p>
        </p:txBody>
      </p:sp>
      <p:sp>
        <p:nvSpPr>
          <p:cNvPr id="9" name="Text Placeholder 8">
            <a:extLst>
              <a:ext uri="{FF2B5EF4-FFF2-40B4-BE49-F238E27FC236}">
                <a16:creationId xmlns:a16="http://schemas.microsoft.com/office/drawing/2014/main" id="{0C801FC2-B0F5-77A2-5685-3D931D593757}"/>
              </a:ext>
            </a:extLst>
          </p:cNvPr>
          <p:cNvSpPr>
            <a:spLocks noGrp="1"/>
          </p:cNvSpPr>
          <p:nvPr>
            <p:ph type="body" sz="quarter" idx="33"/>
          </p:nvPr>
        </p:nvSpPr>
        <p:spPr/>
        <p:txBody>
          <a:bodyPr/>
          <a:lstStyle/>
          <a:p>
            <a:r>
              <a:rPr lang="en-US"/>
              <a:t>Provides file editing capabilities through the </a:t>
            </a:r>
            <a:r>
              <a:rPr lang="en-US">
                <a:latin typeface="Consolas" panose="02000009000000000000" pitchFamily="49" charset="0"/>
                <a:ea typeface="Consolas" panose="02000009000000000000" pitchFamily="49" charset="0"/>
                <a:cs typeface="Consolas" panose="02000009000000000000" pitchFamily="49" charset="0"/>
              </a:rPr>
              <a:t>filesystem</a:t>
            </a:r>
            <a:r>
              <a:rPr lang="en-US"/>
              <a:t> MCP server</a:t>
            </a:r>
          </a:p>
        </p:txBody>
      </p:sp>
      <p:sp>
        <p:nvSpPr>
          <p:cNvPr id="11" name="Text Placeholder 10">
            <a:extLst>
              <a:ext uri="{FF2B5EF4-FFF2-40B4-BE49-F238E27FC236}">
                <a16:creationId xmlns:a16="http://schemas.microsoft.com/office/drawing/2014/main" id="{A1147E49-A50D-7C23-8547-5308E215B17B}"/>
              </a:ext>
            </a:extLst>
          </p:cNvPr>
          <p:cNvSpPr>
            <a:spLocks noGrp="1"/>
          </p:cNvSpPr>
          <p:nvPr>
            <p:ph type="body" sz="quarter" idx="35"/>
          </p:nvPr>
        </p:nvSpPr>
        <p:spPr/>
        <p:txBody>
          <a:bodyPr/>
          <a:lstStyle/>
          <a:p>
            <a:r>
              <a:rPr lang="en-US">
                <a:latin typeface="Consolas" panose="02000009000000000000" pitchFamily="49" charset="0"/>
                <a:ea typeface="Consolas" panose="02000009000000000000" pitchFamily="49" charset="0"/>
                <a:cs typeface="Consolas" panose="02000009000000000000" pitchFamily="49" charset="0"/>
              </a:rPr>
              <a:t>web-fetch</a:t>
            </a:r>
          </a:p>
        </p:txBody>
      </p:sp>
      <p:sp>
        <p:nvSpPr>
          <p:cNvPr id="12" name="Text Placeholder 11">
            <a:extLst>
              <a:ext uri="{FF2B5EF4-FFF2-40B4-BE49-F238E27FC236}">
                <a16:creationId xmlns:a16="http://schemas.microsoft.com/office/drawing/2014/main" id="{C97992CA-FB9F-FF64-3ACE-2B871181FB70}"/>
              </a:ext>
            </a:extLst>
          </p:cNvPr>
          <p:cNvSpPr>
            <a:spLocks noGrp="1"/>
          </p:cNvSpPr>
          <p:nvPr>
            <p:ph type="body" sz="quarter" idx="36"/>
          </p:nvPr>
        </p:nvSpPr>
        <p:spPr/>
        <p:txBody>
          <a:bodyPr/>
          <a:lstStyle/>
          <a:p>
            <a:r>
              <a:rPr lang="en-US"/>
              <a:t>Provides HTTP request capabilities for fetching web content</a:t>
            </a:r>
          </a:p>
        </p:txBody>
      </p:sp>
      <p:sp>
        <p:nvSpPr>
          <p:cNvPr id="14" name="Title 13">
            <a:extLst>
              <a:ext uri="{FF2B5EF4-FFF2-40B4-BE49-F238E27FC236}">
                <a16:creationId xmlns:a16="http://schemas.microsoft.com/office/drawing/2014/main" id="{655C6B42-BF24-8586-CF67-421C3E01DF48}"/>
              </a:ext>
            </a:extLst>
          </p:cNvPr>
          <p:cNvSpPr>
            <a:spLocks noGrp="1"/>
          </p:cNvSpPr>
          <p:nvPr>
            <p:ph type="ctrTitle"/>
          </p:nvPr>
        </p:nvSpPr>
        <p:spPr/>
        <p:txBody>
          <a:bodyPr/>
          <a:lstStyle/>
          <a:p>
            <a:r>
              <a:rPr lang="en-US" dirty="0"/>
              <a:t>Built-in tools via MCP servers</a:t>
            </a:r>
          </a:p>
        </p:txBody>
      </p:sp>
      <p:sp>
        <p:nvSpPr>
          <p:cNvPr id="15" name="Text Placeholder 14">
            <a:extLst>
              <a:ext uri="{FF2B5EF4-FFF2-40B4-BE49-F238E27FC236}">
                <a16:creationId xmlns:a16="http://schemas.microsoft.com/office/drawing/2014/main" id="{013F616F-4A99-5275-F8D0-6EDED97BB2DD}"/>
              </a:ext>
            </a:extLst>
          </p:cNvPr>
          <p:cNvSpPr>
            <a:spLocks noGrp="1"/>
          </p:cNvSpPr>
          <p:nvPr>
            <p:ph type="body" sz="quarter" idx="38"/>
          </p:nvPr>
        </p:nvSpPr>
        <p:spPr/>
        <p:txBody>
          <a:bodyPr/>
          <a:lstStyle/>
          <a:p>
            <a:r>
              <a:rPr lang="en-US"/>
              <a:t>GitHub Copilot CLI</a:t>
            </a:r>
          </a:p>
        </p:txBody>
      </p:sp>
      <p:sp>
        <p:nvSpPr>
          <p:cNvPr id="16" name="Google Shape;1075;p63">
            <a:extLst>
              <a:ext uri="{FF2B5EF4-FFF2-40B4-BE49-F238E27FC236}">
                <a16:creationId xmlns:a16="http://schemas.microsoft.com/office/drawing/2014/main" id="{24FD9391-3E3C-2A31-FD36-494729AA7796}"/>
              </a:ext>
              <a:ext uri="{C183D7F6-B498-43B3-948B-1728B52AA6E4}">
                <adec:decorative xmlns:adec="http://schemas.microsoft.com/office/drawing/2017/decorative" val="1"/>
              </a:ext>
            </a:extLst>
          </p:cNvPr>
          <p:cNvSpPr/>
          <p:nvPr/>
        </p:nvSpPr>
        <p:spPr>
          <a:xfrm>
            <a:off x="8363711" y="1453884"/>
            <a:ext cx="302753" cy="294912"/>
          </a:xfrm>
          <a:custGeom>
            <a:avLst/>
            <a:gdLst/>
            <a:ahLst/>
            <a:cxnLst/>
            <a:rect l="l" t="t" r="r" b="b"/>
            <a:pathLst>
              <a:path w="2278" h="2219" extrusionOk="0">
                <a:moveTo>
                  <a:pt x="1670" y="68"/>
                </a:moveTo>
                <a:cubicBezTo>
                  <a:pt x="1737" y="0"/>
                  <a:pt x="1855" y="0"/>
                  <a:pt x="1931" y="68"/>
                </a:cubicBezTo>
                <a:lnTo>
                  <a:pt x="2201" y="346"/>
                </a:lnTo>
                <a:cubicBezTo>
                  <a:pt x="2277" y="414"/>
                  <a:pt x="2277" y="532"/>
                  <a:pt x="2201" y="599"/>
                </a:cubicBezTo>
                <a:lnTo>
                  <a:pt x="1906" y="894"/>
                </a:lnTo>
                <a:lnTo>
                  <a:pt x="1906" y="903"/>
                </a:lnTo>
                <a:lnTo>
                  <a:pt x="768" y="1991"/>
                </a:lnTo>
                <a:cubicBezTo>
                  <a:pt x="742" y="2008"/>
                  <a:pt x="717" y="2024"/>
                  <a:pt x="692" y="2033"/>
                </a:cubicBezTo>
                <a:lnTo>
                  <a:pt x="110" y="2210"/>
                </a:lnTo>
                <a:cubicBezTo>
                  <a:pt x="85" y="2218"/>
                  <a:pt x="51" y="2210"/>
                  <a:pt x="25" y="2193"/>
                </a:cubicBezTo>
                <a:cubicBezTo>
                  <a:pt x="9" y="2168"/>
                  <a:pt x="0" y="2134"/>
                  <a:pt x="9" y="2109"/>
                </a:cubicBezTo>
                <a:lnTo>
                  <a:pt x="186" y="1527"/>
                </a:lnTo>
                <a:cubicBezTo>
                  <a:pt x="194" y="1502"/>
                  <a:pt x="211" y="1476"/>
                  <a:pt x="236" y="1451"/>
                </a:cubicBezTo>
                <a:lnTo>
                  <a:pt x="1375" y="363"/>
                </a:lnTo>
                <a:close/>
                <a:moveTo>
                  <a:pt x="1425" y="532"/>
                </a:moveTo>
                <a:lnTo>
                  <a:pt x="346" y="1569"/>
                </a:lnTo>
                <a:cubicBezTo>
                  <a:pt x="338" y="1569"/>
                  <a:pt x="338" y="1569"/>
                  <a:pt x="338" y="1577"/>
                </a:cubicBezTo>
                <a:lnTo>
                  <a:pt x="203" y="2016"/>
                </a:lnTo>
                <a:lnTo>
                  <a:pt x="641" y="1881"/>
                </a:lnTo>
                <a:cubicBezTo>
                  <a:pt x="650" y="1881"/>
                  <a:pt x="650" y="1881"/>
                  <a:pt x="658" y="1873"/>
                </a:cubicBezTo>
                <a:lnTo>
                  <a:pt x="1737" y="844"/>
                </a:lnTo>
                <a:close/>
                <a:moveTo>
                  <a:pt x="1855" y="726"/>
                </a:moveTo>
                <a:lnTo>
                  <a:pt x="2092" y="490"/>
                </a:lnTo>
                <a:cubicBezTo>
                  <a:pt x="2100" y="481"/>
                  <a:pt x="2100" y="464"/>
                  <a:pt x="2092" y="456"/>
                </a:cubicBezTo>
                <a:lnTo>
                  <a:pt x="1813" y="178"/>
                </a:lnTo>
                <a:cubicBezTo>
                  <a:pt x="1805" y="169"/>
                  <a:pt x="1788" y="169"/>
                  <a:pt x="1780" y="178"/>
                </a:cubicBezTo>
                <a:lnTo>
                  <a:pt x="1543" y="422"/>
                </a:lnTo>
                <a:close/>
              </a:path>
            </a:pathLst>
          </a:custGeom>
          <a:solidFill>
            <a:schemeClr val="tx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ptos" pitchFamily="2" charset="77"/>
              <a:cs typeface="Arial"/>
              <a:sym typeface="Arial"/>
            </a:endParaRPr>
          </a:p>
        </p:txBody>
      </p:sp>
      <p:sp>
        <p:nvSpPr>
          <p:cNvPr id="17" name="Google Shape;1003;p63">
            <a:extLst>
              <a:ext uri="{FF2B5EF4-FFF2-40B4-BE49-F238E27FC236}">
                <a16:creationId xmlns:a16="http://schemas.microsoft.com/office/drawing/2014/main" id="{6F31C7A7-5EB6-6F16-30C0-3C3C41A8F92C}"/>
              </a:ext>
              <a:ext uri="{C183D7F6-B498-43B3-948B-1728B52AA6E4}">
                <adec:decorative xmlns:adec="http://schemas.microsoft.com/office/drawing/2017/decorative" val="1"/>
              </a:ext>
            </a:extLst>
          </p:cNvPr>
          <p:cNvSpPr/>
          <p:nvPr/>
        </p:nvSpPr>
        <p:spPr>
          <a:xfrm>
            <a:off x="8358128" y="3628874"/>
            <a:ext cx="308336" cy="308336"/>
          </a:xfrm>
          <a:custGeom>
            <a:avLst/>
            <a:gdLst/>
            <a:ahLst/>
            <a:cxnLst/>
            <a:rect l="l" t="t" r="r" b="b"/>
            <a:pathLst>
              <a:path w="2320" h="2320" extrusionOk="0">
                <a:moveTo>
                  <a:pt x="1156" y="0"/>
                </a:moveTo>
                <a:cubicBezTo>
                  <a:pt x="515" y="0"/>
                  <a:pt x="0" y="515"/>
                  <a:pt x="0" y="1156"/>
                </a:cubicBezTo>
                <a:cubicBezTo>
                  <a:pt x="0" y="1796"/>
                  <a:pt x="515" y="2319"/>
                  <a:pt x="1156" y="2319"/>
                </a:cubicBezTo>
                <a:cubicBezTo>
                  <a:pt x="1797" y="2319"/>
                  <a:pt x="2319" y="1796"/>
                  <a:pt x="2319" y="1156"/>
                </a:cubicBezTo>
                <a:cubicBezTo>
                  <a:pt x="2319" y="515"/>
                  <a:pt x="1797" y="0"/>
                  <a:pt x="1156" y="0"/>
                </a:cubicBezTo>
                <a:close/>
                <a:moveTo>
                  <a:pt x="152" y="1105"/>
                </a:moveTo>
                <a:lnTo>
                  <a:pt x="658" y="1105"/>
                </a:lnTo>
                <a:cubicBezTo>
                  <a:pt x="667" y="785"/>
                  <a:pt x="768" y="523"/>
                  <a:pt x="877" y="346"/>
                </a:cubicBezTo>
                <a:cubicBezTo>
                  <a:pt x="920" y="270"/>
                  <a:pt x="962" y="211"/>
                  <a:pt x="995" y="169"/>
                </a:cubicBezTo>
                <a:cubicBezTo>
                  <a:pt x="532" y="245"/>
                  <a:pt x="177" y="633"/>
                  <a:pt x="152" y="1105"/>
                </a:cubicBezTo>
                <a:close/>
                <a:moveTo>
                  <a:pt x="658" y="1265"/>
                </a:moveTo>
                <a:lnTo>
                  <a:pt x="161" y="1265"/>
                </a:lnTo>
                <a:cubicBezTo>
                  <a:pt x="203" y="1712"/>
                  <a:pt x="548" y="2075"/>
                  <a:pt x="995" y="2142"/>
                </a:cubicBezTo>
                <a:cubicBezTo>
                  <a:pt x="962" y="2100"/>
                  <a:pt x="920" y="2041"/>
                  <a:pt x="877" y="1965"/>
                </a:cubicBezTo>
                <a:cubicBezTo>
                  <a:pt x="776" y="1796"/>
                  <a:pt x="675" y="1560"/>
                  <a:pt x="658" y="1265"/>
                </a:cubicBezTo>
                <a:close/>
                <a:moveTo>
                  <a:pt x="818" y="1265"/>
                </a:moveTo>
                <a:lnTo>
                  <a:pt x="1493" y="1265"/>
                </a:lnTo>
                <a:cubicBezTo>
                  <a:pt x="1476" y="1527"/>
                  <a:pt x="1383" y="1737"/>
                  <a:pt x="1299" y="1889"/>
                </a:cubicBezTo>
                <a:cubicBezTo>
                  <a:pt x="1248" y="1974"/>
                  <a:pt x="1198" y="2041"/>
                  <a:pt x="1164" y="2083"/>
                </a:cubicBezTo>
                <a:lnTo>
                  <a:pt x="1156" y="2092"/>
                </a:lnTo>
                <a:lnTo>
                  <a:pt x="1147" y="2083"/>
                </a:lnTo>
                <a:cubicBezTo>
                  <a:pt x="1113" y="2041"/>
                  <a:pt x="1063" y="1974"/>
                  <a:pt x="1012" y="1889"/>
                </a:cubicBezTo>
                <a:cubicBezTo>
                  <a:pt x="928" y="1737"/>
                  <a:pt x="835" y="1527"/>
                  <a:pt x="818" y="1265"/>
                </a:cubicBezTo>
                <a:close/>
                <a:moveTo>
                  <a:pt x="1501" y="1105"/>
                </a:moveTo>
                <a:lnTo>
                  <a:pt x="810" y="1105"/>
                </a:lnTo>
                <a:cubicBezTo>
                  <a:pt x="827" y="818"/>
                  <a:pt x="920" y="591"/>
                  <a:pt x="1012" y="422"/>
                </a:cubicBezTo>
                <a:cubicBezTo>
                  <a:pt x="1063" y="338"/>
                  <a:pt x="1113" y="270"/>
                  <a:pt x="1147" y="228"/>
                </a:cubicBezTo>
                <a:lnTo>
                  <a:pt x="1156" y="220"/>
                </a:lnTo>
                <a:lnTo>
                  <a:pt x="1164" y="228"/>
                </a:lnTo>
                <a:cubicBezTo>
                  <a:pt x="1198" y="270"/>
                  <a:pt x="1248" y="338"/>
                  <a:pt x="1299" y="422"/>
                </a:cubicBezTo>
                <a:cubicBezTo>
                  <a:pt x="1392" y="591"/>
                  <a:pt x="1485" y="818"/>
                  <a:pt x="1501" y="1105"/>
                </a:cubicBezTo>
                <a:close/>
                <a:moveTo>
                  <a:pt x="1653" y="1265"/>
                </a:moveTo>
                <a:cubicBezTo>
                  <a:pt x="1636" y="1560"/>
                  <a:pt x="1535" y="1796"/>
                  <a:pt x="1434" y="1965"/>
                </a:cubicBezTo>
                <a:cubicBezTo>
                  <a:pt x="1392" y="2041"/>
                  <a:pt x="1350" y="2100"/>
                  <a:pt x="1316" y="2142"/>
                </a:cubicBezTo>
                <a:cubicBezTo>
                  <a:pt x="1763" y="2075"/>
                  <a:pt x="2109" y="1712"/>
                  <a:pt x="2151" y="1265"/>
                </a:cubicBezTo>
                <a:close/>
                <a:moveTo>
                  <a:pt x="2159" y="1105"/>
                </a:moveTo>
                <a:lnTo>
                  <a:pt x="1653" y="1105"/>
                </a:lnTo>
                <a:cubicBezTo>
                  <a:pt x="1645" y="785"/>
                  <a:pt x="1544" y="523"/>
                  <a:pt x="1434" y="346"/>
                </a:cubicBezTo>
                <a:cubicBezTo>
                  <a:pt x="1392" y="270"/>
                  <a:pt x="1350" y="211"/>
                  <a:pt x="1316" y="169"/>
                </a:cubicBezTo>
                <a:cubicBezTo>
                  <a:pt x="1780" y="245"/>
                  <a:pt x="2134" y="633"/>
                  <a:pt x="2159" y="1105"/>
                </a:cubicBezTo>
                <a:close/>
              </a:path>
            </a:pathLst>
          </a:custGeom>
          <a:solidFill>
            <a:schemeClr val="tx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ptos" pitchFamily="2" charset="77"/>
              <a:cs typeface="Arial"/>
              <a:sym typeface="Arial"/>
            </a:endParaRPr>
          </a:p>
        </p:txBody>
      </p:sp>
      <p:grpSp>
        <p:nvGrpSpPr>
          <p:cNvPr id="18" name="Google Shape;1420;p66">
            <a:extLst>
              <a:ext uri="{FF2B5EF4-FFF2-40B4-BE49-F238E27FC236}">
                <a16:creationId xmlns:a16="http://schemas.microsoft.com/office/drawing/2014/main" id="{FEDD1215-51F0-738E-7B36-4B74219B234E}"/>
              </a:ext>
              <a:ext uri="{C183D7F6-B498-43B3-948B-1728B52AA6E4}">
                <adec:decorative xmlns:adec="http://schemas.microsoft.com/office/drawing/2017/decorative" val="1"/>
              </a:ext>
            </a:extLst>
          </p:cNvPr>
          <p:cNvGrpSpPr/>
          <p:nvPr/>
        </p:nvGrpSpPr>
        <p:grpSpPr>
          <a:xfrm>
            <a:off x="4652173" y="3657351"/>
            <a:ext cx="336463" cy="252313"/>
            <a:chOff x="3526750" y="1943250"/>
            <a:chExt cx="63275" cy="47450"/>
          </a:xfrm>
          <a:solidFill>
            <a:schemeClr val="tx1"/>
          </a:solidFill>
        </p:grpSpPr>
        <p:sp>
          <p:nvSpPr>
            <p:cNvPr id="19" name="Google Shape;1421;p66">
              <a:extLst>
                <a:ext uri="{FF2B5EF4-FFF2-40B4-BE49-F238E27FC236}">
                  <a16:creationId xmlns:a16="http://schemas.microsoft.com/office/drawing/2014/main" id="{08085CE2-65A4-F4E8-C7C3-D276253DF18E}"/>
                </a:ext>
              </a:extLst>
            </p:cNvPr>
            <p:cNvSpPr/>
            <p:nvPr/>
          </p:nvSpPr>
          <p:spPr>
            <a:xfrm>
              <a:off x="3539825" y="1957600"/>
              <a:ext cx="11400" cy="18575"/>
            </a:xfrm>
            <a:custGeom>
              <a:avLst/>
              <a:gdLst/>
              <a:ahLst/>
              <a:cxnLst/>
              <a:rect l="l" t="t" r="r" b="b"/>
              <a:pathLst>
                <a:path w="456" h="743" extrusionOk="0">
                  <a:moveTo>
                    <a:pt x="85" y="0"/>
                  </a:moveTo>
                  <a:cubicBezTo>
                    <a:pt x="63" y="0"/>
                    <a:pt x="42" y="8"/>
                    <a:pt x="26" y="25"/>
                  </a:cubicBezTo>
                  <a:cubicBezTo>
                    <a:pt x="0" y="59"/>
                    <a:pt x="0" y="110"/>
                    <a:pt x="26" y="135"/>
                  </a:cubicBezTo>
                  <a:lnTo>
                    <a:pt x="262" y="371"/>
                  </a:lnTo>
                  <a:lnTo>
                    <a:pt x="26" y="607"/>
                  </a:lnTo>
                  <a:cubicBezTo>
                    <a:pt x="0" y="632"/>
                    <a:pt x="0" y="683"/>
                    <a:pt x="26" y="717"/>
                  </a:cubicBezTo>
                  <a:cubicBezTo>
                    <a:pt x="42" y="734"/>
                    <a:pt x="63" y="742"/>
                    <a:pt x="85" y="742"/>
                  </a:cubicBezTo>
                  <a:cubicBezTo>
                    <a:pt x="106" y="742"/>
                    <a:pt x="127" y="734"/>
                    <a:pt x="144" y="717"/>
                  </a:cubicBezTo>
                  <a:lnTo>
                    <a:pt x="430" y="430"/>
                  </a:lnTo>
                  <a:cubicBezTo>
                    <a:pt x="447" y="413"/>
                    <a:pt x="456" y="388"/>
                    <a:pt x="456" y="371"/>
                  </a:cubicBezTo>
                  <a:cubicBezTo>
                    <a:pt x="456" y="354"/>
                    <a:pt x="447" y="329"/>
                    <a:pt x="430" y="312"/>
                  </a:cubicBezTo>
                  <a:lnTo>
                    <a:pt x="144" y="25"/>
                  </a:lnTo>
                  <a:cubicBezTo>
                    <a:pt x="127" y="8"/>
                    <a:pt x="106" y="0"/>
                    <a:pt x="85"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0" name="Google Shape;1422;p66">
              <a:extLst>
                <a:ext uri="{FF2B5EF4-FFF2-40B4-BE49-F238E27FC236}">
                  <a16:creationId xmlns:a16="http://schemas.microsoft.com/office/drawing/2014/main" id="{30F5BA58-3AEB-3263-468E-70A196D308AF}"/>
                </a:ext>
              </a:extLst>
            </p:cNvPr>
            <p:cNvSpPr/>
            <p:nvPr/>
          </p:nvSpPr>
          <p:spPr>
            <a:xfrm>
              <a:off x="3554375" y="1972125"/>
              <a:ext cx="17300" cy="4050"/>
            </a:xfrm>
            <a:custGeom>
              <a:avLst/>
              <a:gdLst/>
              <a:ahLst/>
              <a:cxnLst/>
              <a:rect l="l" t="t" r="r" b="b"/>
              <a:pathLst>
                <a:path w="692" h="162" extrusionOk="0">
                  <a:moveTo>
                    <a:pt x="84" y="1"/>
                  </a:moveTo>
                  <a:cubicBezTo>
                    <a:pt x="34" y="1"/>
                    <a:pt x="0" y="35"/>
                    <a:pt x="0" y="77"/>
                  </a:cubicBezTo>
                  <a:cubicBezTo>
                    <a:pt x="0" y="127"/>
                    <a:pt x="34" y="161"/>
                    <a:pt x="84" y="161"/>
                  </a:cubicBezTo>
                  <a:lnTo>
                    <a:pt x="607" y="161"/>
                  </a:lnTo>
                  <a:cubicBezTo>
                    <a:pt x="649" y="161"/>
                    <a:pt x="692" y="127"/>
                    <a:pt x="692" y="77"/>
                  </a:cubicBezTo>
                  <a:cubicBezTo>
                    <a:pt x="692" y="35"/>
                    <a:pt x="649" y="1"/>
                    <a:pt x="607"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1" name="Google Shape;1423;p66">
              <a:extLst>
                <a:ext uri="{FF2B5EF4-FFF2-40B4-BE49-F238E27FC236}">
                  <a16:creationId xmlns:a16="http://schemas.microsoft.com/office/drawing/2014/main" id="{CA8EEAA1-D7FA-45B3-5185-167C8D6433BD}"/>
                </a:ext>
              </a:extLst>
            </p:cNvPr>
            <p:cNvSpPr/>
            <p:nvPr/>
          </p:nvSpPr>
          <p:spPr>
            <a:xfrm>
              <a:off x="3526750" y="1943250"/>
              <a:ext cx="63275" cy="47450"/>
            </a:xfrm>
            <a:custGeom>
              <a:avLst/>
              <a:gdLst/>
              <a:ahLst/>
              <a:cxnLst/>
              <a:rect l="l" t="t" r="r" b="b"/>
              <a:pathLst>
                <a:path w="2531" h="1898" extrusionOk="0">
                  <a:moveTo>
                    <a:pt x="0" y="178"/>
                  </a:moveTo>
                  <a:cubicBezTo>
                    <a:pt x="0" y="76"/>
                    <a:pt x="85" y="1"/>
                    <a:pt x="186" y="1"/>
                  </a:cubicBezTo>
                  <a:lnTo>
                    <a:pt x="2345" y="1"/>
                  </a:lnTo>
                  <a:cubicBezTo>
                    <a:pt x="2446" y="1"/>
                    <a:pt x="2530" y="76"/>
                    <a:pt x="2530" y="178"/>
                  </a:cubicBezTo>
                  <a:lnTo>
                    <a:pt x="2530" y="1712"/>
                  </a:lnTo>
                  <a:cubicBezTo>
                    <a:pt x="2530" y="1814"/>
                    <a:pt x="2446" y="1898"/>
                    <a:pt x="2345" y="1898"/>
                  </a:cubicBezTo>
                  <a:lnTo>
                    <a:pt x="186" y="1898"/>
                  </a:lnTo>
                  <a:cubicBezTo>
                    <a:pt x="85" y="1898"/>
                    <a:pt x="0" y="1814"/>
                    <a:pt x="0" y="1712"/>
                  </a:cubicBezTo>
                  <a:close/>
                  <a:moveTo>
                    <a:pt x="186" y="152"/>
                  </a:moveTo>
                  <a:cubicBezTo>
                    <a:pt x="169" y="152"/>
                    <a:pt x="161" y="169"/>
                    <a:pt x="161" y="178"/>
                  </a:cubicBezTo>
                  <a:lnTo>
                    <a:pt x="161" y="1712"/>
                  </a:lnTo>
                  <a:cubicBezTo>
                    <a:pt x="161" y="1721"/>
                    <a:pt x="169" y="1738"/>
                    <a:pt x="186" y="1738"/>
                  </a:cubicBezTo>
                  <a:lnTo>
                    <a:pt x="2345" y="1738"/>
                  </a:lnTo>
                  <a:cubicBezTo>
                    <a:pt x="2362" y="1738"/>
                    <a:pt x="2370" y="1721"/>
                    <a:pt x="2370" y="1712"/>
                  </a:cubicBezTo>
                  <a:lnTo>
                    <a:pt x="2370" y="178"/>
                  </a:lnTo>
                  <a:cubicBezTo>
                    <a:pt x="2370" y="169"/>
                    <a:pt x="2362" y="152"/>
                    <a:pt x="2345" y="152"/>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Tree>
    <p:extLst>
      <p:ext uri="{BB962C8B-B14F-4D97-AF65-F5344CB8AC3E}">
        <p14:creationId xmlns:p14="http://schemas.microsoft.com/office/powerpoint/2010/main" val="2077711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F294A-7D23-0FED-F19F-48EC50F4D4E5}"/>
            </a:ext>
          </a:extLst>
        </p:cNvPr>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2B42B801-AA59-A74F-DEB1-FF0D80E8037C}"/>
              </a:ext>
            </a:extLst>
          </p:cNvPr>
          <p:cNvSpPr>
            <a:spLocks noGrp="1"/>
          </p:cNvSpPr>
          <p:nvPr>
            <p:ph type="pic" sz="quarter" idx="32"/>
          </p:nvPr>
        </p:nvSpPr>
        <p:spPr/>
        <p:txBody>
          <a:bodyPr/>
          <a:lstStyle/>
          <a:p>
            <a:endParaRPr lang="en-US"/>
          </a:p>
        </p:txBody>
      </p:sp>
      <p:sp>
        <p:nvSpPr>
          <p:cNvPr id="2" name="Title 1">
            <a:extLst>
              <a:ext uri="{FF2B5EF4-FFF2-40B4-BE49-F238E27FC236}">
                <a16:creationId xmlns:a16="http://schemas.microsoft.com/office/drawing/2014/main" id="{644C1E84-C6E0-EE8D-5489-56EF9D537CB4}"/>
              </a:ext>
            </a:extLst>
          </p:cNvPr>
          <p:cNvSpPr>
            <a:spLocks noGrp="1"/>
          </p:cNvSpPr>
          <p:nvPr>
            <p:ph type="title"/>
          </p:nvPr>
        </p:nvSpPr>
        <p:spPr/>
        <p:txBody>
          <a:bodyPr>
            <a:normAutofit/>
          </a:bodyPr>
          <a:lstStyle/>
          <a:p>
            <a:r>
              <a:rPr lang="en-US"/>
              <a:t>Skills &amp; Plugins</a:t>
            </a:r>
          </a:p>
        </p:txBody>
      </p:sp>
      <p:sp>
        <p:nvSpPr>
          <p:cNvPr id="5" name="Text Placeholder 4">
            <a:extLst>
              <a:ext uri="{FF2B5EF4-FFF2-40B4-BE49-F238E27FC236}">
                <a16:creationId xmlns:a16="http://schemas.microsoft.com/office/drawing/2014/main" id="{8405419D-D7DE-5783-7416-B805DA13CE09}"/>
              </a:ext>
            </a:extLst>
          </p:cNvPr>
          <p:cNvSpPr>
            <a:spLocks noGrp="1"/>
          </p:cNvSpPr>
          <p:nvPr>
            <p:ph type="body" sz="quarter" idx="26"/>
          </p:nvPr>
        </p:nvSpPr>
        <p:spPr>
          <a:xfrm>
            <a:off x="380678" y="2430049"/>
            <a:ext cx="5329526" cy="4033163"/>
          </a:xfrm>
        </p:spPr>
        <p:txBody>
          <a:bodyPr/>
          <a:lstStyle/>
          <a:p>
            <a:r>
              <a:rPr lang="en-US"/>
              <a:t>Reusable procedures to extend Copilot’s capabilities for repeatable tasks</a:t>
            </a:r>
          </a:p>
          <a:p>
            <a:endParaRPr lang="en-US"/>
          </a:p>
          <a:p>
            <a:r>
              <a:rPr lang="en-US"/>
              <a:t>Add new skills with </a:t>
            </a:r>
            <a:r>
              <a:rPr lang="en-US">
                <a:solidFill>
                  <a:schemeClr val="tx1"/>
                </a:solidFill>
                <a:latin typeface="Consolas" panose="02000009000000000000" pitchFamily="49" charset="0"/>
                <a:ea typeface="Consolas" panose="02000009000000000000" pitchFamily="49" charset="0"/>
                <a:cs typeface="Consolas" panose="02000009000000000000" pitchFamily="49" charset="0"/>
              </a:rPr>
              <a:t>/skills add</a:t>
            </a:r>
          </a:p>
          <a:p>
            <a:endParaRPr lang="en-US">
              <a:latin typeface="Consolas" panose="02000009000000000000" pitchFamily="49" charset="0"/>
              <a:ea typeface="Consolas" panose="02000009000000000000" pitchFamily="49" charset="0"/>
              <a:cs typeface="Consolas" panose="02000009000000000000" pitchFamily="49" charset="0"/>
            </a:endParaRPr>
          </a:p>
          <a:p>
            <a:r>
              <a:rPr lang="en-US">
                <a:latin typeface="Aptos" pitchFamily="2" charset="0"/>
                <a:ea typeface="Consolas" panose="02000009000000000000" pitchFamily="49" charset="0"/>
                <a:cs typeface="Aptos" pitchFamily="2" charset="0"/>
              </a:rPr>
              <a:t>Can be project-specific or global in your .copilot/skills or .agents/skills folder</a:t>
            </a:r>
          </a:p>
          <a:p>
            <a:endParaRPr lang="en-US">
              <a:latin typeface="Aptos" pitchFamily="2" charset="0"/>
              <a:ea typeface="Consolas" panose="02000009000000000000" pitchFamily="49" charset="0"/>
              <a:cs typeface="Aptos" pitchFamily="2" charset="0"/>
            </a:endParaRPr>
          </a:p>
          <a:p>
            <a:r>
              <a:rPr lang="en-US">
                <a:latin typeface="Aptos" pitchFamily="2" charset="0"/>
                <a:ea typeface="Consolas" panose="02000009000000000000" pitchFamily="49" charset="0"/>
                <a:cs typeface="Aptos" pitchFamily="2" charset="0"/>
              </a:rPr>
              <a:t>Add new plugins with  </a:t>
            </a:r>
            <a:r>
              <a:rPr lang="en-US">
                <a:solidFill>
                  <a:schemeClr val="tx1"/>
                </a:solidFill>
                <a:latin typeface="Consolas" panose="02000009000000000000" pitchFamily="49" charset="0"/>
                <a:ea typeface="Consolas" panose="02000009000000000000" pitchFamily="49" charset="0"/>
                <a:cs typeface="Consolas" panose="02000009000000000000" pitchFamily="49" charset="0"/>
              </a:rPr>
              <a:t>/plugin </a:t>
            </a:r>
            <a:endParaRPr lang="en-US">
              <a:latin typeface="Aptos" pitchFamily="2" charset="0"/>
              <a:ea typeface="Consolas" panose="02000009000000000000" pitchFamily="49" charset="0"/>
              <a:cs typeface="Aptos" pitchFamily="2" charset="0"/>
            </a:endParaRPr>
          </a:p>
        </p:txBody>
      </p:sp>
      <p:pic>
        <p:nvPicPr>
          <p:cNvPr id="8" name="Picture 7" descr="The image displays a PowerShell command line interface showing a list of available skills, including a custom 'git-commit' skill, and instructions for handling commit messages and file staging.&#10;&#10;AI-generated content may be incorrect.">
            <a:extLst>
              <a:ext uri="{FF2B5EF4-FFF2-40B4-BE49-F238E27FC236}">
                <a16:creationId xmlns:a16="http://schemas.microsoft.com/office/drawing/2014/main" id="{CF548AC6-F702-9AD5-EF52-FA030A1ABF8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54041" y="1545127"/>
            <a:ext cx="6137959" cy="3767745"/>
          </a:xfrm>
          <a:prstGeom prst="rect">
            <a:avLst/>
          </a:prstGeom>
        </p:spPr>
      </p:pic>
    </p:spTree>
    <p:extLst>
      <p:ext uri="{BB962C8B-B14F-4D97-AF65-F5344CB8AC3E}">
        <p14:creationId xmlns:p14="http://schemas.microsoft.com/office/powerpoint/2010/main" val="37463163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068D453-3B32-242E-2CE9-D1DC7AAA49B4}"/>
              </a:ext>
            </a:extLst>
          </p:cNvPr>
          <p:cNvSpPr>
            <a:spLocks noGrp="1"/>
          </p:cNvSpPr>
          <p:nvPr>
            <p:ph type="body" sz="quarter" idx="31"/>
          </p:nvPr>
        </p:nvSpPr>
        <p:spPr/>
        <p:txBody>
          <a:bodyPr/>
          <a:lstStyle/>
          <a:p>
            <a:r>
              <a:rPr lang="en-US"/>
              <a:t>GitHub Copilot CLI</a:t>
            </a:r>
          </a:p>
        </p:txBody>
      </p:sp>
      <p:sp>
        <p:nvSpPr>
          <p:cNvPr id="3" name="Text Placeholder 2">
            <a:extLst>
              <a:ext uri="{FF2B5EF4-FFF2-40B4-BE49-F238E27FC236}">
                <a16:creationId xmlns:a16="http://schemas.microsoft.com/office/drawing/2014/main" id="{3E504F11-9D95-C38C-C83F-D8CED18D0595}"/>
              </a:ext>
            </a:extLst>
          </p:cNvPr>
          <p:cNvSpPr>
            <a:spLocks noGrp="1"/>
          </p:cNvSpPr>
          <p:nvPr>
            <p:ph type="body" sz="quarter" idx="32"/>
          </p:nvPr>
        </p:nvSpPr>
        <p:spPr/>
        <p:txBody>
          <a:bodyPr/>
          <a:lstStyle/>
          <a:p>
            <a:r>
              <a:rPr lang="en-US">
                <a:latin typeface="Consolas" panose="02000009000000000000" pitchFamily="49" charset="0"/>
                <a:ea typeface="Consolas" panose="02000009000000000000" pitchFamily="49" charset="0"/>
                <a:cs typeface="Consolas" panose="02000009000000000000" pitchFamily="49" charset="0"/>
              </a:rPr>
              <a:t>/context</a:t>
            </a:r>
          </a:p>
        </p:txBody>
      </p:sp>
      <p:sp>
        <p:nvSpPr>
          <p:cNvPr id="4" name="Text Placeholder 3">
            <a:extLst>
              <a:ext uri="{FF2B5EF4-FFF2-40B4-BE49-F238E27FC236}">
                <a16:creationId xmlns:a16="http://schemas.microsoft.com/office/drawing/2014/main" id="{9749C76D-A31B-529A-09C0-FF6274A0F2B5}"/>
              </a:ext>
            </a:extLst>
          </p:cNvPr>
          <p:cNvSpPr>
            <a:spLocks noGrp="1"/>
          </p:cNvSpPr>
          <p:nvPr>
            <p:ph type="body" sz="quarter" idx="33"/>
          </p:nvPr>
        </p:nvSpPr>
        <p:spPr/>
        <p:txBody>
          <a:bodyPr/>
          <a:lstStyle/>
          <a:p>
            <a:r>
              <a:rPr lang="en-US"/>
              <a:t>Visualize what is in your context window.</a:t>
            </a:r>
          </a:p>
        </p:txBody>
      </p:sp>
      <p:sp>
        <p:nvSpPr>
          <p:cNvPr id="5" name="Text Placeholder 4">
            <a:extLst>
              <a:ext uri="{FF2B5EF4-FFF2-40B4-BE49-F238E27FC236}">
                <a16:creationId xmlns:a16="http://schemas.microsoft.com/office/drawing/2014/main" id="{71E67F5E-149E-D11B-053F-4EB039082E6E}"/>
              </a:ext>
            </a:extLst>
          </p:cNvPr>
          <p:cNvSpPr>
            <a:spLocks noGrp="1"/>
          </p:cNvSpPr>
          <p:nvPr>
            <p:ph type="body" sz="quarter" idx="35"/>
          </p:nvPr>
        </p:nvSpPr>
        <p:spPr/>
        <p:txBody>
          <a:bodyPr/>
          <a:lstStyle/>
          <a:p>
            <a:r>
              <a:rPr lang="en-US">
                <a:latin typeface="Consolas" panose="02000009000000000000" pitchFamily="49" charset="0"/>
                <a:ea typeface="Consolas" panose="02000009000000000000" pitchFamily="49" charset="0"/>
                <a:cs typeface="Consolas" panose="02000009000000000000" pitchFamily="49" charset="0"/>
              </a:rPr>
              <a:t>/compact</a:t>
            </a:r>
          </a:p>
        </p:txBody>
      </p:sp>
      <p:sp>
        <p:nvSpPr>
          <p:cNvPr id="6" name="Text Placeholder 5">
            <a:extLst>
              <a:ext uri="{FF2B5EF4-FFF2-40B4-BE49-F238E27FC236}">
                <a16:creationId xmlns:a16="http://schemas.microsoft.com/office/drawing/2014/main" id="{432CCEA2-41C9-BB72-34A6-70A2B27EB8AA}"/>
              </a:ext>
            </a:extLst>
          </p:cNvPr>
          <p:cNvSpPr>
            <a:spLocks noGrp="1"/>
          </p:cNvSpPr>
          <p:nvPr>
            <p:ph type="body" sz="quarter" idx="36"/>
          </p:nvPr>
        </p:nvSpPr>
        <p:spPr/>
        <p:txBody>
          <a:bodyPr/>
          <a:lstStyle/>
          <a:p>
            <a:r>
              <a:rPr lang="en-US"/>
              <a:t>Summarizes current context and compacts to smaller size.</a:t>
            </a:r>
          </a:p>
        </p:txBody>
      </p:sp>
      <p:sp>
        <p:nvSpPr>
          <p:cNvPr id="9" name="Title 8">
            <a:extLst>
              <a:ext uri="{FF2B5EF4-FFF2-40B4-BE49-F238E27FC236}">
                <a16:creationId xmlns:a16="http://schemas.microsoft.com/office/drawing/2014/main" id="{41139FB8-8BE4-9696-E89E-9E0437F65780}"/>
              </a:ext>
            </a:extLst>
          </p:cNvPr>
          <p:cNvSpPr>
            <a:spLocks noGrp="1"/>
          </p:cNvSpPr>
          <p:nvPr>
            <p:ph type="title"/>
          </p:nvPr>
        </p:nvSpPr>
        <p:spPr/>
        <p:txBody>
          <a:bodyPr/>
          <a:lstStyle/>
          <a:p>
            <a:r>
              <a:rPr lang="en-US"/>
              <a:t>Context</a:t>
            </a:r>
            <a:br>
              <a:rPr lang="en-US"/>
            </a:br>
            <a:br>
              <a:rPr lang="en-US"/>
            </a:br>
            <a:endParaRPr lang="en-US"/>
          </a:p>
        </p:txBody>
      </p:sp>
      <p:sp>
        <p:nvSpPr>
          <p:cNvPr id="10" name="Picture Placeholder 9">
            <a:extLst>
              <a:ext uri="{FF2B5EF4-FFF2-40B4-BE49-F238E27FC236}">
                <a16:creationId xmlns:a16="http://schemas.microsoft.com/office/drawing/2014/main" id="{EF763C8E-2B27-63E6-3552-DA9E2C9DF50A}"/>
              </a:ext>
            </a:extLst>
          </p:cNvPr>
          <p:cNvSpPr>
            <a:spLocks noGrp="1"/>
          </p:cNvSpPr>
          <p:nvPr>
            <p:ph type="pic" sz="quarter" idx="44"/>
          </p:nvPr>
        </p:nvSpPr>
        <p:spPr/>
        <p:txBody>
          <a:bodyPr/>
          <a:lstStyle/>
          <a:p>
            <a:endParaRPr lang="en-US"/>
          </a:p>
        </p:txBody>
      </p:sp>
      <p:sp>
        <p:nvSpPr>
          <p:cNvPr id="11" name="Picture Placeholder 10">
            <a:extLst>
              <a:ext uri="{FF2B5EF4-FFF2-40B4-BE49-F238E27FC236}">
                <a16:creationId xmlns:a16="http://schemas.microsoft.com/office/drawing/2014/main" id="{67D43EEB-C66F-5B37-1F91-BA47700B16DA}"/>
              </a:ext>
            </a:extLst>
          </p:cNvPr>
          <p:cNvSpPr>
            <a:spLocks noGrp="1"/>
          </p:cNvSpPr>
          <p:nvPr>
            <p:ph type="pic" sz="quarter" idx="45"/>
          </p:nvPr>
        </p:nvSpPr>
        <p:spPr/>
        <p:txBody>
          <a:bodyPr/>
          <a:lstStyle/>
          <a:p>
            <a:endParaRPr lang="en-US"/>
          </a:p>
        </p:txBody>
      </p:sp>
      <p:pic>
        <p:nvPicPr>
          <p:cNvPr id="17" name="Picture 16" descr="The image appears to be a PowerShell command window showing a list of various usage statistics, such as system tools, messages, free space, and buffer size.&#10;&#10;AI-generated content may be incorrect.">
            <a:extLst>
              <a:ext uri="{FF2B5EF4-FFF2-40B4-BE49-F238E27FC236}">
                <a16:creationId xmlns:a16="http://schemas.microsoft.com/office/drawing/2014/main" id="{55C0F502-1B00-DC05-4403-18517AF4DF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08894" y="8875"/>
            <a:ext cx="6857721" cy="3691777"/>
          </a:xfrm>
          <a:prstGeom prst="rect">
            <a:avLst/>
          </a:prstGeom>
        </p:spPr>
      </p:pic>
      <p:sp>
        <p:nvSpPr>
          <p:cNvPr id="8" name="TextBox 7">
            <a:extLst>
              <a:ext uri="{FF2B5EF4-FFF2-40B4-BE49-F238E27FC236}">
                <a16:creationId xmlns:a16="http://schemas.microsoft.com/office/drawing/2014/main" id="{C5B86CB6-476C-2DF5-9931-B8A6C161104B}"/>
              </a:ext>
            </a:extLst>
          </p:cNvPr>
          <p:cNvSpPr txBox="1"/>
          <p:nvPr/>
        </p:nvSpPr>
        <p:spPr>
          <a:xfrm>
            <a:off x="283070" y="3709526"/>
            <a:ext cx="3955298" cy="1477328"/>
          </a:xfrm>
          <a:prstGeom prst="rect">
            <a:avLst/>
          </a:prstGeom>
          <a:noFill/>
        </p:spPr>
        <p:txBody>
          <a:bodyPr wrap="square">
            <a:spAutoFit/>
          </a:bodyPr>
          <a:lstStyle/>
          <a:p>
            <a:r>
              <a:rPr lang="en-US"/>
              <a:t>Infinite Sessions (a CLI exclusive) means you likely never have to worry about these, but when you want to manage your context more directly, you can:</a:t>
            </a:r>
          </a:p>
        </p:txBody>
      </p:sp>
    </p:spTree>
    <p:extLst>
      <p:ext uri="{BB962C8B-B14F-4D97-AF65-F5344CB8AC3E}">
        <p14:creationId xmlns:p14="http://schemas.microsoft.com/office/powerpoint/2010/main" val="3973287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45EA2-6770-63FB-423B-FE206BDF8F8E}"/>
              </a:ext>
            </a:extLst>
          </p:cNvPr>
          <p:cNvSpPr>
            <a:spLocks noGrp="1"/>
          </p:cNvSpPr>
          <p:nvPr>
            <p:ph type="title"/>
          </p:nvPr>
        </p:nvSpPr>
        <p:spPr/>
        <p:txBody>
          <a:bodyPr/>
          <a:lstStyle/>
          <a:p>
            <a:r>
              <a:rPr lang="en-US"/>
              <a:t>Parallel Copilot</a:t>
            </a:r>
          </a:p>
        </p:txBody>
      </p:sp>
      <p:pic>
        <p:nvPicPr>
          <p:cNvPr id="5" name="Picture 4" descr="The image displays a text-based interface with a GitHub Copilot integration, showing various file and directory listings, and a user navigating through a codebase to explore architectural decisions related to a file explorer with Git integration.&#10;&#10;AI-generated content may be incorrect.">
            <a:extLst>
              <a:ext uri="{FF2B5EF4-FFF2-40B4-BE49-F238E27FC236}">
                <a16:creationId xmlns:a16="http://schemas.microsoft.com/office/drawing/2014/main" id="{62C161AC-78A6-14E6-F647-DB0AF335276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70113" y="1405024"/>
            <a:ext cx="8262257" cy="4047951"/>
          </a:xfrm>
          <a:prstGeom prst="rect">
            <a:avLst/>
          </a:prstGeom>
        </p:spPr>
      </p:pic>
      <p:pic>
        <p:nvPicPr>
          <p:cNvPr id="7" name="Picture 6" descr="The image displays a terminal session with a user requesting the installation of project dependencies, followed by the initiation of a development server and web UI. The terminal outputs indicate that the project is running and accessible via web and API endpoints.&#10;&#10;AI-generated content may be incorrect.">
            <a:extLst>
              <a:ext uri="{FF2B5EF4-FFF2-40B4-BE49-F238E27FC236}">
                <a16:creationId xmlns:a16="http://schemas.microsoft.com/office/drawing/2014/main" id="{0606E90B-3E4D-F698-D3FE-F9573CA459BB}"/>
              </a:ext>
            </a:extLst>
          </p:cNvPr>
          <p:cNvPicPr>
            <a:picLocks noChangeAspect="1"/>
          </p:cNvPicPr>
          <p:nvPr/>
        </p:nvPicPr>
        <p:blipFill>
          <a:blip r:embed="rId4"/>
          <a:stretch>
            <a:fillRect/>
          </a:stretch>
        </p:blipFill>
        <p:spPr>
          <a:xfrm>
            <a:off x="9389824" y="19534"/>
            <a:ext cx="2346905" cy="5433441"/>
          </a:xfrm>
          <a:prstGeom prst="rect">
            <a:avLst/>
          </a:prstGeom>
        </p:spPr>
      </p:pic>
      <p:sp>
        <p:nvSpPr>
          <p:cNvPr id="8" name="TextBox 7">
            <a:extLst>
              <a:ext uri="{FF2B5EF4-FFF2-40B4-BE49-F238E27FC236}">
                <a16:creationId xmlns:a16="http://schemas.microsoft.com/office/drawing/2014/main" id="{09776AA6-C850-1F46-B11A-182DB344DD44}"/>
              </a:ext>
            </a:extLst>
          </p:cNvPr>
          <p:cNvSpPr txBox="1"/>
          <p:nvPr/>
        </p:nvSpPr>
        <p:spPr>
          <a:xfrm>
            <a:off x="2587096" y="5578998"/>
            <a:ext cx="3828292" cy="369332"/>
          </a:xfrm>
          <a:prstGeom prst="rect">
            <a:avLst/>
          </a:prstGeom>
          <a:noFill/>
        </p:spPr>
        <p:txBody>
          <a:bodyPr wrap="none" rtlCol="0">
            <a:spAutoFit/>
          </a:bodyPr>
          <a:lstStyle/>
          <a:p>
            <a:pPr algn="ctr"/>
            <a:r>
              <a:rPr lang="en-US">
                <a:latin typeface="Aptos" pitchFamily="2" charset="0"/>
                <a:cs typeface="Aptos" pitchFamily="2" charset="0"/>
              </a:rPr>
              <a:t>Two projects in terminal split panes</a:t>
            </a:r>
          </a:p>
        </p:txBody>
      </p:sp>
      <p:sp>
        <p:nvSpPr>
          <p:cNvPr id="9" name="TextBox 8">
            <a:extLst>
              <a:ext uri="{FF2B5EF4-FFF2-40B4-BE49-F238E27FC236}">
                <a16:creationId xmlns:a16="http://schemas.microsoft.com/office/drawing/2014/main" id="{86E58C94-4AE2-733B-4BFF-F5976F878998}"/>
              </a:ext>
            </a:extLst>
          </p:cNvPr>
          <p:cNvSpPr txBox="1"/>
          <p:nvPr/>
        </p:nvSpPr>
        <p:spPr>
          <a:xfrm>
            <a:off x="9421781" y="5578998"/>
            <a:ext cx="2282997" cy="369332"/>
          </a:xfrm>
          <a:prstGeom prst="rect">
            <a:avLst/>
          </a:prstGeom>
          <a:noFill/>
        </p:spPr>
        <p:txBody>
          <a:bodyPr wrap="none" rtlCol="0">
            <a:spAutoFit/>
          </a:bodyPr>
          <a:lstStyle/>
          <a:p>
            <a:pPr algn="ctr"/>
            <a:r>
              <a:rPr lang="en-US">
                <a:latin typeface="Aptos" pitchFamily="2" charset="0"/>
                <a:cs typeface="Aptos" pitchFamily="2" charset="0"/>
              </a:rPr>
              <a:t>VS Code agent chat</a:t>
            </a:r>
          </a:p>
        </p:txBody>
      </p:sp>
    </p:spTree>
    <p:extLst>
      <p:ext uri="{BB962C8B-B14F-4D97-AF65-F5344CB8AC3E}">
        <p14:creationId xmlns:p14="http://schemas.microsoft.com/office/powerpoint/2010/main" val="31741386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75A1D-5BFC-654B-2127-C089F89EF6E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9A52AC0-D152-9F8E-8AC5-CD7F48E3E846}"/>
              </a:ext>
            </a:extLst>
          </p:cNvPr>
          <p:cNvSpPr>
            <a:spLocks noGrp="1"/>
          </p:cNvSpPr>
          <p:nvPr>
            <p:ph type="body" sz="quarter" idx="22"/>
          </p:nvPr>
        </p:nvSpPr>
        <p:spPr/>
        <p:txBody>
          <a:bodyPr/>
          <a:lstStyle/>
          <a:p>
            <a:r>
              <a:rPr lang="en-US"/>
              <a:t>GitHub Copilot CLI</a:t>
            </a:r>
          </a:p>
        </p:txBody>
      </p:sp>
      <p:sp>
        <p:nvSpPr>
          <p:cNvPr id="3" name="Text Placeholder 2">
            <a:extLst>
              <a:ext uri="{FF2B5EF4-FFF2-40B4-BE49-F238E27FC236}">
                <a16:creationId xmlns:a16="http://schemas.microsoft.com/office/drawing/2014/main" id="{C9B4FAE6-0A66-C998-5222-4EEBFF6ACA97}"/>
              </a:ext>
            </a:extLst>
          </p:cNvPr>
          <p:cNvSpPr>
            <a:spLocks noGrp="1"/>
          </p:cNvSpPr>
          <p:nvPr>
            <p:ph type="body" sz="quarter" idx="32"/>
          </p:nvPr>
        </p:nvSpPr>
        <p:spPr/>
        <p:txBody>
          <a:bodyPr/>
          <a:lstStyle/>
          <a:p>
            <a:r>
              <a:rPr lang="en-US"/>
              <a:t>GitHub Copilot Dev Days</a:t>
            </a:r>
          </a:p>
        </p:txBody>
      </p:sp>
      <p:sp>
        <p:nvSpPr>
          <p:cNvPr id="4" name="Title 3">
            <a:extLst>
              <a:ext uri="{FF2B5EF4-FFF2-40B4-BE49-F238E27FC236}">
                <a16:creationId xmlns:a16="http://schemas.microsoft.com/office/drawing/2014/main" id="{3DAEC0E7-2FD3-7EED-3FFC-130345B2A55A}"/>
              </a:ext>
            </a:extLst>
          </p:cNvPr>
          <p:cNvSpPr>
            <a:spLocks noGrp="1"/>
          </p:cNvSpPr>
          <p:nvPr>
            <p:ph type="ctrTitle"/>
          </p:nvPr>
        </p:nvSpPr>
        <p:spPr/>
        <p:txBody>
          <a:bodyPr/>
          <a:lstStyle/>
          <a:p>
            <a:r>
              <a:rPr lang="en-US"/>
              <a:t>Demo</a:t>
            </a:r>
          </a:p>
        </p:txBody>
      </p:sp>
    </p:spTree>
    <p:extLst>
      <p:ext uri="{BB962C8B-B14F-4D97-AF65-F5344CB8AC3E}">
        <p14:creationId xmlns:p14="http://schemas.microsoft.com/office/powerpoint/2010/main" val="41461586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38E33C-068A-4597-D18E-4D2F734FCBBE}"/>
              </a:ext>
            </a:extLst>
          </p:cNvPr>
          <p:cNvSpPr txBox="1"/>
          <p:nvPr/>
        </p:nvSpPr>
        <p:spPr>
          <a:xfrm>
            <a:off x="635000" y="355600"/>
            <a:ext cx="10922000" cy="677108"/>
          </a:xfrm>
          <a:prstGeom prst="rect">
            <a:avLst/>
          </a:prstGeom>
          <a:noFill/>
        </p:spPr>
        <p:txBody>
          <a:bodyPr vert="horz" rtlCol="0">
            <a:spAutoFit/>
          </a:bodyPr>
          <a:lstStyle/>
          <a:p>
            <a:pPr algn="ctr"/>
            <a:r>
              <a:rPr lang="en-US" sz="3800" b="1"/>
              <a:t>GitHub Copilot Dev Days Sweepstake</a:t>
            </a:r>
          </a:p>
        </p:txBody>
      </p:sp>
      <p:sp>
        <p:nvSpPr>
          <p:cNvPr id="3" name="TextBox 2">
            <a:extLst>
              <a:ext uri="{FF2B5EF4-FFF2-40B4-BE49-F238E27FC236}">
                <a16:creationId xmlns:a16="http://schemas.microsoft.com/office/drawing/2014/main" id="{955C3C44-BC85-AFB4-60B3-347F66010AE5}"/>
              </a:ext>
            </a:extLst>
          </p:cNvPr>
          <p:cNvSpPr txBox="1"/>
          <p:nvPr/>
        </p:nvSpPr>
        <p:spPr>
          <a:xfrm>
            <a:off x="1905000" y="1211867"/>
            <a:ext cx="8382000" cy="769441"/>
          </a:xfrm>
          <a:prstGeom prst="rect">
            <a:avLst/>
          </a:prstGeom>
          <a:noFill/>
        </p:spPr>
        <p:txBody>
          <a:bodyPr vert="horz" wrap="square" rtlCol="0">
            <a:spAutoFit/>
          </a:bodyPr>
          <a:lstStyle/>
          <a:p>
            <a:pPr algn="ctr"/>
            <a:r>
              <a:rPr lang="en-US" sz="2200" dirty="0"/>
              <a:t>All completed surveys are eligible for our sweepstakes to win a GitHub Copilot Pro+ one-year subscription.</a:t>
            </a:r>
          </a:p>
        </p:txBody>
      </p:sp>
      <p:pic>
        <p:nvPicPr>
          <p:cNvPr id="5" name="Picture 4">
            <a:extLst>
              <a:ext uri="{FF2B5EF4-FFF2-40B4-BE49-F238E27FC236}">
                <a16:creationId xmlns:a16="http://schemas.microsoft.com/office/drawing/2014/main" id="{5EE6183A-2FA5-8407-1C12-7BCBF1AF60A5}"/>
              </a:ext>
            </a:extLst>
          </p:cNvPr>
          <p:cNvPicPr>
            <a:picLocks/>
          </p:cNvPicPr>
          <p:nvPr/>
        </p:nvPicPr>
        <p:blipFill>
          <a:blip r:embed="rId2">
            <a:extLst>
              <a:ext uri="{28A0092B-C50C-407E-A947-70E740481C1C}">
                <a14:useLocalDpi xmlns:a14="http://schemas.microsoft.com/office/drawing/2010/main" val="0"/>
              </a:ext>
            </a:extLst>
          </a:blip>
          <a:srcRect/>
          <a:stretch/>
        </p:blipFill>
        <p:spPr>
          <a:xfrm>
            <a:off x="4450080" y="2160467"/>
            <a:ext cx="3291840" cy="3291840"/>
          </a:xfrm>
          <a:prstGeom prst="rect">
            <a:avLst/>
          </a:prstGeom>
        </p:spPr>
      </p:pic>
      <p:sp>
        <p:nvSpPr>
          <p:cNvPr id="6" name="TextBox 5">
            <a:extLst>
              <a:ext uri="{FF2B5EF4-FFF2-40B4-BE49-F238E27FC236}">
                <a16:creationId xmlns:a16="http://schemas.microsoft.com/office/drawing/2014/main" id="{27B12961-7168-3649-E820-26BC690871A4}"/>
              </a:ext>
            </a:extLst>
          </p:cNvPr>
          <p:cNvSpPr txBox="1"/>
          <p:nvPr/>
        </p:nvSpPr>
        <p:spPr>
          <a:xfrm>
            <a:off x="889000" y="5943600"/>
            <a:ext cx="10414000" cy="369332"/>
          </a:xfrm>
          <a:prstGeom prst="rect">
            <a:avLst/>
          </a:prstGeom>
          <a:noFill/>
        </p:spPr>
        <p:txBody>
          <a:bodyPr vert="horz" rtlCol="0">
            <a:spAutoFit/>
          </a:bodyPr>
          <a:lstStyle/>
          <a:p>
            <a:pPr algn="ctr"/>
            <a:r>
              <a:rPr lang="en-US" u="sng">
                <a:hlinkClick r:id="rId3"/>
              </a:rPr>
              <a:t>https://aka.ms/githubcopilotdevdays/sweepstakes</a:t>
            </a:r>
            <a:endParaRPr lang="en-US" u="sng"/>
          </a:p>
        </p:txBody>
      </p:sp>
      <p:pic>
        <p:nvPicPr>
          <p:cNvPr id="4" name="Picture 3" descr="A blue and purple helmet with a yellow center&#10;&#10;AI-generated content may be incorrect.">
            <a:extLst>
              <a:ext uri="{FF2B5EF4-FFF2-40B4-BE49-F238E27FC236}">
                <a16:creationId xmlns:a16="http://schemas.microsoft.com/office/drawing/2014/main" id="{06CFF05D-4A1D-78B0-E362-CFBF6982775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rot="20194762">
            <a:off x="1040885" y="2878486"/>
            <a:ext cx="2576311" cy="2576313"/>
          </a:xfrm>
          <a:prstGeom prst="rect">
            <a:avLst/>
          </a:prstGeom>
        </p:spPr>
      </p:pic>
    </p:spTree>
    <p:extLst>
      <p:ext uri="{BB962C8B-B14F-4D97-AF65-F5344CB8AC3E}">
        <p14:creationId xmlns:p14="http://schemas.microsoft.com/office/powerpoint/2010/main" val="2002425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CC8FB-EDBE-47A3-2DA8-EE2795092B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55564B-54D5-0E60-25D4-3FED841A6F96}"/>
              </a:ext>
            </a:extLst>
          </p:cNvPr>
          <p:cNvSpPr>
            <a:spLocks noGrp="1"/>
          </p:cNvSpPr>
          <p:nvPr>
            <p:ph type="title" idx="4294967295"/>
          </p:nvPr>
        </p:nvSpPr>
        <p:spPr>
          <a:xfrm>
            <a:off x="0" y="-1325563"/>
            <a:ext cx="10515600" cy="1325563"/>
          </a:xfrm>
          <a:prstGeom prst="rect">
            <a:avLst/>
          </a:prstGeom>
        </p:spPr>
        <p:txBody>
          <a:bodyPr anchor="b"/>
          <a:lstStyle/>
          <a:p>
            <a:r>
              <a:rPr lang="en-US"/>
              <a:t>Thank you</a:t>
            </a:r>
          </a:p>
        </p:txBody>
      </p:sp>
    </p:spTree>
    <p:extLst>
      <p:ext uri="{BB962C8B-B14F-4D97-AF65-F5344CB8AC3E}">
        <p14:creationId xmlns:p14="http://schemas.microsoft.com/office/powerpoint/2010/main" val="3223314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niverse 25">
  <a:themeElements>
    <a:clrScheme name="Universe 2025">
      <a:dk1>
        <a:srgbClr val="000000"/>
      </a:dk1>
      <a:lt1>
        <a:srgbClr val="FFFFFF"/>
      </a:lt1>
      <a:dk2>
        <a:srgbClr val="E4EBE5"/>
      </a:dk2>
      <a:lt2>
        <a:srgbClr val="232824"/>
      </a:lt2>
      <a:accent1>
        <a:srgbClr val="BEFFD0"/>
      </a:accent1>
      <a:accent2>
        <a:srgbClr val="8BF1A6"/>
      </a:accent2>
      <a:accent3>
        <a:srgbClr val="5EEC83"/>
      </a:accent3>
      <a:accent4>
        <a:srgbClr val="087827"/>
      </a:accent4>
      <a:accent5>
        <a:srgbClr val="DBFF95"/>
      </a:accent5>
      <a:accent6>
        <a:srgbClr val="D3FA36"/>
      </a:accent6>
      <a:hlink>
        <a:srgbClr val="EEF6FC"/>
      </a:hlink>
      <a:folHlink>
        <a:srgbClr val="56CC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iverse 25" id="{EBCFF90B-FE23-4DF3-892D-7952A198CC3A}" vid="{44FF69D1-5BFF-4CF0-AEC7-1C55AA229DF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0</TotalTime>
  <Words>1848</Words>
  <Application>Microsoft Office PowerPoint</Application>
  <PresentationFormat>Widescreen</PresentationFormat>
  <Paragraphs>186</Paragraphs>
  <Slides>16</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Aptos</vt:lpstr>
      <vt:lpstr>Arial</vt:lpstr>
      <vt:lpstr>Calibri</vt:lpstr>
      <vt:lpstr>Consolas</vt:lpstr>
      <vt:lpstr>Courier New</vt:lpstr>
      <vt:lpstr>Segoe UI Semibold</vt:lpstr>
      <vt:lpstr>Segoe UI Variable Display Semibold</vt:lpstr>
      <vt:lpstr>Universe 25</vt:lpstr>
      <vt:lpstr>GitHub Copilot  Dev Days</vt:lpstr>
      <vt:lpstr>GitHub Copilot CLI – your AI terminal companion</vt:lpstr>
      <vt:lpstr>Core Features</vt:lpstr>
      <vt:lpstr>PowerPoint Presentation</vt:lpstr>
      <vt:lpstr>Installation</vt:lpstr>
      <vt:lpstr>PowerPoint Presentation</vt:lpstr>
      <vt:lpstr>Subagents </vt:lpstr>
      <vt:lpstr>Slash commands</vt:lpstr>
      <vt:lpstr>@ to mention files</vt:lpstr>
      <vt:lpstr>Built-in tools via MCP servers</vt:lpstr>
      <vt:lpstr>Skills &amp; Plugins</vt:lpstr>
      <vt:lpstr>Context  </vt:lpstr>
      <vt:lpstr>Parallel Copilot</vt:lpstr>
      <vt:lpstr>Demo</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2026-03-03T18:56:24Z</dcterms:created>
  <dcterms:modified xsi:type="dcterms:W3CDTF">2026-03-11T17:48:17Z</dcterms:modified>
</cp:coreProperties>
</file>